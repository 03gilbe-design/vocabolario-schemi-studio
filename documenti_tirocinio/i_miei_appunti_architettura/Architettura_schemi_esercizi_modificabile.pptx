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 id="257" r:id="rId3"/>
    <p:sldId id="261" r:id="rId4"/>
    <p:sldId id="260" r:id="rId5"/>
    <p:sldId id="263" r:id="rId6"/>
    <p:sldId id="264" r:id="rId7"/>
    <p:sldId id="266" r:id="rId8"/>
    <p:sldId id="265" r:id="rId9"/>
    <p:sldId id="262" r:id="rId10"/>
    <p:sldId id="256" r:id="rId11"/>
  </p:sldIdLst>
  <p:sldSz cx="7556500" cy="10693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5548"/>
    <a:srgbClr val="FE6464"/>
    <a:srgbClr val="F6CEB6"/>
    <a:srgbClr val="FAF6EF"/>
    <a:srgbClr val="EE915E"/>
    <a:srgbClr val="F2AA84"/>
    <a:srgbClr val="2BBFCF"/>
    <a:srgbClr val="AB9488"/>
    <a:srgbClr val="98ECB7"/>
    <a:srgbClr val="B2E8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6" d="100"/>
          <a:sy n="46" d="100"/>
        </p:scale>
        <p:origin x="232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566738" y="1750055"/>
            <a:ext cx="6423025" cy="3722887"/>
          </a:xfrm>
        </p:spPr>
        <p:txBody>
          <a:bodyPr anchor="b"/>
          <a:lstStyle>
            <a:lvl1pPr algn="ctr">
              <a:defRPr sz="4958"/>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944563" y="5616511"/>
            <a:ext cx="5667375" cy="2581762"/>
          </a:xfrm>
        </p:spPr>
        <p:txBody>
          <a:bodyPr/>
          <a:lstStyle>
            <a:lvl1pPr marL="0" indent="0" algn="ctr">
              <a:buNone/>
              <a:defRPr sz="1983"/>
            </a:lvl1pPr>
            <a:lvl2pPr marL="377830" indent="0" algn="ctr">
              <a:buNone/>
              <a:defRPr sz="1653"/>
            </a:lvl2pPr>
            <a:lvl3pPr marL="755660" indent="0" algn="ctr">
              <a:buNone/>
              <a:defRPr sz="1488"/>
            </a:lvl3pPr>
            <a:lvl4pPr marL="1133490" indent="0" algn="ctr">
              <a:buNone/>
              <a:defRPr sz="1322"/>
            </a:lvl4pPr>
            <a:lvl5pPr marL="1511320" indent="0" algn="ctr">
              <a:buNone/>
              <a:defRPr sz="1322"/>
            </a:lvl5pPr>
            <a:lvl6pPr marL="1889150" indent="0" algn="ctr">
              <a:buNone/>
              <a:defRPr sz="1322"/>
            </a:lvl6pPr>
            <a:lvl7pPr marL="2266980" indent="0" algn="ctr">
              <a:buNone/>
              <a:defRPr sz="1322"/>
            </a:lvl7pPr>
            <a:lvl8pPr marL="2644811" indent="0" algn="ctr">
              <a:buNone/>
              <a:defRPr sz="1322"/>
            </a:lvl8pPr>
            <a:lvl9pPr marL="3022641" indent="0" algn="ctr">
              <a:buNone/>
              <a:defRPr sz="1322"/>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44B78297-2FF0-4F68-A007-A924095BFC78}" type="datetimeFigureOut">
              <a:rPr lang="it-IT" smtClean="0"/>
              <a:t>03/02/2024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299947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4B78297-2FF0-4F68-A007-A924095BFC78}" type="datetimeFigureOut">
              <a:rPr lang="it-IT" smtClean="0"/>
              <a:t>03/02/2024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3263644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515574" y="2665927"/>
            <a:ext cx="6517481" cy="4448157"/>
          </a:xfrm>
        </p:spPr>
        <p:txBody>
          <a:bodyPr anchor="b"/>
          <a:lstStyle>
            <a:lvl1pPr>
              <a:defRPr sz="4958"/>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515574" y="7156165"/>
            <a:ext cx="6517481" cy="2339180"/>
          </a:xfrm>
        </p:spPr>
        <p:txBody>
          <a:bodyPr/>
          <a:lstStyle>
            <a:lvl1pPr marL="0" indent="0">
              <a:buNone/>
              <a:defRPr sz="1983">
                <a:solidFill>
                  <a:schemeClr val="tx1">
                    <a:tint val="82000"/>
                  </a:schemeClr>
                </a:solidFill>
              </a:defRPr>
            </a:lvl1pPr>
            <a:lvl2pPr marL="377830" indent="0">
              <a:buNone/>
              <a:defRPr sz="1653">
                <a:solidFill>
                  <a:schemeClr val="tx1">
                    <a:tint val="82000"/>
                  </a:schemeClr>
                </a:solidFill>
              </a:defRPr>
            </a:lvl2pPr>
            <a:lvl3pPr marL="755660" indent="0">
              <a:buNone/>
              <a:defRPr sz="1488">
                <a:solidFill>
                  <a:schemeClr val="tx1">
                    <a:tint val="82000"/>
                  </a:schemeClr>
                </a:solidFill>
              </a:defRPr>
            </a:lvl3pPr>
            <a:lvl4pPr marL="1133490" indent="0">
              <a:buNone/>
              <a:defRPr sz="1322">
                <a:solidFill>
                  <a:schemeClr val="tx1">
                    <a:tint val="82000"/>
                  </a:schemeClr>
                </a:solidFill>
              </a:defRPr>
            </a:lvl4pPr>
            <a:lvl5pPr marL="1511320" indent="0">
              <a:buNone/>
              <a:defRPr sz="1322">
                <a:solidFill>
                  <a:schemeClr val="tx1">
                    <a:tint val="82000"/>
                  </a:schemeClr>
                </a:solidFill>
              </a:defRPr>
            </a:lvl5pPr>
            <a:lvl6pPr marL="1889150" indent="0">
              <a:buNone/>
              <a:defRPr sz="1322">
                <a:solidFill>
                  <a:schemeClr val="tx1">
                    <a:tint val="82000"/>
                  </a:schemeClr>
                </a:solidFill>
              </a:defRPr>
            </a:lvl6pPr>
            <a:lvl7pPr marL="2266980" indent="0">
              <a:buNone/>
              <a:defRPr sz="1322">
                <a:solidFill>
                  <a:schemeClr val="tx1">
                    <a:tint val="82000"/>
                  </a:schemeClr>
                </a:solidFill>
              </a:defRPr>
            </a:lvl7pPr>
            <a:lvl8pPr marL="2644811" indent="0">
              <a:buNone/>
              <a:defRPr sz="1322">
                <a:solidFill>
                  <a:schemeClr val="tx1">
                    <a:tint val="82000"/>
                  </a:schemeClr>
                </a:solidFill>
              </a:defRPr>
            </a:lvl8pPr>
            <a:lvl9pPr marL="3022641" indent="0">
              <a:buNone/>
              <a:defRPr sz="1322">
                <a:solidFill>
                  <a:schemeClr val="tx1">
                    <a:tint val="82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44B78297-2FF0-4F68-A007-A924095BFC78}" type="datetimeFigureOut">
              <a:rPr lang="it-IT" smtClean="0"/>
              <a:t>03/02/2024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1919915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519509" y="2846623"/>
            <a:ext cx="3211513" cy="678486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3825478" y="2846623"/>
            <a:ext cx="3211513" cy="678486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44B78297-2FF0-4F68-A007-A924095BFC78}" type="datetimeFigureOut">
              <a:rPr lang="it-IT" smtClean="0"/>
              <a:t>03/02/2024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1045218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520494" y="569327"/>
            <a:ext cx="6517481" cy="2066896"/>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520495" y="2621369"/>
            <a:ext cx="3196753" cy="1284692"/>
          </a:xfrm>
        </p:spPr>
        <p:txBody>
          <a:bodyPr anchor="b"/>
          <a:lstStyle>
            <a:lvl1pPr marL="0" indent="0">
              <a:buNone/>
              <a:defRPr sz="1983" b="1"/>
            </a:lvl1pPr>
            <a:lvl2pPr marL="377830" indent="0">
              <a:buNone/>
              <a:defRPr sz="1653" b="1"/>
            </a:lvl2pPr>
            <a:lvl3pPr marL="755660" indent="0">
              <a:buNone/>
              <a:defRPr sz="1488" b="1"/>
            </a:lvl3pPr>
            <a:lvl4pPr marL="1133490" indent="0">
              <a:buNone/>
              <a:defRPr sz="1322" b="1"/>
            </a:lvl4pPr>
            <a:lvl5pPr marL="1511320" indent="0">
              <a:buNone/>
              <a:defRPr sz="1322" b="1"/>
            </a:lvl5pPr>
            <a:lvl6pPr marL="1889150" indent="0">
              <a:buNone/>
              <a:defRPr sz="1322" b="1"/>
            </a:lvl6pPr>
            <a:lvl7pPr marL="2266980" indent="0">
              <a:buNone/>
              <a:defRPr sz="1322" b="1"/>
            </a:lvl7pPr>
            <a:lvl8pPr marL="2644811" indent="0">
              <a:buNone/>
              <a:defRPr sz="1322" b="1"/>
            </a:lvl8pPr>
            <a:lvl9pPr marL="3022641" indent="0">
              <a:buNone/>
              <a:defRPr sz="1322" b="1"/>
            </a:lvl9pPr>
          </a:lstStyle>
          <a:p>
            <a:pPr lvl="0"/>
            <a:r>
              <a:rPr lang="it-IT"/>
              <a:t>Fare clic per modificare gli stili del testo dello schema</a:t>
            </a:r>
          </a:p>
        </p:txBody>
      </p:sp>
      <p:sp>
        <p:nvSpPr>
          <p:cNvPr id="4" name="Content Placeholder 3"/>
          <p:cNvSpPr>
            <a:spLocks noGrp="1"/>
          </p:cNvSpPr>
          <p:nvPr>
            <p:ph sz="half" idx="2"/>
          </p:nvPr>
        </p:nvSpPr>
        <p:spPr>
          <a:xfrm>
            <a:off x="520495" y="3906061"/>
            <a:ext cx="3196753" cy="574522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3825478" y="2621369"/>
            <a:ext cx="3212497" cy="1284692"/>
          </a:xfrm>
        </p:spPr>
        <p:txBody>
          <a:bodyPr anchor="b"/>
          <a:lstStyle>
            <a:lvl1pPr marL="0" indent="0">
              <a:buNone/>
              <a:defRPr sz="1983" b="1"/>
            </a:lvl1pPr>
            <a:lvl2pPr marL="377830" indent="0">
              <a:buNone/>
              <a:defRPr sz="1653" b="1"/>
            </a:lvl2pPr>
            <a:lvl3pPr marL="755660" indent="0">
              <a:buNone/>
              <a:defRPr sz="1488" b="1"/>
            </a:lvl3pPr>
            <a:lvl4pPr marL="1133490" indent="0">
              <a:buNone/>
              <a:defRPr sz="1322" b="1"/>
            </a:lvl4pPr>
            <a:lvl5pPr marL="1511320" indent="0">
              <a:buNone/>
              <a:defRPr sz="1322" b="1"/>
            </a:lvl5pPr>
            <a:lvl6pPr marL="1889150" indent="0">
              <a:buNone/>
              <a:defRPr sz="1322" b="1"/>
            </a:lvl6pPr>
            <a:lvl7pPr marL="2266980" indent="0">
              <a:buNone/>
              <a:defRPr sz="1322" b="1"/>
            </a:lvl7pPr>
            <a:lvl8pPr marL="2644811" indent="0">
              <a:buNone/>
              <a:defRPr sz="1322" b="1"/>
            </a:lvl8pPr>
            <a:lvl9pPr marL="3022641" indent="0">
              <a:buNone/>
              <a:defRPr sz="1322" b="1"/>
            </a:lvl9pPr>
          </a:lstStyle>
          <a:p>
            <a:pPr lvl="0"/>
            <a:r>
              <a:rPr lang="it-IT"/>
              <a:t>Fare clic per modificare gli stili del testo dello schema</a:t>
            </a:r>
          </a:p>
        </p:txBody>
      </p:sp>
      <p:sp>
        <p:nvSpPr>
          <p:cNvPr id="6" name="Content Placeholder 5"/>
          <p:cNvSpPr>
            <a:spLocks noGrp="1"/>
          </p:cNvSpPr>
          <p:nvPr>
            <p:ph sz="quarter" idx="4"/>
          </p:nvPr>
        </p:nvSpPr>
        <p:spPr>
          <a:xfrm>
            <a:off x="3825478" y="3906061"/>
            <a:ext cx="3212497" cy="574522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44B78297-2FF0-4F68-A007-A924095BFC78}" type="datetimeFigureOut">
              <a:rPr lang="it-IT" smtClean="0"/>
              <a:t>03/02/2024</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3598218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44B78297-2FF0-4F68-A007-A924095BFC78}" type="datetimeFigureOut">
              <a:rPr lang="it-IT" smtClean="0"/>
              <a:t>03/02/2024</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1561092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B78297-2FF0-4F68-A007-A924095BFC78}" type="datetimeFigureOut">
              <a:rPr lang="it-IT" smtClean="0"/>
              <a:t>03/02/2024</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734648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520494" y="712893"/>
            <a:ext cx="2437168" cy="2495127"/>
          </a:xfrm>
        </p:spPr>
        <p:txBody>
          <a:bodyPr anchor="b"/>
          <a:lstStyle>
            <a:lvl1pPr>
              <a:defRPr sz="2644"/>
            </a:lvl1pPr>
          </a:lstStyle>
          <a:p>
            <a:r>
              <a:rPr lang="it-IT"/>
              <a:t>Fare clic per modificare lo stile del titolo dello schema</a:t>
            </a:r>
            <a:endParaRPr lang="en-US" dirty="0"/>
          </a:p>
        </p:txBody>
      </p:sp>
      <p:sp>
        <p:nvSpPr>
          <p:cNvPr id="3" name="Content Placeholder 2"/>
          <p:cNvSpPr>
            <a:spLocks noGrp="1"/>
          </p:cNvSpPr>
          <p:nvPr>
            <p:ph idx="1"/>
          </p:nvPr>
        </p:nvSpPr>
        <p:spPr>
          <a:xfrm>
            <a:off x="3212497" y="1539654"/>
            <a:ext cx="3825478" cy="7599245"/>
          </a:xfrm>
        </p:spPr>
        <p:txBody>
          <a:bodyPr/>
          <a:lstStyle>
            <a:lvl1pPr>
              <a:defRPr sz="2644"/>
            </a:lvl1pPr>
            <a:lvl2pPr>
              <a:defRPr sz="2314"/>
            </a:lvl2pPr>
            <a:lvl3pPr>
              <a:defRPr sz="1983"/>
            </a:lvl3pPr>
            <a:lvl4pPr>
              <a:defRPr sz="1653"/>
            </a:lvl4pPr>
            <a:lvl5pPr>
              <a:defRPr sz="1653"/>
            </a:lvl5pPr>
            <a:lvl6pPr>
              <a:defRPr sz="1653"/>
            </a:lvl6pPr>
            <a:lvl7pPr>
              <a:defRPr sz="1653"/>
            </a:lvl7pPr>
            <a:lvl8pPr>
              <a:defRPr sz="1653"/>
            </a:lvl8pPr>
            <a:lvl9pPr>
              <a:defRPr sz="1653"/>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520494" y="3208020"/>
            <a:ext cx="2437168" cy="5943254"/>
          </a:xfrm>
        </p:spPr>
        <p:txBody>
          <a:bodyPr/>
          <a:lstStyle>
            <a:lvl1pPr marL="0" indent="0">
              <a:buNone/>
              <a:defRPr sz="1322"/>
            </a:lvl1pPr>
            <a:lvl2pPr marL="377830" indent="0">
              <a:buNone/>
              <a:defRPr sz="1157"/>
            </a:lvl2pPr>
            <a:lvl3pPr marL="755660" indent="0">
              <a:buNone/>
              <a:defRPr sz="992"/>
            </a:lvl3pPr>
            <a:lvl4pPr marL="1133490" indent="0">
              <a:buNone/>
              <a:defRPr sz="826"/>
            </a:lvl4pPr>
            <a:lvl5pPr marL="1511320" indent="0">
              <a:buNone/>
              <a:defRPr sz="826"/>
            </a:lvl5pPr>
            <a:lvl6pPr marL="1889150" indent="0">
              <a:buNone/>
              <a:defRPr sz="826"/>
            </a:lvl6pPr>
            <a:lvl7pPr marL="2266980" indent="0">
              <a:buNone/>
              <a:defRPr sz="826"/>
            </a:lvl7pPr>
            <a:lvl8pPr marL="2644811" indent="0">
              <a:buNone/>
              <a:defRPr sz="826"/>
            </a:lvl8pPr>
            <a:lvl9pPr marL="3022641" indent="0">
              <a:buNone/>
              <a:defRPr sz="826"/>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4B78297-2FF0-4F68-A007-A924095BFC78}" type="datetimeFigureOut">
              <a:rPr lang="it-IT" smtClean="0"/>
              <a:t>03/02/2024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2695482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520494" y="712893"/>
            <a:ext cx="2437168" cy="2495127"/>
          </a:xfrm>
        </p:spPr>
        <p:txBody>
          <a:bodyPr anchor="b"/>
          <a:lstStyle>
            <a:lvl1pPr>
              <a:defRPr sz="2644"/>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3212497" y="1539654"/>
            <a:ext cx="3825478" cy="7599245"/>
          </a:xfrm>
        </p:spPr>
        <p:txBody>
          <a:bodyPr anchor="t"/>
          <a:lstStyle>
            <a:lvl1pPr marL="0" indent="0">
              <a:buNone/>
              <a:defRPr sz="2644"/>
            </a:lvl1pPr>
            <a:lvl2pPr marL="377830" indent="0">
              <a:buNone/>
              <a:defRPr sz="2314"/>
            </a:lvl2pPr>
            <a:lvl3pPr marL="755660" indent="0">
              <a:buNone/>
              <a:defRPr sz="1983"/>
            </a:lvl3pPr>
            <a:lvl4pPr marL="1133490" indent="0">
              <a:buNone/>
              <a:defRPr sz="1653"/>
            </a:lvl4pPr>
            <a:lvl5pPr marL="1511320" indent="0">
              <a:buNone/>
              <a:defRPr sz="1653"/>
            </a:lvl5pPr>
            <a:lvl6pPr marL="1889150" indent="0">
              <a:buNone/>
              <a:defRPr sz="1653"/>
            </a:lvl6pPr>
            <a:lvl7pPr marL="2266980" indent="0">
              <a:buNone/>
              <a:defRPr sz="1653"/>
            </a:lvl7pPr>
            <a:lvl8pPr marL="2644811" indent="0">
              <a:buNone/>
              <a:defRPr sz="1653"/>
            </a:lvl8pPr>
            <a:lvl9pPr marL="3022641" indent="0">
              <a:buNone/>
              <a:defRPr sz="1653"/>
            </a:lvl9pPr>
          </a:lstStyle>
          <a:p>
            <a:r>
              <a:rPr lang="it-IT"/>
              <a:t>Fare clic sull'icona per inserire un'immagine</a:t>
            </a:r>
            <a:endParaRPr lang="en-US" dirty="0"/>
          </a:p>
        </p:txBody>
      </p:sp>
      <p:sp>
        <p:nvSpPr>
          <p:cNvPr id="4" name="Text Placeholder 3"/>
          <p:cNvSpPr>
            <a:spLocks noGrp="1"/>
          </p:cNvSpPr>
          <p:nvPr>
            <p:ph type="body" sz="half" idx="2"/>
          </p:nvPr>
        </p:nvSpPr>
        <p:spPr>
          <a:xfrm>
            <a:off x="520494" y="3208020"/>
            <a:ext cx="2437168" cy="5943254"/>
          </a:xfrm>
        </p:spPr>
        <p:txBody>
          <a:bodyPr/>
          <a:lstStyle>
            <a:lvl1pPr marL="0" indent="0">
              <a:buNone/>
              <a:defRPr sz="1322"/>
            </a:lvl1pPr>
            <a:lvl2pPr marL="377830" indent="0">
              <a:buNone/>
              <a:defRPr sz="1157"/>
            </a:lvl2pPr>
            <a:lvl3pPr marL="755660" indent="0">
              <a:buNone/>
              <a:defRPr sz="992"/>
            </a:lvl3pPr>
            <a:lvl4pPr marL="1133490" indent="0">
              <a:buNone/>
              <a:defRPr sz="826"/>
            </a:lvl4pPr>
            <a:lvl5pPr marL="1511320" indent="0">
              <a:buNone/>
              <a:defRPr sz="826"/>
            </a:lvl5pPr>
            <a:lvl6pPr marL="1889150" indent="0">
              <a:buNone/>
              <a:defRPr sz="826"/>
            </a:lvl6pPr>
            <a:lvl7pPr marL="2266980" indent="0">
              <a:buNone/>
              <a:defRPr sz="826"/>
            </a:lvl7pPr>
            <a:lvl8pPr marL="2644811" indent="0">
              <a:buNone/>
              <a:defRPr sz="826"/>
            </a:lvl8pPr>
            <a:lvl9pPr marL="3022641" indent="0">
              <a:buNone/>
              <a:defRPr sz="826"/>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4B78297-2FF0-4F68-A007-A924095BFC78}" type="datetimeFigureOut">
              <a:rPr lang="it-IT" smtClean="0"/>
              <a:t>03/02/2024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951293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4B78297-2FF0-4F68-A007-A924095BFC78}" type="datetimeFigureOut">
              <a:rPr lang="it-IT" smtClean="0"/>
              <a:t>03/02/2024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3681706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7621" y="569325"/>
            <a:ext cx="1629370" cy="9062162"/>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519510" y="569325"/>
            <a:ext cx="4793655" cy="9062162"/>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4B78297-2FF0-4F68-A007-A924095BFC78}" type="datetimeFigureOut">
              <a:rPr lang="it-IT" smtClean="0"/>
              <a:t>03/02/2024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70943191-8A03-4695-91BC-9DCD24722754}" type="slidenum">
              <a:rPr lang="it-IT" smtClean="0"/>
              <a:t>‹N›</a:t>
            </a:fld>
            <a:endParaRPr lang="it-IT"/>
          </a:p>
        </p:txBody>
      </p:sp>
    </p:spTree>
    <p:extLst>
      <p:ext uri="{BB962C8B-B14F-4D97-AF65-F5344CB8AC3E}">
        <p14:creationId xmlns:p14="http://schemas.microsoft.com/office/powerpoint/2010/main" val="394723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510" y="569327"/>
            <a:ext cx="6517481" cy="2066896"/>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519510" y="2846623"/>
            <a:ext cx="6517481" cy="678486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519509" y="9911200"/>
            <a:ext cx="1700213" cy="569325"/>
          </a:xfrm>
          <a:prstGeom prst="rect">
            <a:avLst/>
          </a:prstGeom>
        </p:spPr>
        <p:txBody>
          <a:bodyPr vert="horz" lIns="91440" tIns="45720" rIns="91440" bIns="45720" rtlCol="0" anchor="ctr"/>
          <a:lstStyle>
            <a:lvl1pPr algn="l">
              <a:defRPr sz="992">
                <a:solidFill>
                  <a:schemeClr val="tx1">
                    <a:tint val="82000"/>
                  </a:schemeClr>
                </a:solidFill>
              </a:defRPr>
            </a:lvl1pPr>
          </a:lstStyle>
          <a:p>
            <a:fld id="{44B78297-2FF0-4F68-A007-A924095BFC78}" type="datetimeFigureOut">
              <a:rPr lang="it-IT" smtClean="0"/>
              <a:t>03/02/2024</a:t>
            </a:fld>
            <a:endParaRPr lang="it-IT"/>
          </a:p>
        </p:txBody>
      </p:sp>
      <p:sp>
        <p:nvSpPr>
          <p:cNvPr id="5" name="Footer Placeholder 4"/>
          <p:cNvSpPr>
            <a:spLocks noGrp="1"/>
          </p:cNvSpPr>
          <p:nvPr>
            <p:ph type="ftr" sz="quarter" idx="3"/>
          </p:nvPr>
        </p:nvSpPr>
        <p:spPr>
          <a:xfrm>
            <a:off x="2503091" y="9911200"/>
            <a:ext cx="2550319" cy="569325"/>
          </a:xfrm>
          <a:prstGeom prst="rect">
            <a:avLst/>
          </a:prstGeom>
        </p:spPr>
        <p:txBody>
          <a:bodyPr vert="horz" lIns="91440" tIns="45720" rIns="91440" bIns="45720" rtlCol="0" anchor="ctr"/>
          <a:lstStyle>
            <a:lvl1pPr algn="ctr">
              <a:defRPr sz="992">
                <a:solidFill>
                  <a:schemeClr val="tx1">
                    <a:tint val="82000"/>
                  </a:schemeClr>
                </a:solidFill>
              </a:defRPr>
            </a:lvl1pPr>
          </a:lstStyle>
          <a:p>
            <a:endParaRPr lang="it-IT"/>
          </a:p>
        </p:txBody>
      </p:sp>
      <p:sp>
        <p:nvSpPr>
          <p:cNvPr id="6" name="Slide Number Placeholder 5"/>
          <p:cNvSpPr>
            <a:spLocks noGrp="1"/>
          </p:cNvSpPr>
          <p:nvPr>
            <p:ph type="sldNum" sz="quarter" idx="4"/>
          </p:nvPr>
        </p:nvSpPr>
        <p:spPr>
          <a:xfrm>
            <a:off x="5336778" y="9911200"/>
            <a:ext cx="1700213" cy="569325"/>
          </a:xfrm>
          <a:prstGeom prst="rect">
            <a:avLst/>
          </a:prstGeom>
        </p:spPr>
        <p:txBody>
          <a:bodyPr vert="horz" lIns="91440" tIns="45720" rIns="91440" bIns="45720" rtlCol="0" anchor="ctr"/>
          <a:lstStyle>
            <a:lvl1pPr algn="r">
              <a:defRPr sz="992">
                <a:solidFill>
                  <a:schemeClr val="tx1">
                    <a:tint val="82000"/>
                  </a:schemeClr>
                </a:solidFill>
              </a:defRPr>
            </a:lvl1pPr>
          </a:lstStyle>
          <a:p>
            <a:fld id="{70943191-8A03-4695-91BC-9DCD24722754}" type="slidenum">
              <a:rPr lang="it-IT" smtClean="0"/>
              <a:t>‹N›</a:t>
            </a:fld>
            <a:endParaRPr lang="it-IT"/>
          </a:p>
        </p:txBody>
      </p:sp>
    </p:spTree>
    <p:extLst>
      <p:ext uri="{BB962C8B-B14F-4D97-AF65-F5344CB8AC3E}">
        <p14:creationId xmlns:p14="http://schemas.microsoft.com/office/powerpoint/2010/main" val="410823505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5660" rtl="0" eaLnBrk="1" latinLnBrk="0" hangingPunct="1">
        <a:lnSpc>
          <a:spcPct val="90000"/>
        </a:lnSpc>
        <a:spcBef>
          <a:spcPct val="0"/>
        </a:spcBef>
        <a:buNone/>
        <a:defRPr sz="3636" kern="1200">
          <a:solidFill>
            <a:schemeClr val="tx1"/>
          </a:solidFill>
          <a:latin typeface="+mj-lt"/>
          <a:ea typeface="+mj-ea"/>
          <a:cs typeface="+mj-cs"/>
        </a:defRPr>
      </a:lvl1pPr>
    </p:titleStyle>
    <p:bodyStyle>
      <a:lvl1pPr marL="188915" indent="-188915" algn="l" defTabSz="755660" rtl="0" eaLnBrk="1" latinLnBrk="0" hangingPunct="1">
        <a:lnSpc>
          <a:spcPct val="90000"/>
        </a:lnSpc>
        <a:spcBef>
          <a:spcPts val="826"/>
        </a:spcBef>
        <a:buFont typeface="Arial" panose="020B0604020202020204" pitchFamily="34" charset="0"/>
        <a:buChar char="•"/>
        <a:defRPr sz="2314" kern="1200">
          <a:solidFill>
            <a:schemeClr val="tx1"/>
          </a:solidFill>
          <a:latin typeface="+mn-lt"/>
          <a:ea typeface="+mn-ea"/>
          <a:cs typeface="+mn-cs"/>
        </a:defRPr>
      </a:lvl1pPr>
      <a:lvl2pPr marL="566745" indent="-188915" algn="l" defTabSz="755660" rtl="0" eaLnBrk="1" latinLnBrk="0" hangingPunct="1">
        <a:lnSpc>
          <a:spcPct val="90000"/>
        </a:lnSpc>
        <a:spcBef>
          <a:spcPts val="413"/>
        </a:spcBef>
        <a:buFont typeface="Arial" panose="020B0604020202020204" pitchFamily="34" charset="0"/>
        <a:buChar char="•"/>
        <a:defRPr sz="1983" kern="1200">
          <a:solidFill>
            <a:schemeClr val="tx1"/>
          </a:solidFill>
          <a:latin typeface="+mn-lt"/>
          <a:ea typeface="+mn-ea"/>
          <a:cs typeface="+mn-cs"/>
        </a:defRPr>
      </a:lvl2pPr>
      <a:lvl3pPr marL="944575" indent="-188915" algn="l" defTabSz="755660"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40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23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06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589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372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155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660" rtl="0" eaLnBrk="1" latinLnBrk="0" hangingPunct="1">
        <a:defRPr sz="1488" kern="1200">
          <a:solidFill>
            <a:schemeClr val="tx1"/>
          </a:solidFill>
          <a:latin typeface="+mn-lt"/>
          <a:ea typeface="+mn-ea"/>
          <a:cs typeface="+mn-cs"/>
        </a:defRPr>
      </a:lvl1pPr>
      <a:lvl2pPr marL="377830" algn="l" defTabSz="755660" rtl="0" eaLnBrk="1" latinLnBrk="0" hangingPunct="1">
        <a:defRPr sz="1488" kern="1200">
          <a:solidFill>
            <a:schemeClr val="tx1"/>
          </a:solidFill>
          <a:latin typeface="+mn-lt"/>
          <a:ea typeface="+mn-ea"/>
          <a:cs typeface="+mn-cs"/>
        </a:defRPr>
      </a:lvl2pPr>
      <a:lvl3pPr marL="755660" algn="l" defTabSz="755660" rtl="0" eaLnBrk="1" latinLnBrk="0" hangingPunct="1">
        <a:defRPr sz="1488" kern="1200">
          <a:solidFill>
            <a:schemeClr val="tx1"/>
          </a:solidFill>
          <a:latin typeface="+mn-lt"/>
          <a:ea typeface="+mn-ea"/>
          <a:cs typeface="+mn-cs"/>
        </a:defRPr>
      </a:lvl3pPr>
      <a:lvl4pPr marL="1133490" algn="l" defTabSz="755660" rtl="0" eaLnBrk="1" latinLnBrk="0" hangingPunct="1">
        <a:defRPr sz="1488" kern="1200">
          <a:solidFill>
            <a:schemeClr val="tx1"/>
          </a:solidFill>
          <a:latin typeface="+mn-lt"/>
          <a:ea typeface="+mn-ea"/>
          <a:cs typeface="+mn-cs"/>
        </a:defRPr>
      </a:lvl4pPr>
      <a:lvl5pPr marL="1511320" algn="l" defTabSz="755660" rtl="0" eaLnBrk="1" latinLnBrk="0" hangingPunct="1">
        <a:defRPr sz="1488" kern="1200">
          <a:solidFill>
            <a:schemeClr val="tx1"/>
          </a:solidFill>
          <a:latin typeface="+mn-lt"/>
          <a:ea typeface="+mn-ea"/>
          <a:cs typeface="+mn-cs"/>
        </a:defRPr>
      </a:lvl5pPr>
      <a:lvl6pPr marL="1889150" algn="l" defTabSz="755660" rtl="0" eaLnBrk="1" latinLnBrk="0" hangingPunct="1">
        <a:defRPr sz="1488" kern="1200">
          <a:solidFill>
            <a:schemeClr val="tx1"/>
          </a:solidFill>
          <a:latin typeface="+mn-lt"/>
          <a:ea typeface="+mn-ea"/>
          <a:cs typeface="+mn-cs"/>
        </a:defRPr>
      </a:lvl6pPr>
      <a:lvl7pPr marL="2266980" algn="l" defTabSz="755660" rtl="0" eaLnBrk="1" latinLnBrk="0" hangingPunct="1">
        <a:defRPr sz="1488" kern="1200">
          <a:solidFill>
            <a:schemeClr val="tx1"/>
          </a:solidFill>
          <a:latin typeface="+mn-lt"/>
          <a:ea typeface="+mn-ea"/>
          <a:cs typeface="+mn-cs"/>
        </a:defRPr>
      </a:lvl7pPr>
      <a:lvl8pPr marL="2644811" algn="l" defTabSz="755660" rtl="0" eaLnBrk="1" latinLnBrk="0" hangingPunct="1">
        <a:defRPr sz="1488" kern="1200">
          <a:solidFill>
            <a:schemeClr val="tx1"/>
          </a:solidFill>
          <a:latin typeface="+mn-lt"/>
          <a:ea typeface="+mn-ea"/>
          <a:cs typeface="+mn-cs"/>
        </a:defRPr>
      </a:lvl8pPr>
      <a:lvl9pPr marL="3022641" algn="l" defTabSz="755660"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5" name="object 241">
            <a:extLst>
              <a:ext uri="{FF2B5EF4-FFF2-40B4-BE49-F238E27FC236}">
                <a16:creationId xmlns:a16="http://schemas.microsoft.com/office/drawing/2014/main" id="{4C99DF51-BF81-0413-00CA-F1B68858AF16}"/>
              </a:ext>
            </a:extLst>
          </p:cNvPr>
          <p:cNvSpPr txBox="1"/>
          <p:nvPr/>
        </p:nvSpPr>
        <p:spPr>
          <a:xfrm>
            <a:off x="114209" y="79841"/>
            <a:ext cx="6972391" cy="1024351"/>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COME ASSOCIARE UN BLOCCO IN MEMORIA AD UNA POSIZIONE IN CACHE</a:t>
            </a:r>
          </a:p>
        </p:txBody>
      </p:sp>
      <p:sp>
        <p:nvSpPr>
          <p:cNvPr id="10" name="object 166">
            <a:extLst>
              <a:ext uri="{FF2B5EF4-FFF2-40B4-BE49-F238E27FC236}">
                <a16:creationId xmlns:a16="http://schemas.microsoft.com/office/drawing/2014/main" id="{DF5000CC-A9B9-78AC-A62D-B4313AD18120}"/>
              </a:ext>
            </a:extLst>
          </p:cNvPr>
          <p:cNvSpPr/>
          <p:nvPr/>
        </p:nvSpPr>
        <p:spPr>
          <a:xfrm>
            <a:off x="-4263692" y="883960"/>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2" name="object 168">
            <a:extLst>
              <a:ext uri="{FF2B5EF4-FFF2-40B4-BE49-F238E27FC236}">
                <a16:creationId xmlns:a16="http://schemas.microsoft.com/office/drawing/2014/main" id="{6A095960-656B-8CB8-8008-CEDAE28A045B}"/>
              </a:ext>
            </a:extLst>
          </p:cNvPr>
          <p:cNvSpPr txBox="1"/>
          <p:nvPr/>
        </p:nvSpPr>
        <p:spPr>
          <a:xfrm>
            <a:off x="-2059244" y="2085603"/>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3" name="CasellaDiTesto 2">
            <a:extLst>
              <a:ext uri="{FF2B5EF4-FFF2-40B4-BE49-F238E27FC236}">
                <a16:creationId xmlns:a16="http://schemas.microsoft.com/office/drawing/2014/main" id="{C170CF44-3A75-2DB4-7386-2C0970067C7C}"/>
              </a:ext>
            </a:extLst>
          </p:cNvPr>
          <p:cNvSpPr txBox="1"/>
          <p:nvPr/>
        </p:nvSpPr>
        <p:spPr>
          <a:xfrm>
            <a:off x="-6963846" y="4805340"/>
            <a:ext cx="4523874" cy="2308324"/>
          </a:xfrm>
          <a:prstGeom prst="rect">
            <a:avLst/>
          </a:prstGeom>
          <a:noFill/>
        </p:spPr>
        <p:txBody>
          <a:bodyPr wrap="square">
            <a:spAutoFit/>
          </a:bodyPr>
          <a:lstStyle/>
          <a:p>
            <a:r>
              <a:rPr lang="it-IT" dirty="0"/>
              <a:t>Visto che la cache è molto più piccola della </a:t>
            </a:r>
            <a:r>
              <a:rPr lang="it-IT" dirty="0" err="1"/>
              <a:t>ram</a:t>
            </a:r>
            <a:r>
              <a:rPr lang="it-IT" dirty="0"/>
              <a:t> non la devi sprecare. La dividi in parti che si chiamano set, ogni set ha più blocchi. Ogni blocco in </a:t>
            </a:r>
            <a:r>
              <a:rPr lang="it-IT" dirty="0" err="1"/>
              <a:t>ram</a:t>
            </a:r>
            <a:r>
              <a:rPr lang="it-IT" dirty="0"/>
              <a:t> può finire in uno specifico set in modo da gestire più velocemente la RAM visto che non puoi mettere i blocchi a caso, altrimenti non sapresti come andare a pescarteli</a:t>
            </a:r>
          </a:p>
        </p:txBody>
      </p:sp>
      <p:sp>
        <p:nvSpPr>
          <p:cNvPr id="17" name="CasellaDiTesto 16">
            <a:extLst>
              <a:ext uri="{FF2B5EF4-FFF2-40B4-BE49-F238E27FC236}">
                <a16:creationId xmlns:a16="http://schemas.microsoft.com/office/drawing/2014/main" id="{CCB9766D-0BBB-6B00-3DA3-C22CE258EC8C}"/>
              </a:ext>
            </a:extLst>
          </p:cNvPr>
          <p:cNvSpPr txBox="1"/>
          <p:nvPr/>
        </p:nvSpPr>
        <p:spPr>
          <a:xfrm>
            <a:off x="2625825" y="631205"/>
            <a:ext cx="3543391" cy="385072"/>
          </a:xfrm>
          <a:prstGeom prst="rect">
            <a:avLst/>
          </a:prstGeom>
          <a:solidFill>
            <a:schemeClr val="bg1"/>
          </a:solidFill>
        </p:spPr>
        <p:txBody>
          <a:bodyPr wrap="square" anchor="ctr">
            <a:noAutofit/>
          </a:bodyPr>
          <a:lstStyle/>
          <a:p>
            <a:r>
              <a:rPr lang="it-IT" sz="2800" dirty="0">
                <a:solidFill>
                  <a:srgbClr val="FF654C"/>
                </a:solidFill>
                <a:latin typeface="A Font 1" panose="02000503000000000000" pitchFamily="2" charset="0"/>
                <a:cs typeface="Carlito"/>
              </a:rPr>
              <a:t>METODI DI INDIRIZZAMENTO</a:t>
            </a:r>
            <a:endParaRPr lang="it-IT" sz="2800" dirty="0">
              <a:solidFill>
                <a:srgbClr val="FF654C"/>
              </a:solidFill>
            </a:endParaRPr>
          </a:p>
        </p:txBody>
      </p:sp>
      <p:sp>
        <p:nvSpPr>
          <p:cNvPr id="19" name="CasellaDiTesto 18">
            <a:extLst>
              <a:ext uri="{FF2B5EF4-FFF2-40B4-BE49-F238E27FC236}">
                <a16:creationId xmlns:a16="http://schemas.microsoft.com/office/drawing/2014/main" id="{A2C49E7F-5B3D-8D00-CEF6-66547EFD996B}"/>
              </a:ext>
            </a:extLst>
          </p:cNvPr>
          <p:cNvSpPr txBox="1"/>
          <p:nvPr/>
        </p:nvSpPr>
        <p:spPr>
          <a:xfrm>
            <a:off x="114209" y="1360362"/>
            <a:ext cx="1806915" cy="385072"/>
          </a:xfrm>
          <a:prstGeom prst="rect">
            <a:avLst/>
          </a:prstGeom>
          <a:solidFill>
            <a:srgbClr val="795548"/>
          </a:solidFill>
        </p:spPr>
        <p:txBody>
          <a:bodyPr wrap="square" anchor="ctr">
            <a:noAutofit/>
          </a:bodyPr>
          <a:lstStyle>
            <a:defPPr>
              <a:defRPr lang="en-US"/>
            </a:defPPr>
            <a:lvl1pPr>
              <a:defRPr sz="2800">
                <a:solidFill>
                  <a:srgbClr val="FAF6EF"/>
                </a:solidFill>
                <a:latin typeface="A Font 1" panose="02000503000000000000" pitchFamily="2" charset="0"/>
              </a:defRPr>
            </a:lvl1pPr>
          </a:lstStyle>
          <a:p>
            <a:r>
              <a:rPr lang="it-IT" dirty="0"/>
              <a:t>ASSOCIATIVO</a:t>
            </a:r>
          </a:p>
        </p:txBody>
      </p:sp>
      <p:sp>
        <p:nvSpPr>
          <p:cNvPr id="20" name="object 123">
            <a:extLst>
              <a:ext uri="{FF2B5EF4-FFF2-40B4-BE49-F238E27FC236}">
                <a16:creationId xmlns:a16="http://schemas.microsoft.com/office/drawing/2014/main" id="{A4BC3734-24E5-E160-BEF1-989CABB3ED4E}"/>
              </a:ext>
            </a:extLst>
          </p:cNvPr>
          <p:cNvSpPr/>
          <p:nvPr/>
        </p:nvSpPr>
        <p:spPr>
          <a:xfrm>
            <a:off x="8411394" y="6286187"/>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53965613-F021-8EE1-4324-B582490CDDDB}"/>
              </a:ext>
            </a:extLst>
          </p:cNvPr>
          <p:cNvSpPr/>
          <p:nvPr/>
        </p:nvSpPr>
        <p:spPr>
          <a:xfrm>
            <a:off x="5595199" y="1510400"/>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2" name="object 123">
            <a:extLst>
              <a:ext uri="{FF2B5EF4-FFF2-40B4-BE49-F238E27FC236}">
                <a16:creationId xmlns:a16="http://schemas.microsoft.com/office/drawing/2014/main" id="{1B67DCA1-7892-1026-5329-9A2ACA03E4FD}"/>
              </a:ext>
            </a:extLst>
          </p:cNvPr>
          <p:cNvSpPr/>
          <p:nvPr/>
        </p:nvSpPr>
        <p:spPr>
          <a:xfrm>
            <a:off x="5622084" y="2616726"/>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9" name="CasellaDiTesto 28">
            <a:extLst>
              <a:ext uri="{FF2B5EF4-FFF2-40B4-BE49-F238E27FC236}">
                <a16:creationId xmlns:a16="http://schemas.microsoft.com/office/drawing/2014/main" id="{420A9846-1A8C-A1B5-EC08-FC4E60824392}"/>
              </a:ext>
            </a:extLst>
          </p:cNvPr>
          <p:cNvSpPr txBox="1"/>
          <p:nvPr/>
        </p:nvSpPr>
        <p:spPr>
          <a:xfrm>
            <a:off x="3026006" y="2033447"/>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30" name="CasellaDiTesto 29">
            <a:extLst>
              <a:ext uri="{FF2B5EF4-FFF2-40B4-BE49-F238E27FC236}">
                <a16:creationId xmlns:a16="http://schemas.microsoft.com/office/drawing/2014/main" id="{78E5321D-5AF6-154E-9C20-6F13DCD8A2B9}"/>
              </a:ext>
            </a:extLst>
          </p:cNvPr>
          <p:cNvSpPr txBox="1"/>
          <p:nvPr/>
        </p:nvSpPr>
        <p:spPr>
          <a:xfrm>
            <a:off x="5635376" y="1476671"/>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31" name="CasellaDiTesto 30">
            <a:extLst>
              <a:ext uri="{FF2B5EF4-FFF2-40B4-BE49-F238E27FC236}">
                <a16:creationId xmlns:a16="http://schemas.microsoft.com/office/drawing/2014/main" id="{AE142E5A-109B-0753-BD1A-D70CD3535637}"/>
              </a:ext>
            </a:extLst>
          </p:cNvPr>
          <p:cNvSpPr txBox="1"/>
          <p:nvPr/>
        </p:nvSpPr>
        <p:spPr>
          <a:xfrm>
            <a:off x="5625404" y="2590292"/>
            <a:ext cx="293670" cy="1077218"/>
          </a:xfrm>
          <a:prstGeom prst="rect">
            <a:avLst/>
          </a:prstGeom>
          <a:noFill/>
        </p:spPr>
        <p:txBody>
          <a:bodyPr wrap="none" rtlCol="0">
            <a:spAutoFit/>
          </a:bodyPr>
          <a:lstStyle/>
          <a:p>
            <a:r>
              <a:rPr lang="it-IT" sz="1600" dirty="0">
                <a:solidFill>
                  <a:srgbClr val="997E71"/>
                </a:solidFill>
              </a:rPr>
              <a:t>5</a:t>
            </a:r>
            <a:br>
              <a:rPr lang="it-IT" sz="1600" dirty="0">
                <a:solidFill>
                  <a:srgbClr val="997E71"/>
                </a:solidFill>
              </a:rPr>
            </a:br>
            <a:r>
              <a:rPr lang="it-IT" sz="1600" dirty="0">
                <a:solidFill>
                  <a:srgbClr val="997E71"/>
                </a:solidFill>
              </a:rPr>
              <a:t>6</a:t>
            </a:r>
            <a:br>
              <a:rPr lang="it-IT" sz="1600" dirty="0">
                <a:solidFill>
                  <a:srgbClr val="997E71"/>
                </a:solidFill>
              </a:rPr>
            </a:br>
            <a:r>
              <a:rPr lang="it-IT" sz="1600" dirty="0">
                <a:solidFill>
                  <a:srgbClr val="997E71"/>
                </a:solidFill>
              </a:rPr>
              <a:t>7</a:t>
            </a:r>
            <a:br>
              <a:rPr lang="it-IT" sz="1600" dirty="0">
                <a:solidFill>
                  <a:srgbClr val="997E71"/>
                </a:solidFill>
              </a:rPr>
            </a:br>
            <a:r>
              <a:rPr lang="it-IT" sz="1600" dirty="0">
                <a:solidFill>
                  <a:srgbClr val="997E71"/>
                </a:solidFill>
              </a:rPr>
              <a:t>8</a:t>
            </a:r>
          </a:p>
        </p:txBody>
      </p:sp>
      <p:sp>
        <p:nvSpPr>
          <p:cNvPr id="36" name="CasellaDiTesto 35">
            <a:extLst>
              <a:ext uri="{FF2B5EF4-FFF2-40B4-BE49-F238E27FC236}">
                <a16:creationId xmlns:a16="http://schemas.microsoft.com/office/drawing/2014/main" id="{A2E9AF57-DF7E-6780-7174-CA83C9C36853}"/>
              </a:ext>
            </a:extLst>
          </p:cNvPr>
          <p:cNvSpPr txBox="1"/>
          <p:nvPr/>
        </p:nvSpPr>
        <p:spPr>
          <a:xfrm>
            <a:off x="123614" y="1854995"/>
            <a:ext cx="2275445" cy="276999"/>
          </a:xfrm>
          <a:prstGeom prst="rect">
            <a:avLst/>
          </a:prstGeom>
          <a:noFill/>
        </p:spPr>
        <p:txBody>
          <a:bodyPr wrap="square">
            <a:spAutoFit/>
          </a:bodyPr>
          <a:lstStyle/>
          <a:p>
            <a:r>
              <a:rPr lang="it-IT" sz="1200" dirty="0">
                <a:solidFill>
                  <a:srgbClr val="997E71"/>
                </a:solidFill>
              </a:rPr>
              <a:t>Ogni blocco può stare ovunque</a:t>
            </a:r>
          </a:p>
        </p:txBody>
      </p:sp>
      <p:sp>
        <p:nvSpPr>
          <p:cNvPr id="42" name="object 192">
            <a:extLst>
              <a:ext uri="{FF2B5EF4-FFF2-40B4-BE49-F238E27FC236}">
                <a16:creationId xmlns:a16="http://schemas.microsoft.com/office/drawing/2014/main" id="{7C46EF8F-5DBE-D90E-EA01-DEA483EBD119}"/>
              </a:ext>
            </a:extLst>
          </p:cNvPr>
          <p:cNvSpPr/>
          <p:nvPr/>
        </p:nvSpPr>
        <p:spPr>
          <a:xfrm>
            <a:off x="-991885" y="4641192"/>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44" name="object 193">
            <a:extLst>
              <a:ext uri="{FF2B5EF4-FFF2-40B4-BE49-F238E27FC236}">
                <a16:creationId xmlns:a16="http://schemas.microsoft.com/office/drawing/2014/main" id="{90C9D10E-A753-BB7C-1CEE-53B14F4EC8A5}"/>
              </a:ext>
            </a:extLst>
          </p:cNvPr>
          <p:cNvSpPr txBox="1"/>
          <p:nvPr/>
        </p:nvSpPr>
        <p:spPr>
          <a:xfrm>
            <a:off x="-1193753" y="5449893"/>
            <a:ext cx="708660" cy="166071"/>
          </a:xfrm>
          <a:prstGeom prst="rect">
            <a:avLst/>
          </a:prstGeom>
          <a:solidFill>
            <a:srgbClr val="8FE0E8"/>
          </a:solidFill>
        </p:spPr>
        <p:txBody>
          <a:bodyPr vert="horz" wrap="square" lIns="0" tIns="62865" rIns="0" bIns="0" rtlCol="0">
            <a:spAutoFit/>
          </a:bodyPr>
          <a:lstStyle/>
          <a:p>
            <a:pPr marL="49530" marR="147955">
              <a:lnSpc>
                <a:spcPts val="750"/>
              </a:lnSpc>
              <a:spcBef>
                <a:spcPts val="495"/>
              </a:spcBef>
            </a:pPr>
            <a:endParaRPr sz="750" dirty="0">
              <a:latin typeface="Carlito"/>
              <a:cs typeface="Carlito"/>
            </a:endParaRPr>
          </a:p>
        </p:txBody>
      </p:sp>
      <p:sp>
        <p:nvSpPr>
          <p:cNvPr id="102" name="object 123">
            <a:extLst>
              <a:ext uri="{FF2B5EF4-FFF2-40B4-BE49-F238E27FC236}">
                <a16:creationId xmlns:a16="http://schemas.microsoft.com/office/drawing/2014/main" id="{2365F5DF-C2C8-5473-453D-892E00B77910}"/>
              </a:ext>
            </a:extLst>
          </p:cNvPr>
          <p:cNvSpPr/>
          <p:nvPr/>
        </p:nvSpPr>
        <p:spPr>
          <a:xfrm>
            <a:off x="3013931" y="2041713"/>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03" name="object 123">
            <a:extLst>
              <a:ext uri="{FF2B5EF4-FFF2-40B4-BE49-F238E27FC236}">
                <a16:creationId xmlns:a16="http://schemas.microsoft.com/office/drawing/2014/main" id="{A1CA16D5-CD5D-EC2E-2DBF-4D627EB8E0AD}"/>
              </a:ext>
            </a:extLst>
          </p:cNvPr>
          <p:cNvSpPr/>
          <p:nvPr/>
        </p:nvSpPr>
        <p:spPr>
          <a:xfrm>
            <a:off x="8418982" y="6859002"/>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08" name="CasellaDiTesto 107">
            <a:extLst>
              <a:ext uri="{FF2B5EF4-FFF2-40B4-BE49-F238E27FC236}">
                <a16:creationId xmlns:a16="http://schemas.microsoft.com/office/drawing/2014/main" id="{2560331B-CB75-BE10-83B5-0651CA101A1D}"/>
              </a:ext>
            </a:extLst>
          </p:cNvPr>
          <p:cNvSpPr txBox="1"/>
          <p:nvPr/>
        </p:nvSpPr>
        <p:spPr>
          <a:xfrm>
            <a:off x="8374133" y="6233199"/>
            <a:ext cx="250390" cy="1261884"/>
          </a:xfrm>
          <a:prstGeom prst="rect">
            <a:avLst/>
          </a:prstGeom>
          <a:noFill/>
        </p:spPr>
        <p:txBody>
          <a:bodyPr wrap="none" rtlCol="0">
            <a:spAutoFit/>
          </a:bodyPr>
          <a:lstStyle/>
          <a:p>
            <a:r>
              <a:rPr lang="it-IT" sz="950" dirty="0">
                <a:solidFill>
                  <a:srgbClr val="997E71"/>
                </a:solidFill>
              </a:rPr>
              <a:t>1</a:t>
            </a:r>
          </a:p>
          <a:p>
            <a:r>
              <a:rPr lang="it-IT" sz="950" dirty="0">
                <a:solidFill>
                  <a:srgbClr val="997E71"/>
                </a:solidFill>
              </a:rPr>
              <a:t>2</a:t>
            </a:r>
          </a:p>
          <a:p>
            <a:r>
              <a:rPr lang="it-IT" sz="950" dirty="0">
                <a:solidFill>
                  <a:srgbClr val="997E71"/>
                </a:solidFill>
              </a:rPr>
              <a:t>3</a:t>
            </a:r>
          </a:p>
          <a:p>
            <a:r>
              <a:rPr lang="it-IT" sz="950" dirty="0">
                <a:solidFill>
                  <a:srgbClr val="997E71"/>
                </a:solidFill>
              </a:rPr>
              <a:t>4</a:t>
            </a:r>
          </a:p>
          <a:p>
            <a:r>
              <a:rPr lang="it-IT" sz="950" dirty="0">
                <a:solidFill>
                  <a:srgbClr val="997E71"/>
                </a:solidFill>
              </a:rPr>
              <a:t>5</a:t>
            </a:r>
            <a:br>
              <a:rPr lang="it-IT" sz="950" dirty="0">
                <a:solidFill>
                  <a:srgbClr val="997E71"/>
                </a:solidFill>
              </a:rPr>
            </a:br>
            <a:r>
              <a:rPr lang="it-IT" sz="950" dirty="0">
                <a:solidFill>
                  <a:srgbClr val="997E71"/>
                </a:solidFill>
              </a:rPr>
              <a:t>6</a:t>
            </a:r>
            <a:br>
              <a:rPr lang="it-IT" sz="950" dirty="0">
                <a:solidFill>
                  <a:srgbClr val="997E71"/>
                </a:solidFill>
              </a:rPr>
            </a:br>
            <a:r>
              <a:rPr lang="it-IT" sz="950" dirty="0">
                <a:solidFill>
                  <a:srgbClr val="997E71"/>
                </a:solidFill>
              </a:rPr>
              <a:t>7</a:t>
            </a:r>
            <a:br>
              <a:rPr lang="it-IT" sz="950" dirty="0">
                <a:solidFill>
                  <a:srgbClr val="997E71"/>
                </a:solidFill>
              </a:rPr>
            </a:br>
            <a:r>
              <a:rPr lang="it-IT" sz="950" dirty="0">
                <a:solidFill>
                  <a:srgbClr val="997E71"/>
                </a:solidFill>
              </a:rPr>
              <a:t>8</a:t>
            </a:r>
          </a:p>
        </p:txBody>
      </p:sp>
      <p:sp>
        <p:nvSpPr>
          <p:cNvPr id="110" name="Arco 109">
            <a:extLst>
              <a:ext uri="{FF2B5EF4-FFF2-40B4-BE49-F238E27FC236}">
                <a16:creationId xmlns:a16="http://schemas.microsoft.com/office/drawing/2014/main" id="{EBB201B5-2F93-D160-6702-81FE34BCC257}"/>
              </a:ext>
            </a:extLst>
          </p:cNvPr>
          <p:cNvSpPr/>
          <p:nvPr/>
        </p:nvSpPr>
        <p:spPr>
          <a:xfrm rot="1989983" flipV="1">
            <a:off x="4446394" y="5872726"/>
            <a:ext cx="1675599" cy="1521504"/>
          </a:xfrm>
          <a:prstGeom prst="arc">
            <a:avLst/>
          </a:prstGeom>
          <a:noFill/>
          <a:ln w="28575">
            <a:solidFill>
              <a:srgbClr val="997E71"/>
            </a:soli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nvGrpSpPr>
          <p:cNvPr id="146" name="Gruppo 145">
            <a:extLst>
              <a:ext uri="{FF2B5EF4-FFF2-40B4-BE49-F238E27FC236}">
                <a16:creationId xmlns:a16="http://schemas.microsoft.com/office/drawing/2014/main" id="{194F3B46-DF9C-A4B2-585B-43FD5A778EC2}"/>
              </a:ext>
            </a:extLst>
          </p:cNvPr>
          <p:cNvGrpSpPr/>
          <p:nvPr/>
        </p:nvGrpSpPr>
        <p:grpSpPr>
          <a:xfrm>
            <a:off x="8931737" y="6308173"/>
            <a:ext cx="153520" cy="98707"/>
            <a:chOff x="6635280" y="5132018"/>
            <a:chExt cx="153520" cy="98707"/>
          </a:xfrm>
        </p:grpSpPr>
        <p:sp>
          <p:nvSpPr>
            <p:cNvPr id="113" name="Rettangolo con angoli arrotondati 112">
              <a:extLst>
                <a:ext uri="{FF2B5EF4-FFF2-40B4-BE49-F238E27FC236}">
                  <a16:creationId xmlns:a16="http://schemas.microsoft.com/office/drawing/2014/main" id="{FE9DE6ED-A553-5446-B49A-16DAB4BC7A7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5" name="Rettangolo con angoli arrotondati 144">
              <a:extLst>
                <a:ext uri="{FF2B5EF4-FFF2-40B4-BE49-F238E27FC236}">
                  <a16:creationId xmlns:a16="http://schemas.microsoft.com/office/drawing/2014/main" id="{5006BA10-2313-3D9B-0653-71D7DD2D2259}"/>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47" name="Gruppo 146">
            <a:extLst>
              <a:ext uri="{FF2B5EF4-FFF2-40B4-BE49-F238E27FC236}">
                <a16:creationId xmlns:a16="http://schemas.microsoft.com/office/drawing/2014/main" id="{8A67E918-274F-EFAF-886B-995782D0366D}"/>
              </a:ext>
            </a:extLst>
          </p:cNvPr>
          <p:cNvGrpSpPr/>
          <p:nvPr/>
        </p:nvGrpSpPr>
        <p:grpSpPr>
          <a:xfrm>
            <a:off x="8931737" y="6450145"/>
            <a:ext cx="153520" cy="98707"/>
            <a:chOff x="6635280" y="5132018"/>
            <a:chExt cx="153520" cy="98707"/>
          </a:xfrm>
        </p:grpSpPr>
        <p:sp>
          <p:nvSpPr>
            <p:cNvPr id="148" name="Rettangolo con angoli arrotondati 147">
              <a:extLst>
                <a:ext uri="{FF2B5EF4-FFF2-40B4-BE49-F238E27FC236}">
                  <a16:creationId xmlns:a16="http://schemas.microsoft.com/office/drawing/2014/main" id="{22FF6D32-CE04-949E-CBF2-DF54A09D31B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9" name="Rettangolo con angoli arrotondati 148">
              <a:extLst>
                <a:ext uri="{FF2B5EF4-FFF2-40B4-BE49-F238E27FC236}">
                  <a16:creationId xmlns:a16="http://schemas.microsoft.com/office/drawing/2014/main" id="{09545140-CB54-E021-A311-35CB87CD17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0" name="Gruppo 149">
            <a:extLst>
              <a:ext uri="{FF2B5EF4-FFF2-40B4-BE49-F238E27FC236}">
                <a16:creationId xmlns:a16="http://schemas.microsoft.com/office/drawing/2014/main" id="{C4C064A7-4112-7CBB-78BC-C48046AD7F22}"/>
              </a:ext>
            </a:extLst>
          </p:cNvPr>
          <p:cNvGrpSpPr/>
          <p:nvPr/>
        </p:nvGrpSpPr>
        <p:grpSpPr>
          <a:xfrm>
            <a:off x="8931737" y="6592117"/>
            <a:ext cx="153520" cy="98707"/>
            <a:chOff x="6635280" y="5132018"/>
            <a:chExt cx="153520" cy="98707"/>
          </a:xfrm>
        </p:grpSpPr>
        <p:sp>
          <p:nvSpPr>
            <p:cNvPr id="151" name="Rettangolo con angoli arrotondati 150">
              <a:extLst>
                <a:ext uri="{FF2B5EF4-FFF2-40B4-BE49-F238E27FC236}">
                  <a16:creationId xmlns:a16="http://schemas.microsoft.com/office/drawing/2014/main" id="{D70DE328-3A3F-AABA-DBFB-2CC2E7BA6FFD}"/>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2" name="Rettangolo con angoli arrotondati 151">
              <a:extLst>
                <a:ext uri="{FF2B5EF4-FFF2-40B4-BE49-F238E27FC236}">
                  <a16:creationId xmlns:a16="http://schemas.microsoft.com/office/drawing/2014/main" id="{B50C2D7A-9E58-5A23-35FD-660265889673}"/>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3" name="Gruppo 152">
            <a:extLst>
              <a:ext uri="{FF2B5EF4-FFF2-40B4-BE49-F238E27FC236}">
                <a16:creationId xmlns:a16="http://schemas.microsoft.com/office/drawing/2014/main" id="{197C7B12-49B1-D242-E079-5148DC213C8C}"/>
              </a:ext>
            </a:extLst>
          </p:cNvPr>
          <p:cNvGrpSpPr/>
          <p:nvPr/>
        </p:nvGrpSpPr>
        <p:grpSpPr>
          <a:xfrm>
            <a:off x="8931737" y="6734089"/>
            <a:ext cx="153520" cy="98707"/>
            <a:chOff x="6635280" y="5132018"/>
            <a:chExt cx="153520" cy="98707"/>
          </a:xfrm>
        </p:grpSpPr>
        <p:sp>
          <p:nvSpPr>
            <p:cNvPr id="154" name="Rettangolo con angoli arrotondati 153">
              <a:extLst>
                <a:ext uri="{FF2B5EF4-FFF2-40B4-BE49-F238E27FC236}">
                  <a16:creationId xmlns:a16="http://schemas.microsoft.com/office/drawing/2014/main" id="{3823CBE8-3319-67FE-10C7-6BFD907F0370}"/>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5" name="Rettangolo con angoli arrotondati 154">
              <a:extLst>
                <a:ext uri="{FF2B5EF4-FFF2-40B4-BE49-F238E27FC236}">
                  <a16:creationId xmlns:a16="http://schemas.microsoft.com/office/drawing/2014/main" id="{EF76334D-C931-C52A-A505-778085F63BB7}"/>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6" name="Gruppo 155">
            <a:extLst>
              <a:ext uri="{FF2B5EF4-FFF2-40B4-BE49-F238E27FC236}">
                <a16:creationId xmlns:a16="http://schemas.microsoft.com/office/drawing/2014/main" id="{137A10B2-2B9E-7A9F-F53F-6E7B5CDF03C7}"/>
              </a:ext>
            </a:extLst>
          </p:cNvPr>
          <p:cNvGrpSpPr/>
          <p:nvPr/>
        </p:nvGrpSpPr>
        <p:grpSpPr>
          <a:xfrm>
            <a:off x="8931737" y="6876061"/>
            <a:ext cx="153520" cy="98707"/>
            <a:chOff x="6635280" y="5132018"/>
            <a:chExt cx="153520" cy="98707"/>
          </a:xfrm>
        </p:grpSpPr>
        <p:sp>
          <p:nvSpPr>
            <p:cNvPr id="157" name="Rettangolo con angoli arrotondati 156">
              <a:extLst>
                <a:ext uri="{FF2B5EF4-FFF2-40B4-BE49-F238E27FC236}">
                  <a16:creationId xmlns:a16="http://schemas.microsoft.com/office/drawing/2014/main" id="{44F8A67E-BE90-6E22-0BFD-0415F6AF16E2}"/>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8" name="Rettangolo con angoli arrotondati 157">
              <a:extLst>
                <a:ext uri="{FF2B5EF4-FFF2-40B4-BE49-F238E27FC236}">
                  <a16:creationId xmlns:a16="http://schemas.microsoft.com/office/drawing/2014/main" id="{BCD4B5BE-7C17-5485-250F-BD738C062DED}"/>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9" name="Gruppo 158">
            <a:extLst>
              <a:ext uri="{FF2B5EF4-FFF2-40B4-BE49-F238E27FC236}">
                <a16:creationId xmlns:a16="http://schemas.microsoft.com/office/drawing/2014/main" id="{2654C971-2788-A20A-EC84-9C8A4B78A9F2}"/>
              </a:ext>
            </a:extLst>
          </p:cNvPr>
          <p:cNvGrpSpPr/>
          <p:nvPr/>
        </p:nvGrpSpPr>
        <p:grpSpPr>
          <a:xfrm>
            <a:off x="8931737" y="7018033"/>
            <a:ext cx="153520" cy="98707"/>
            <a:chOff x="6635280" y="5132018"/>
            <a:chExt cx="153520" cy="98707"/>
          </a:xfrm>
        </p:grpSpPr>
        <p:sp>
          <p:nvSpPr>
            <p:cNvPr id="160" name="Rettangolo con angoli arrotondati 159">
              <a:extLst>
                <a:ext uri="{FF2B5EF4-FFF2-40B4-BE49-F238E27FC236}">
                  <a16:creationId xmlns:a16="http://schemas.microsoft.com/office/drawing/2014/main" id="{456A544C-D9A5-67D0-AC75-6035687EF83F}"/>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1" name="Rettangolo con angoli arrotondati 160">
              <a:extLst>
                <a:ext uri="{FF2B5EF4-FFF2-40B4-BE49-F238E27FC236}">
                  <a16:creationId xmlns:a16="http://schemas.microsoft.com/office/drawing/2014/main" id="{9F7F4BFB-78B9-2C0E-9AAB-F2ECA6ECF344}"/>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2" name="Gruppo 161">
            <a:extLst>
              <a:ext uri="{FF2B5EF4-FFF2-40B4-BE49-F238E27FC236}">
                <a16:creationId xmlns:a16="http://schemas.microsoft.com/office/drawing/2014/main" id="{A2F8A304-11EE-39A7-F672-D52D5F2372D0}"/>
              </a:ext>
            </a:extLst>
          </p:cNvPr>
          <p:cNvGrpSpPr/>
          <p:nvPr/>
        </p:nvGrpSpPr>
        <p:grpSpPr>
          <a:xfrm>
            <a:off x="8931737" y="7160005"/>
            <a:ext cx="153520" cy="98707"/>
            <a:chOff x="6635280" y="5132018"/>
            <a:chExt cx="153520" cy="98707"/>
          </a:xfrm>
        </p:grpSpPr>
        <p:sp>
          <p:nvSpPr>
            <p:cNvPr id="163" name="Rettangolo con angoli arrotondati 162">
              <a:extLst>
                <a:ext uri="{FF2B5EF4-FFF2-40B4-BE49-F238E27FC236}">
                  <a16:creationId xmlns:a16="http://schemas.microsoft.com/office/drawing/2014/main" id="{60319705-B00D-3DB3-3210-E3CFC3D229B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4" name="Rettangolo con angoli arrotondati 163">
              <a:extLst>
                <a:ext uri="{FF2B5EF4-FFF2-40B4-BE49-F238E27FC236}">
                  <a16:creationId xmlns:a16="http://schemas.microsoft.com/office/drawing/2014/main" id="{6F3B5F23-4D94-C023-7CF0-CDF7FA2D66EC}"/>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8" name="Gruppo 167">
            <a:extLst>
              <a:ext uri="{FF2B5EF4-FFF2-40B4-BE49-F238E27FC236}">
                <a16:creationId xmlns:a16="http://schemas.microsoft.com/office/drawing/2014/main" id="{4DD656D2-E444-7452-E955-A2E653E9F1A9}"/>
              </a:ext>
            </a:extLst>
          </p:cNvPr>
          <p:cNvGrpSpPr/>
          <p:nvPr/>
        </p:nvGrpSpPr>
        <p:grpSpPr>
          <a:xfrm>
            <a:off x="9114129" y="6308173"/>
            <a:ext cx="153520" cy="98707"/>
            <a:chOff x="6635280" y="5132018"/>
            <a:chExt cx="153520" cy="98707"/>
          </a:xfrm>
        </p:grpSpPr>
        <p:sp>
          <p:nvSpPr>
            <p:cNvPr id="169" name="Rettangolo con angoli arrotondati 168">
              <a:extLst>
                <a:ext uri="{FF2B5EF4-FFF2-40B4-BE49-F238E27FC236}">
                  <a16:creationId xmlns:a16="http://schemas.microsoft.com/office/drawing/2014/main" id="{1EA12D9D-C5C2-62C7-12F7-D9A127435027}"/>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0" name="Rettangolo con angoli arrotondati 169">
              <a:extLst>
                <a:ext uri="{FF2B5EF4-FFF2-40B4-BE49-F238E27FC236}">
                  <a16:creationId xmlns:a16="http://schemas.microsoft.com/office/drawing/2014/main" id="{2A3E34A1-BE79-B777-C249-F3B2BCDEB96A}"/>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1" name="Gruppo 170">
            <a:extLst>
              <a:ext uri="{FF2B5EF4-FFF2-40B4-BE49-F238E27FC236}">
                <a16:creationId xmlns:a16="http://schemas.microsoft.com/office/drawing/2014/main" id="{50366B34-70B8-8594-A1E8-285C63A0E23B}"/>
              </a:ext>
            </a:extLst>
          </p:cNvPr>
          <p:cNvGrpSpPr/>
          <p:nvPr/>
        </p:nvGrpSpPr>
        <p:grpSpPr>
          <a:xfrm>
            <a:off x="9114129" y="6450145"/>
            <a:ext cx="153520" cy="98707"/>
            <a:chOff x="6635280" y="5132018"/>
            <a:chExt cx="153520" cy="98707"/>
          </a:xfrm>
        </p:grpSpPr>
        <p:sp>
          <p:nvSpPr>
            <p:cNvPr id="172" name="Rettangolo con angoli arrotondati 171">
              <a:extLst>
                <a:ext uri="{FF2B5EF4-FFF2-40B4-BE49-F238E27FC236}">
                  <a16:creationId xmlns:a16="http://schemas.microsoft.com/office/drawing/2014/main" id="{07C9BFEC-5DE3-329E-D6A5-0D43CFAC3D6A}"/>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3" name="Rettangolo con angoli arrotondati 172">
              <a:extLst>
                <a:ext uri="{FF2B5EF4-FFF2-40B4-BE49-F238E27FC236}">
                  <a16:creationId xmlns:a16="http://schemas.microsoft.com/office/drawing/2014/main" id="{F660EA41-5BB5-00AB-F602-00A5A7023CF2}"/>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4" name="Gruppo 173">
            <a:extLst>
              <a:ext uri="{FF2B5EF4-FFF2-40B4-BE49-F238E27FC236}">
                <a16:creationId xmlns:a16="http://schemas.microsoft.com/office/drawing/2014/main" id="{520D97A1-AF8E-AC9F-B8A3-5BC81F25F055}"/>
              </a:ext>
            </a:extLst>
          </p:cNvPr>
          <p:cNvGrpSpPr/>
          <p:nvPr/>
        </p:nvGrpSpPr>
        <p:grpSpPr>
          <a:xfrm>
            <a:off x="9114129" y="6592117"/>
            <a:ext cx="153520" cy="98707"/>
            <a:chOff x="6635280" y="5132018"/>
            <a:chExt cx="153520" cy="98707"/>
          </a:xfrm>
        </p:grpSpPr>
        <p:sp>
          <p:nvSpPr>
            <p:cNvPr id="175" name="Rettangolo con angoli arrotondati 174">
              <a:extLst>
                <a:ext uri="{FF2B5EF4-FFF2-40B4-BE49-F238E27FC236}">
                  <a16:creationId xmlns:a16="http://schemas.microsoft.com/office/drawing/2014/main" id="{B6449A9C-C4E7-46B8-EE2B-8343EC32CA0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6" name="Rettangolo con angoli arrotondati 175">
              <a:extLst>
                <a:ext uri="{FF2B5EF4-FFF2-40B4-BE49-F238E27FC236}">
                  <a16:creationId xmlns:a16="http://schemas.microsoft.com/office/drawing/2014/main" id="{61726305-33DF-9CF8-88DE-76E7E5D0C0D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7" name="Gruppo 176">
            <a:extLst>
              <a:ext uri="{FF2B5EF4-FFF2-40B4-BE49-F238E27FC236}">
                <a16:creationId xmlns:a16="http://schemas.microsoft.com/office/drawing/2014/main" id="{D68D7F03-A067-E49B-7996-02D7BCC455B5}"/>
              </a:ext>
            </a:extLst>
          </p:cNvPr>
          <p:cNvGrpSpPr/>
          <p:nvPr/>
        </p:nvGrpSpPr>
        <p:grpSpPr>
          <a:xfrm>
            <a:off x="9114129" y="6734089"/>
            <a:ext cx="153520" cy="98707"/>
            <a:chOff x="6635280" y="5132018"/>
            <a:chExt cx="153520" cy="98707"/>
          </a:xfrm>
        </p:grpSpPr>
        <p:sp>
          <p:nvSpPr>
            <p:cNvPr id="178" name="Rettangolo con angoli arrotondati 177">
              <a:extLst>
                <a:ext uri="{FF2B5EF4-FFF2-40B4-BE49-F238E27FC236}">
                  <a16:creationId xmlns:a16="http://schemas.microsoft.com/office/drawing/2014/main" id="{F93BDE60-FC62-648F-79FD-3C53BE7F4CF5}"/>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9" name="Rettangolo con angoli arrotondati 178">
              <a:extLst>
                <a:ext uri="{FF2B5EF4-FFF2-40B4-BE49-F238E27FC236}">
                  <a16:creationId xmlns:a16="http://schemas.microsoft.com/office/drawing/2014/main" id="{1B77ED52-1863-6ACA-E402-5E63F136E4A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0" name="Gruppo 179">
            <a:extLst>
              <a:ext uri="{FF2B5EF4-FFF2-40B4-BE49-F238E27FC236}">
                <a16:creationId xmlns:a16="http://schemas.microsoft.com/office/drawing/2014/main" id="{CE5D3FC5-D864-D7D7-34A9-45871D23C82A}"/>
              </a:ext>
            </a:extLst>
          </p:cNvPr>
          <p:cNvGrpSpPr/>
          <p:nvPr/>
        </p:nvGrpSpPr>
        <p:grpSpPr>
          <a:xfrm>
            <a:off x="9114129" y="6876061"/>
            <a:ext cx="153520" cy="98707"/>
            <a:chOff x="6635280" y="5132018"/>
            <a:chExt cx="153520" cy="98707"/>
          </a:xfrm>
        </p:grpSpPr>
        <p:sp>
          <p:nvSpPr>
            <p:cNvPr id="181" name="Rettangolo con angoli arrotondati 180">
              <a:extLst>
                <a:ext uri="{FF2B5EF4-FFF2-40B4-BE49-F238E27FC236}">
                  <a16:creationId xmlns:a16="http://schemas.microsoft.com/office/drawing/2014/main" id="{67D67D2A-4513-62C3-EF45-C12F69506978}"/>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2" name="Rettangolo con angoli arrotondati 181">
              <a:extLst>
                <a:ext uri="{FF2B5EF4-FFF2-40B4-BE49-F238E27FC236}">
                  <a16:creationId xmlns:a16="http://schemas.microsoft.com/office/drawing/2014/main" id="{F51B8297-ACC0-3041-F285-7D0EF7B17400}"/>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3" name="Gruppo 182">
            <a:extLst>
              <a:ext uri="{FF2B5EF4-FFF2-40B4-BE49-F238E27FC236}">
                <a16:creationId xmlns:a16="http://schemas.microsoft.com/office/drawing/2014/main" id="{3674CBE5-A9A9-3D71-F1BF-24B76566F376}"/>
              </a:ext>
            </a:extLst>
          </p:cNvPr>
          <p:cNvGrpSpPr/>
          <p:nvPr/>
        </p:nvGrpSpPr>
        <p:grpSpPr>
          <a:xfrm>
            <a:off x="9114129" y="7018033"/>
            <a:ext cx="153520" cy="98707"/>
            <a:chOff x="6635280" y="5132018"/>
            <a:chExt cx="153520" cy="98707"/>
          </a:xfrm>
        </p:grpSpPr>
        <p:sp>
          <p:nvSpPr>
            <p:cNvPr id="184" name="Rettangolo con angoli arrotondati 183">
              <a:extLst>
                <a:ext uri="{FF2B5EF4-FFF2-40B4-BE49-F238E27FC236}">
                  <a16:creationId xmlns:a16="http://schemas.microsoft.com/office/drawing/2014/main" id="{BA5E0163-E34E-40F5-D7CD-680C48C92B9C}"/>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5" name="Rettangolo con angoli arrotondati 184">
              <a:extLst>
                <a:ext uri="{FF2B5EF4-FFF2-40B4-BE49-F238E27FC236}">
                  <a16:creationId xmlns:a16="http://schemas.microsoft.com/office/drawing/2014/main" id="{28812AD3-C922-54B5-5467-7ADBDABD4E4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6" name="Gruppo 185">
            <a:extLst>
              <a:ext uri="{FF2B5EF4-FFF2-40B4-BE49-F238E27FC236}">
                <a16:creationId xmlns:a16="http://schemas.microsoft.com/office/drawing/2014/main" id="{048B4945-5E79-E334-F3C0-F34619E6D840}"/>
              </a:ext>
            </a:extLst>
          </p:cNvPr>
          <p:cNvGrpSpPr/>
          <p:nvPr/>
        </p:nvGrpSpPr>
        <p:grpSpPr>
          <a:xfrm>
            <a:off x="9114129" y="7160005"/>
            <a:ext cx="153520" cy="98707"/>
            <a:chOff x="6635280" y="5132018"/>
            <a:chExt cx="153520" cy="98707"/>
          </a:xfrm>
        </p:grpSpPr>
        <p:sp>
          <p:nvSpPr>
            <p:cNvPr id="187" name="Rettangolo con angoli arrotondati 186">
              <a:extLst>
                <a:ext uri="{FF2B5EF4-FFF2-40B4-BE49-F238E27FC236}">
                  <a16:creationId xmlns:a16="http://schemas.microsoft.com/office/drawing/2014/main" id="{857DC28E-D8F1-A6CF-0814-1BF8F309BF6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8" name="Rettangolo con angoli arrotondati 187">
              <a:extLst>
                <a:ext uri="{FF2B5EF4-FFF2-40B4-BE49-F238E27FC236}">
                  <a16:creationId xmlns:a16="http://schemas.microsoft.com/office/drawing/2014/main" id="{AAD3E453-D328-D62F-EE22-C1A9417898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sp>
        <p:nvSpPr>
          <p:cNvPr id="194" name="CasellaDiTesto 193">
            <a:extLst>
              <a:ext uri="{FF2B5EF4-FFF2-40B4-BE49-F238E27FC236}">
                <a16:creationId xmlns:a16="http://schemas.microsoft.com/office/drawing/2014/main" id="{6A090AF4-3678-07EE-DEC2-43C2D2F8188B}"/>
              </a:ext>
            </a:extLst>
          </p:cNvPr>
          <p:cNvSpPr txBox="1"/>
          <p:nvPr/>
        </p:nvSpPr>
        <p:spPr>
          <a:xfrm>
            <a:off x="8603889" y="6120585"/>
            <a:ext cx="373500" cy="138499"/>
          </a:xfrm>
          <a:prstGeom prst="rect">
            <a:avLst/>
          </a:prstGeom>
          <a:noFill/>
          <a:ln>
            <a:noFill/>
          </a:ln>
        </p:spPr>
        <p:txBody>
          <a:bodyPr wrap="none" lIns="0" tIns="0" rIns="0" bIns="0" rtlCol="0">
            <a:spAutoFit/>
          </a:bodyPr>
          <a:lstStyle/>
          <a:p>
            <a:r>
              <a:rPr lang="it-IT" sz="900" dirty="0">
                <a:solidFill>
                  <a:srgbClr val="997E71"/>
                </a:solidFill>
              </a:rPr>
              <a:t>CACHE</a:t>
            </a:r>
            <a:endParaRPr lang="it-IT" sz="1100" dirty="0">
              <a:solidFill>
                <a:srgbClr val="997E71"/>
              </a:solidFill>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19" name="CasellaDiTesto 218">
            <a:extLst>
              <a:ext uri="{FF2B5EF4-FFF2-40B4-BE49-F238E27FC236}">
                <a16:creationId xmlns:a16="http://schemas.microsoft.com/office/drawing/2014/main" id="{B1FA98F6-C492-120B-F243-194C2B951127}"/>
              </a:ext>
            </a:extLst>
          </p:cNvPr>
          <p:cNvSpPr txBox="1"/>
          <p:nvPr/>
        </p:nvSpPr>
        <p:spPr>
          <a:xfrm>
            <a:off x="-2278131" y="7376918"/>
            <a:ext cx="2281788" cy="276999"/>
          </a:xfrm>
          <a:prstGeom prst="rect">
            <a:avLst/>
          </a:prstGeom>
          <a:noFill/>
        </p:spPr>
        <p:txBody>
          <a:bodyPr wrap="square">
            <a:spAutoFit/>
          </a:bodyPr>
          <a:lstStyle/>
          <a:p>
            <a:pPr marL="171450" indent="-171450">
              <a:buFont typeface="Arial" panose="020B0604020202020204" pitchFamily="34" charset="0"/>
              <a:buChar char="•"/>
            </a:pPr>
            <a:r>
              <a:rPr lang="it-IT" sz="1200" b="0" dirty="0">
                <a:solidFill>
                  <a:srgbClr val="997E71"/>
                </a:solidFill>
              </a:rPr>
              <a:t> </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4427778" y="7166700"/>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4971451" y="7763853"/>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5164210" y="8199606"/>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5952959" y="8210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5164210" y="791572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5964659" y="7914216"/>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5824341" y="7948171"/>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5006917" y="7958464"/>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5006569" y="8239317"/>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5801515" y="8254310"/>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97" name="Rettangolo 96">
            <a:extLst>
              <a:ext uri="{FF2B5EF4-FFF2-40B4-BE49-F238E27FC236}">
                <a16:creationId xmlns:a16="http://schemas.microsoft.com/office/drawing/2014/main" id="{1AF46F6D-A4FB-4AF2-2265-5272A2E72F2D}"/>
              </a:ext>
            </a:extLst>
          </p:cNvPr>
          <p:cNvSpPr/>
          <p:nvPr/>
        </p:nvSpPr>
        <p:spPr>
          <a:xfrm>
            <a:off x="2372301" y="6550639"/>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5" name="Rettangolo con angoli arrotondati 104">
            <a:extLst>
              <a:ext uri="{FF2B5EF4-FFF2-40B4-BE49-F238E27FC236}">
                <a16:creationId xmlns:a16="http://schemas.microsoft.com/office/drawing/2014/main" id="{B5C6DE62-3B3A-EB3B-F83B-4929F5D79580}"/>
              </a:ext>
            </a:extLst>
          </p:cNvPr>
          <p:cNvSpPr/>
          <p:nvPr/>
        </p:nvSpPr>
        <p:spPr>
          <a:xfrm>
            <a:off x="3106578" y="6540849"/>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190" name="Rettangolo con angoli arrotondati 189">
            <a:extLst>
              <a:ext uri="{FF2B5EF4-FFF2-40B4-BE49-F238E27FC236}">
                <a16:creationId xmlns:a16="http://schemas.microsoft.com/office/drawing/2014/main" id="{566E8DA5-70D4-D099-A165-A8D1FF6F6E20}"/>
              </a:ext>
            </a:extLst>
          </p:cNvPr>
          <p:cNvSpPr/>
          <p:nvPr/>
        </p:nvSpPr>
        <p:spPr>
          <a:xfrm>
            <a:off x="4090543" y="7125616"/>
            <a:ext cx="233848" cy="75664"/>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95" name="object 123">
            <a:extLst>
              <a:ext uri="{FF2B5EF4-FFF2-40B4-BE49-F238E27FC236}">
                <a16:creationId xmlns:a16="http://schemas.microsoft.com/office/drawing/2014/main" id="{302B45CB-BA80-CF69-0AE5-0F50680A3E88}"/>
              </a:ext>
            </a:extLst>
          </p:cNvPr>
          <p:cNvSpPr/>
          <p:nvPr/>
        </p:nvSpPr>
        <p:spPr>
          <a:xfrm>
            <a:off x="3298809" y="7079093"/>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15" name="Rettangolo 214">
            <a:extLst>
              <a:ext uri="{FF2B5EF4-FFF2-40B4-BE49-F238E27FC236}">
                <a16:creationId xmlns:a16="http://schemas.microsoft.com/office/drawing/2014/main" id="{8D3A1239-96CD-BE30-0790-529E53591206}"/>
              </a:ext>
            </a:extLst>
          </p:cNvPr>
          <p:cNvSpPr/>
          <p:nvPr/>
        </p:nvSpPr>
        <p:spPr>
          <a:xfrm>
            <a:off x="2369623" y="6553253"/>
            <a:ext cx="8138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6" name="Rettangolo 215">
            <a:extLst>
              <a:ext uri="{FF2B5EF4-FFF2-40B4-BE49-F238E27FC236}">
                <a16:creationId xmlns:a16="http://schemas.microsoft.com/office/drawing/2014/main" id="{AB37B38A-5EDF-93B8-3FB8-2AAAD17D4E00}"/>
              </a:ext>
            </a:extLst>
          </p:cNvPr>
          <p:cNvSpPr/>
          <p:nvPr/>
        </p:nvSpPr>
        <p:spPr>
          <a:xfrm>
            <a:off x="2399059" y="6572697"/>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7" name="Rettangolo 216">
            <a:extLst>
              <a:ext uri="{FF2B5EF4-FFF2-40B4-BE49-F238E27FC236}">
                <a16:creationId xmlns:a16="http://schemas.microsoft.com/office/drawing/2014/main" id="{998AFC47-0765-FF6B-57B3-0731C4DD4FA2}"/>
              </a:ext>
            </a:extLst>
          </p:cNvPr>
          <p:cNvSpPr/>
          <p:nvPr/>
        </p:nvSpPr>
        <p:spPr>
          <a:xfrm>
            <a:off x="2555233" y="6572697"/>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6" name="CasellaDiTesto 225">
            <a:extLst>
              <a:ext uri="{FF2B5EF4-FFF2-40B4-BE49-F238E27FC236}">
                <a16:creationId xmlns:a16="http://schemas.microsoft.com/office/drawing/2014/main" id="{7DAA4770-3E58-161D-84DE-0129F2670CA5}"/>
              </a:ext>
            </a:extLst>
          </p:cNvPr>
          <p:cNvSpPr txBox="1"/>
          <p:nvPr/>
        </p:nvSpPr>
        <p:spPr>
          <a:xfrm>
            <a:off x="406743" y="7601996"/>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cxnSp>
        <p:nvCxnSpPr>
          <p:cNvPr id="246" name="Connettore diritto 245">
            <a:extLst>
              <a:ext uri="{FF2B5EF4-FFF2-40B4-BE49-F238E27FC236}">
                <a16:creationId xmlns:a16="http://schemas.microsoft.com/office/drawing/2014/main" id="{3DA49A64-F575-5473-A048-062881358931}"/>
              </a:ext>
            </a:extLst>
          </p:cNvPr>
          <p:cNvCxnSpPr>
            <a:cxnSpLocks/>
          </p:cNvCxnSpPr>
          <p:nvPr/>
        </p:nvCxnSpPr>
        <p:spPr>
          <a:xfrm>
            <a:off x="3143940" y="6808821"/>
            <a:ext cx="32831" cy="2992478"/>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cxnSp>
        <p:nvCxnSpPr>
          <p:cNvPr id="252" name="Connettore diritto 251">
            <a:extLst>
              <a:ext uri="{FF2B5EF4-FFF2-40B4-BE49-F238E27FC236}">
                <a16:creationId xmlns:a16="http://schemas.microsoft.com/office/drawing/2014/main" id="{58FA8CFA-7B1F-8C75-886C-21C4FFD67FCF}"/>
              </a:ext>
            </a:extLst>
          </p:cNvPr>
          <p:cNvCxnSpPr>
            <a:cxnSpLocks/>
          </p:cNvCxnSpPr>
          <p:nvPr/>
        </p:nvCxnSpPr>
        <p:spPr>
          <a:xfrm flipH="1">
            <a:off x="3145294" y="7193655"/>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cxnSp>
        <p:nvCxnSpPr>
          <p:cNvPr id="255" name="Connettore diritto 254">
            <a:extLst>
              <a:ext uri="{FF2B5EF4-FFF2-40B4-BE49-F238E27FC236}">
                <a16:creationId xmlns:a16="http://schemas.microsoft.com/office/drawing/2014/main" id="{0C32E8E1-1641-C68A-4CCA-9F6B76E8B4CB}"/>
              </a:ext>
            </a:extLst>
          </p:cNvPr>
          <p:cNvCxnSpPr>
            <a:cxnSpLocks/>
          </p:cNvCxnSpPr>
          <p:nvPr/>
        </p:nvCxnSpPr>
        <p:spPr>
          <a:xfrm flipH="1">
            <a:off x="3145294" y="7454304"/>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cxnSp>
        <p:nvCxnSpPr>
          <p:cNvPr id="256" name="Connettore diritto 255">
            <a:extLst>
              <a:ext uri="{FF2B5EF4-FFF2-40B4-BE49-F238E27FC236}">
                <a16:creationId xmlns:a16="http://schemas.microsoft.com/office/drawing/2014/main" id="{F6D56B6B-8ECD-D6A7-F521-B3E8DF67E0EF}"/>
              </a:ext>
            </a:extLst>
          </p:cNvPr>
          <p:cNvCxnSpPr>
            <a:cxnSpLocks/>
          </p:cNvCxnSpPr>
          <p:nvPr/>
        </p:nvCxnSpPr>
        <p:spPr>
          <a:xfrm flipH="1">
            <a:off x="3145294" y="7714953"/>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cxnSp>
        <p:nvCxnSpPr>
          <p:cNvPr id="257" name="Connettore diritto 256">
            <a:extLst>
              <a:ext uri="{FF2B5EF4-FFF2-40B4-BE49-F238E27FC236}">
                <a16:creationId xmlns:a16="http://schemas.microsoft.com/office/drawing/2014/main" id="{CC90D595-8DA8-B34C-C85C-019BC547FB68}"/>
              </a:ext>
            </a:extLst>
          </p:cNvPr>
          <p:cNvCxnSpPr>
            <a:cxnSpLocks/>
          </p:cNvCxnSpPr>
          <p:nvPr/>
        </p:nvCxnSpPr>
        <p:spPr>
          <a:xfrm flipH="1">
            <a:off x="3145294" y="7975602"/>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sp>
        <p:nvSpPr>
          <p:cNvPr id="261" name="CasellaDiTesto 260">
            <a:extLst>
              <a:ext uri="{FF2B5EF4-FFF2-40B4-BE49-F238E27FC236}">
                <a16:creationId xmlns:a16="http://schemas.microsoft.com/office/drawing/2014/main" id="{268D6058-BAF3-A62B-2966-8392E6D23D70}"/>
              </a:ext>
            </a:extLst>
          </p:cNvPr>
          <p:cNvSpPr txBox="1"/>
          <p:nvPr/>
        </p:nvSpPr>
        <p:spPr>
          <a:xfrm>
            <a:off x="112135" y="5680577"/>
            <a:ext cx="3992089" cy="369332"/>
          </a:xfrm>
          <a:prstGeom prst="rect">
            <a:avLst/>
          </a:prstGeom>
          <a:noFill/>
        </p:spPr>
        <p:txBody>
          <a:bodyPr wrap="square">
            <a:spAutoFit/>
          </a:bodyPr>
          <a:lstStyle/>
          <a:p>
            <a:pPr algn="ctr"/>
            <a:r>
              <a:rPr lang="it-IT" sz="1800" b="1" dirty="0">
                <a:solidFill>
                  <a:srgbClr val="997E71"/>
                </a:solidFill>
              </a:rPr>
              <a:t>CAMPO DI INDIRIZZO ETICHETTA </a:t>
            </a:r>
            <a:endParaRPr lang="it-IT" b="1" dirty="0"/>
          </a:p>
        </p:txBody>
      </p:sp>
      <p:sp>
        <p:nvSpPr>
          <p:cNvPr id="275" name="Rettangolo 274">
            <a:extLst>
              <a:ext uri="{FF2B5EF4-FFF2-40B4-BE49-F238E27FC236}">
                <a16:creationId xmlns:a16="http://schemas.microsoft.com/office/drawing/2014/main" id="{7C7F9B80-8374-E7FF-531F-1FA992377A4C}"/>
              </a:ext>
            </a:extLst>
          </p:cNvPr>
          <p:cNvSpPr/>
          <p:nvPr/>
        </p:nvSpPr>
        <p:spPr>
          <a:xfrm>
            <a:off x="5208293" y="6732061"/>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6" name="Rettangolo 275">
            <a:extLst>
              <a:ext uri="{FF2B5EF4-FFF2-40B4-BE49-F238E27FC236}">
                <a16:creationId xmlns:a16="http://schemas.microsoft.com/office/drawing/2014/main" id="{64E7ACBA-ECC1-85AE-D4EE-1F058B544931}"/>
              </a:ext>
            </a:extLst>
          </p:cNvPr>
          <p:cNvSpPr/>
          <p:nvPr/>
        </p:nvSpPr>
        <p:spPr>
          <a:xfrm>
            <a:off x="6276479" y="6732061"/>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7" name="Rettangolo 276">
            <a:extLst>
              <a:ext uri="{FF2B5EF4-FFF2-40B4-BE49-F238E27FC236}">
                <a16:creationId xmlns:a16="http://schemas.microsoft.com/office/drawing/2014/main" id="{EF487072-EC79-75EC-FB88-25089CA690EC}"/>
              </a:ext>
            </a:extLst>
          </p:cNvPr>
          <p:cNvSpPr/>
          <p:nvPr/>
        </p:nvSpPr>
        <p:spPr>
          <a:xfrm>
            <a:off x="6305914" y="6751505"/>
            <a:ext cx="128618" cy="205409"/>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8" name="Rettangolo 277">
            <a:extLst>
              <a:ext uri="{FF2B5EF4-FFF2-40B4-BE49-F238E27FC236}">
                <a16:creationId xmlns:a16="http://schemas.microsoft.com/office/drawing/2014/main" id="{5525D853-E3F0-E784-B36C-5BEFFF7479E4}"/>
              </a:ext>
            </a:extLst>
          </p:cNvPr>
          <p:cNvSpPr/>
          <p:nvPr/>
        </p:nvSpPr>
        <p:spPr>
          <a:xfrm>
            <a:off x="6462088" y="6751505"/>
            <a:ext cx="128618" cy="205409"/>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9" name="Rettangolo con angoli arrotondati 278">
            <a:extLst>
              <a:ext uri="{FF2B5EF4-FFF2-40B4-BE49-F238E27FC236}">
                <a16:creationId xmlns:a16="http://schemas.microsoft.com/office/drawing/2014/main" id="{DFB9AB4A-32E0-D150-C378-EEBBC54B33C2}"/>
              </a:ext>
            </a:extLst>
          </p:cNvPr>
          <p:cNvSpPr/>
          <p:nvPr/>
        </p:nvSpPr>
        <p:spPr>
          <a:xfrm>
            <a:off x="5517165" y="6740710"/>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280" name="CasellaDiTesto 279">
            <a:extLst>
              <a:ext uri="{FF2B5EF4-FFF2-40B4-BE49-F238E27FC236}">
                <a16:creationId xmlns:a16="http://schemas.microsoft.com/office/drawing/2014/main" id="{0FD2F88F-1E89-BF3D-1466-1FD1818B0B7C}"/>
              </a:ext>
            </a:extLst>
          </p:cNvPr>
          <p:cNvSpPr txBox="1"/>
          <p:nvPr/>
        </p:nvSpPr>
        <p:spPr>
          <a:xfrm>
            <a:off x="4710649" y="5633574"/>
            <a:ext cx="2399081" cy="338554"/>
          </a:xfrm>
          <a:prstGeom prst="rect">
            <a:avLst/>
          </a:prstGeom>
          <a:noFill/>
        </p:spPr>
        <p:txBody>
          <a:bodyPr wrap="square">
            <a:spAutoFit/>
          </a:bodyPr>
          <a:lstStyle/>
          <a:p>
            <a:r>
              <a:rPr lang="it-IT" sz="1600" b="1" dirty="0">
                <a:solidFill>
                  <a:srgbClr val="997E71"/>
                </a:solidFill>
              </a:rPr>
              <a:t>CAMPO SPIAZZAMENTO </a:t>
            </a:r>
            <a:endParaRPr lang="it-IT" sz="1600" b="1" dirty="0"/>
          </a:p>
        </p:txBody>
      </p:sp>
      <p:sp>
        <p:nvSpPr>
          <p:cNvPr id="281" name="Rettangolo con angoli arrotondati 280">
            <a:extLst>
              <a:ext uri="{FF2B5EF4-FFF2-40B4-BE49-F238E27FC236}">
                <a16:creationId xmlns:a16="http://schemas.microsoft.com/office/drawing/2014/main" id="{835BCAE4-628B-BE16-6960-DFF3B25BD603}"/>
              </a:ext>
            </a:extLst>
          </p:cNvPr>
          <p:cNvSpPr/>
          <p:nvPr/>
        </p:nvSpPr>
        <p:spPr>
          <a:xfrm>
            <a:off x="4373265" y="7121320"/>
            <a:ext cx="233848" cy="78917"/>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2" name="Rettangolo con angoli arrotondati 281">
            <a:extLst>
              <a:ext uri="{FF2B5EF4-FFF2-40B4-BE49-F238E27FC236}">
                <a16:creationId xmlns:a16="http://schemas.microsoft.com/office/drawing/2014/main" id="{74DEDC05-EBA9-6304-0AC9-5AB8CEF1059B}"/>
              </a:ext>
            </a:extLst>
          </p:cNvPr>
          <p:cNvSpPr/>
          <p:nvPr/>
        </p:nvSpPr>
        <p:spPr>
          <a:xfrm>
            <a:off x="4090543" y="7221869"/>
            <a:ext cx="233848" cy="75664"/>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3" name="Rettangolo con angoli arrotondati 282">
            <a:extLst>
              <a:ext uri="{FF2B5EF4-FFF2-40B4-BE49-F238E27FC236}">
                <a16:creationId xmlns:a16="http://schemas.microsoft.com/office/drawing/2014/main" id="{CD3ACD72-D915-C0DD-D66E-24E7C9C6366E}"/>
              </a:ext>
            </a:extLst>
          </p:cNvPr>
          <p:cNvSpPr/>
          <p:nvPr/>
        </p:nvSpPr>
        <p:spPr>
          <a:xfrm>
            <a:off x="4373265" y="7217573"/>
            <a:ext cx="233848" cy="78917"/>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7" name="Rettangolo 286">
            <a:extLst>
              <a:ext uri="{FF2B5EF4-FFF2-40B4-BE49-F238E27FC236}">
                <a16:creationId xmlns:a16="http://schemas.microsoft.com/office/drawing/2014/main" id="{F5BC1EF8-44EC-C7D5-F95A-CA367B472C79}"/>
              </a:ext>
            </a:extLst>
          </p:cNvPr>
          <p:cNvSpPr/>
          <p:nvPr/>
        </p:nvSpPr>
        <p:spPr>
          <a:xfrm>
            <a:off x="319599" y="10288349"/>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5</a:t>
            </a:r>
          </a:p>
        </p:txBody>
      </p:sp>
      <p:sp>
        <p:nvSpPr>
          <p:cNvPr id="288" name="Rettangolo 287">
            <a:extLst>
              <a:ext uri="{FF2B5EF4-FFF2-40B4-BE49-F238E27FC236}">
                <a16:creationId xmlns:a16="http://schemas.microsoft.com/office/drawing/2014/main" id="{2026BA6C-D730-B30F-B821-70C118546418}"/>
              </a:ext>
            </a:extLst>
          </p:cNvPr>
          <p:cNvSpPr/>
          <p:nvPr/>
        </p:nvSpPr>
        <p:spPr>
          <a:xfrm>
            <a:off x="912619" y="10288349"/>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2</a:t>
            </a:r>
          </a:p>
        </p:txBody>
      </p:sp>
      <p:cxnSp>
        <p:nvCxnSpPr>
          <p:cNvPr id="27" name="Connettore diritto 26">
            <a:extLst>
              <a:ext uri="{FF2B5EF4-FFF2-40B4-BE49-F238E27FC236}">
                <a16:creationId xmlns:a16="http://schemas.microsoft.com/office/drawing/2014/main" id="{E61B85EB-6BF1-6CFE-C301-8614B1D19519}"/>
              </a:ext>
            </a:extLst>
          </p:cNvPr>
          <p:cNvCxnSpPr>
            <a:cxnSpLocks/>
          </p:cNvCxnSpPr>
          <p:nvPr/>
        </p:nvCxnSpPr>
        <p:spPr>
          <a:xfrm flipV="1">
            <a:off x="4439657" y="1597633"/>
            <a:ext cx="1150990" cy="1341146"/>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cxnSp>
        <p:nvCxnSpPr>
          <p:cNvPr id="96" name="Connettore diritto 95">
            <a:extLst>
              <a:ext uri="{FF2B5EF4-FFF2-40B4-BE49-F238E27FC236}">
                <a16:creationId xmlns:a16="http://schemas.microsoft.com/office/drawing/2014/main" id="{734B691B-537A-682F-3A50-8C1E4B954AC8}"/>
              </a:ext>
            </a:extLst>
          </p:cNvPr>
          <p:cNvCxnSpPr>
            <a:cxnSpLocks/>
          </p:cNvCxnSpPr>
          <p:nvPr/>
        </p:nvCxnSpPr>
        <p:spPr>
          <a:xfrm flipV="1">
            <a:off x="4379591" y="1893511"/>
            <a:ext cx="1235920" cy="328325"/>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cxnSp>
        <p:nvCxnSpPr>
          <p:cNvPr id="100" name="Connettore diritto 99">
            <a:extLst>
              <a:ext uri="{FF2B5EF4-FFF2-40B4-BE49-F238E27FC236}">
                <a16:creationId xmlns:a16="http://schemas.microsoft.com/office/drawing/2014/main" id="{95687866-5B72-4FE1-0ADA-ACAC10A4A801}"/>
              </a:ext>
            </a:extLst>
          </p:cNvPr>
          <p:cNvCxnSpPr>
            <a:cxnSpLocks/>
          </p:cNvCxnSpPr>
          <p:nvPr/>
        </p:nvCxnSpPr>
        <p:spPr>
          <a:xfrm>
            <a:off x="4399456" y="2475354"/>
            <a:ext cx="1220607" cy="829233"/>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cxnSp>
        <p:nvCxnSpPr>
          <p:cNvPr id="104" name="Connettore diritto 103">
            <a:extLst>
              <a:ext uri="{FF2B5EF4-FFF2-40B4-BE49-F238E27FC236}">
                <a16:creationId xmlns:a16="http://schemas.microsoft.com/office/drawing/2014/main" id="{A6CB3059-A683-29DB-D354-42288ECC269C}"/>
              </a:ext>
            </a:extLst>
          </p:cNvPr>
          <p:cNvCxnSpPr>
            <a:cxnSpLocks/>
          </p:cNvCxnSpPr>
          <p:nvPr/>
        </p:nvCxnSpPr>
        <p:spPr>
          <a:xfrm>
            <a:off x="4407461" y="2682530"/>
            <a:ext cx="1227915" cy="135222"/>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sp>
        <p:nvSpPr>
          <p:cNvPr id="114" name="CasellaDiTesto 113">
            <a:extLst>
              <a:ext uri="{FF2B5EF4-FFF2-40B4-BE49-F238E27FC236}">
                <a16:creationId xmlns:a16="http://schemas.microsoft.com/office/drawing/2014/main" id="{2C5371E1-572C-8A70-4089-435D15AD8B93}"/>
              </a:ext>
            </a:extLst>
          </p:cNvPr>
          <p:cNvSpPr txBox="1"/>
          <p:nvPr/>
        </p:nvSpPr>
        <p:spPr>
          <a:xfrm>
            <a:off x="45446" y="2207197"/>
            <a:ext cx="2760022" cy="1938992"/>
          </a:xfrm>
          <a:prstGeom prst="rect">
            <a:avLst/>
          </a:prstGeom>
          <a:noFill/>
        </p:spPr>
        <p:txBody>
          <a:bodyPr wrap="square">
            <a:spAutoFit/>
          </a:bodyPr>
          <a:lstStyle/>
          <a:p>
            <a:r>
              <a:rPr lang="it-IT" sz="1200" dirty="0">
                <a:solidFill>
                  <a:srgbClr val="997E71"/>
                </a:solidFill>
              </a:rPr>
              <a:t> Questo tipo di indirizzamento è più costoso perché per stabilire se la parola di interesse sia presente bisogna esaminare tutte le etichette di posizione registrate confrontandole con il campo etichetta di indirizzo della parola, cercando  il blocco/ la pagina  a cui la parola appartiene, I conflitti si generano solamente se la CACHE è piena.</a:t>
            </a:r>
          </a:p>
        </p:txBody>
      </p:sp>
      <p:sp>
        <p:nvSpPr>
          <p:cNvPr id="4" name="Rettangolo 3">
            <a:extLst>
              <a:ext uri="{FF2B5EF4-FFF2-40B4-BE49-F238E27FC236}">
                <a16:creationId xmlns:a16="http://schemas.microsoft.com/office/drawing/2014/main" id="{3C36F2D2-ECD4-2BA4-74D5-62A77C86C699}"/>
              </a:ext>
            </a:extLst>
          </p:cNvPr>
          <p:cNvSpPr/>
          <p:nvPr/>
        </p:nvSpPr>
        <p:spPr>
          <a:xfrm>
            <a:off x="2705855" y="6572697"/>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70086A03-D8A7-8DE8-6B10-6A7438EDBA62}"/>
              </a:ext>
            </a:extLst>
          </p:cNvPr>
          <p:cNvSpPr/>
          <p:nvPr/>
        </p:nvSpPr>
        <p:spPr>
          <a:xfrm>
            <a:off x="2862029" y="6572697"/>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object 123">
            <a:extLst>
              <a:ext uri="{FF2B5EF4-FFF2-40B4-BE49-F238E27FC236}">
                <a16:creationId xmlns:a16="http://schemas.microsoft.com/office/drawing/2014/main" id="{93963BBC-C055-ECAA-3501-9E9C5CF13A5D}"/>
              </a:ext>
            </a:extLst>
          </p:cNvPr>
          <p:cNvSpPr/>
          <p:nvPr/>
        </p:nvSpPr>
        <p:spPr>
          <a:xfrm>
            <a:off x="3298809" y="8930519"/>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grpSp>
        <p:nvGrpSpPr>
          <p:cNvPr id="68" name="Gruppo 67">
            <a:extLst>
              <a:ext uri="{FF2B5EF4-FFF2-40B4-BE49-F238E27FC236}">
                <a16:creationId xmlns:a16="http://schemas.microsoft.com/office/drawing/2014/main" id="{204C4753-B7B7-508C-1C2D-30FB888F2836}"/>
              </a:ext>
            </a:extLst>
          </p:cNvPr>
          <p:cNvGrpSpPr/>
          <p:nvPr/>
        </p:nvGrpSpPr>
        <p:grpSpPr>
          <a:xfrm>
            <a:off x="3158858" y="9019352"/>
            <a:ext cx="64926" cy="781947"/>
            <a:chOff x="3363078" y="9506731"/>
            <a:chExt cx="64926" cy="781947"/>
          </a:xfrm>
        </p:grpSpPr>
        <p:cxnSp>
          <p:nvCxnSpPr>
            <p:cNvPr id="9" name="Connettore diritto 8">
              <a:extLst>
                <a:ext uri="{FF2B5EF4-FFF2-40B4-BE49-F238E27FC236}">
                  <a16:creationId xmlns:a16="http://schemas.microsoft.com/office/drawing/2014/main" id="{53A8B38E-86CB-664B-07B6-2A6245019083}"/>
                </a:ext>
              </a:extLst>
            </p:cNvPr>
            <p:cNvCxnSpPr>
              <a:cxnSpLocks/>
            </p:cNvCxnSpPr>
            <p:nvPr/>
          </p:nvCxnSpPr>
          <p:spPr>
            <a:xfrm flipH="1">
              <a:off x="3363078" y="9506731"/>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cxnSp>
          <p:nvCxnSpPr>
            <p:cNvPr id="11" name="Connettore diritto 10">
              <a:extLst>
                <a:ext uri="{FF2B5EF4-FFF2-40B4-BE49-F238E27FC236}">
                  <a16:creationId xmlns:a16="http://schemas.microsoft.com/office/drawing/2014/main" id="{91E46119-4A96-F12D-4AF4-6DC04CBC1B26}"/>
                </a:ext>
              </a:extLst>
            </p:cNvPr>
            <p:cNvCxnSpPr>
              <a:cxnSpLocks/>
            </p:cNvCxnSpPr>
            <p:nvPr/>
          </p:nvCxnSpPr>
          <p:spPr>
            <a:xfrm flipH="1">
              <a:off x="3363078" y="9767380"/>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cxnSp>
          <p:nvCxnSpPr>
            <p:cNvPr id="13" name="Connettore diritto 12">
              <a:extLst>
                <a:ext uri="{FF2B5EF4-FFF2-40B4-BE49-F238E27FC236}">
                  <a16:creationId xmlns:a16="http://schemas.microsoft.com/office/drawing/2014/main" id="{89A9FF3A-C1A5-3A75-7C71-DB4351E93A7B}"/>
                </a:ext>
              </a:extLst>
            </p:cNvPr>
            <p:cNvCxnSpPr>
              <a:cxnSpLocks/>
            </p:cNvCxnSpPr>
            <p:nvPr/>
          </p:nvCxnSpPr>
          <p:spPr>
            <a:xfrm flipH="1">
              <a:off x="3363078" y="10028029"/>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cxnSp>
          <p:nvCxnSpPr>
            <p:cNvPr id="15" name="Connettore diritto 14">
              <a:extLst>
                <a:ext uri="{FF2B5EF4-FFF2-40B4-BE49-F238E27FC236}">
                  <a16:creationId xmlns:a16="http://schemas.microsoft.com/office/drawing/2014/main" id="{313DC4DD-EEAC-7828-0705-ADBB64F74DE8}"/>
                </a:ext>
              </a:extLst>
            </p:cNvPr>
            <p:cNvCxnSpPr>
              <a:cxnSpLocks/>
            </p:cNvCxnSpPr>
            <p:nvPr/>
          </p:nvCxnSpPr>
          <p:spPr>
            <a:xfrm flipH="1">
              <a:off x="3363078" y="10288678"/>
              <a:ext cx="64926" cy="0"/>
            </a:xfrm>
            <a:prstGeom prst="line">
              <a:avLst/>
            </a:prstGeom>
            <a:ln>
              <a:solidFill>
                <a:srgbClr val="997E71"/>
              </a:solidFill>
            </a:ln>
          </p:spPr>
          <p:style>
            <a:lnRef idx="2">
              <a:schemeClr val="accent1"/>
            </a:lnRef>
            <a:fillRef idx="0">
              <a:schemeClr val="accent1"/>
            </a:fillRef>
            <a:effectRef idx="1">
              <a:schemeClr val="accent1"/>
            </a:effectRef>
            <a:fontRef idx="minor">
              <a:schemeClr val="tx1"/>
            </a:fontRef>
          </p:style>
        </p:cxnSp>
      </p:grpSp>
      <p:sp>
        <p:nvSpPr>
          <p:cNvPr id="52" name="CasellaDiTesto 51">
            <a:extLst>
              <a:ext uri="{FF2B5EF4-FFF2-40B4-BE49-F238E27FC236}">
                <a16:creationId xmlns:a16="http://schemas.microsoft.com/office/drawing/2014/main" id="{4AEB6F4A-5C02-2B5D-573E-4A5332433FA3}"/>
              </a:ext>
            </a:extLst>
          </p:cNvPr>
          <p:cNvSpPr txBox="1"/>
          <p:nvPr/>
        </p:nvSpPr>
        <p:spPr>
          <a:xfrm>
            <a:off x="3757822" y="8341600"/>
            <a:ext cx="601447" cy="369332"/>
          </a:xfrm>
          <a:prstGeom prst="rect">
            <a:avLst/>
          </a:prstGeom>
          <a:noFill/>
        </p:spPr>
        <p:txBody>
          <a:bodyPr wrap="none" rtlCol="0">
            <a:spAutoFit/>
          </a:bodyPr>
          <a:lstStyle/>
          <a:p>
            <a:r>
              <a:rPr lang="it-IT" dirty="0">
                <a:solidFill>
                  <a:srgbClr val="795548"/>
                </a:solidFill>
              </a:rPr>
              <a:t>( … )</a:t>
            </a:r>
          </a:p>
        </p:txBody>
      </p:sp>
      <p:cxnSp>
        <p:nvCxnSpPr>
          <p:cNvPr id="220" name="Connettore diritto 219">
            <a:extLst>
              <a:ext uri="{FF2B5EF4-FFF2-40B4-BE49-F238E27FC236}">
                <a16:creationId xmlns:a16="http://schemas.microsoft.com/office/drawing/2014/main" id="{7E6766BE-D0BC-FFC6-6F9A-DAE255C45F29}"/>
              </a:ext>
            </a:extLst>
          </p:cNvPr>
          <p:cNvCxnSpPr>
            <a:cxnSpLocks/>
          </p:cNvCxnSpPr>
          <p:nvPr/>
        </p:nvCxnSpPr>
        <p:spPr>
          <a:xfrm flipV="1">
            <a:off x="1801611" y="7657155"/>
            <a:ext cx="260737" cy="118940"/>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221" name="Connettore diritto 220">
            <a:extLst>
              <a:ext uri="{FF2B5EF4-FFF2-40B4-BE49-F238E27FC236}">
                <a16:creationId xmlns:a16="http://schemas.microsoft.com/office/drawing/2014/main" id="{4D060722-A845-55E6-23D5-38F73225F193}"/>
              </a:ext>
            </a:extLst>
          </p:cNvPr>
          <p:cNvCxnSpPr>
            <a:cxnSpLocks/>
          </p:cNvCxnSpPr>
          <p:nvPr/>
        </p:nvCxnSpPr>
        <p:spPr>
          <a:xfrm>
            <a:off x="1801515" y="7776095"/>
            <a:ext cx="201171" cy="85556"/>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222" name="Connettore diritto 221">
            <a:extLst>
              <a:ext uri="{FF2B5EF4-FFF2-40B4-BE49-F238E27FC236}">
                <a16:creationId xmlns:a16="http://schemas.microsoft.com/office/drawing/2014/main" id="{0BDBE258-1D6E-6ACF-1C73-8244A6BDD942}"/>
              </a:ext>
            </a:extLst>
          </p:cNvPr>
          <p:cNvCxnSpPr>
            <a:cxnSpLocks/>
          </p:cNvCxnSpPr>
          <p:nvPr/>
        </p:nvCxnSpPr>
        <p:spPr>
          <a:xfrm>
            <a:off x="1821710" y="7802529"/>
            <a:ext cx="294544" cy="429110"/>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223" name="Connettore diritto 222">
            <a:extLst>
              <a:ext uri="{FF2B5EF4-FFF2-40B4-BE49-F238E27FC236}">
                <a16:creationId xmlns:a16="http://schemas.microsoft.com/office/drawing/2014/main" id="{9C975B97-1F75-DA07-F7EB-19D2EFFBD791}"/>
              </a:ext>
            </a:extLst>
          </p:cNvPr>
          <p:cNvCxnSpPr>
            <a:cxnSpLocks/>
          </p:cNvCxnSpPr>
          <p:nvPr/>
        </p:nvCxnSpPr>
        <p:spPr>
          <a:xfrm flipV="1">
            <a:off x="1780235" y="7860418"/>
            <a:ext cx="375394" cy="138738"/>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224" name="Connettore diritto 223">
            <a:extLst>
              <a:ext uri="{FF2B5EF4-FFF2-40B4-BE49-F238E27FC236}">
                <a16:creationId xmlns:a16="http://schemas.microsoft.com/office/drawing/2014/main" id="{D52EC578-72A5-55CB-7949-F7955AF4D136}"/>
              </a:ext>
            </a:extLst>
          </p:cNvPr>
          <p:cNvCxnSpPr>
            <a:cxnSpLocks/>
          </p:cNvCxnSpPr>
          <p:nvPr/>
        </p:nvCxnSpPr>
        <p:spPr>
          <a:xfrm>
            <a:off x="1781950" y="7996341"/>
            <a:ext cx="388429" cy="169599"/>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225" name="Connettore diritto 224">
            <a:extLst>
              <a:ext uri="{FF2B5EF4-FFF2-40B4-BE49-F238E27FC236}">
                <a16:creationId xmlns:a16="http://schemas.microsoft.com/office/drawing/2014/main" id="{D25FA8CD-7985-90E9-0B7E-2EA666CCAA32}"/>
              </a:ext>
            </a:extLst>
          </p:cNvPr>
          <p:cNvCxnSpPr>
            <a:cxnSpLocks/>
          </p:cNvCxnSpPr>
          <p:nvPr/>
        </p:nvCxnSpPr>
        <p:spPr>
          <a:xfrm>
            <a:off x="1800606" y="8021056"/>
            <a:ext cx="267708" cy="279421"/>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228" name="Connettore diritto 227">
            <a:extLst>
              <a:ext uri="{FF2B5EF4-FFF2-40B4-BE49-F238E27FC236}">
                <a16:creationId xmlns:a16="http://schemas.microsoft.com/office/drawing/2014/main" id="{79F340B9-89AF-D38D-D72B-6D2EE395E0B0}"/>
              </a:ext>
            </a:extLst>
          </p:cNvPr>
          <p:cNvCxnSpPr>
            <a:cxnSpLocks/>
          </p:cNvCxnSpPr>
          <p:nvPr/>
        </p:nvCxnSpPr>
        <p:spPr>
          <a:xfrm flipV="1">
            <a:off x="1770880" y="8141900"/>
            <a:ext cx="375394" cy="138738"/>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230" name="Connettore diritto 229">
            <a:extLst>
              <a:ext uri="{FF2B5EF4-FFF2-40B4-BE49-F238E27FC236}">
                <a16:creationId xmlns:a16="http://schemas.microsoft.com/office/drawing/2014/main" id="{F688CDEC-68DB-6DD5-1AB1-04C0923CCF91}"/>
              </a:ext>
            </a:extLst>
          </p:cNvPr>
          <p:cNvCxnSpPr>
            <a:cxnSpLocks/>
          </p:cNvCxnSpPr>
          <p:nvPr/>
        </p:nvCxnSpPr>
        <p:spPr>
          <a:xfrm>
            <a:off x="1772594" y="8277823"/>
            <a:ext cx="388429" cy="169599"/>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231" name="Connettore diritto 230">
            <a:extLst>
              <a:ext uri="{FF2B5EF4-FFF2-40B4-BE49-F238E27FC236}">
                <a16:creationId xmlns:a16="http://schemas.microsoft.com/office/drawing/2014/main" id="{A5FAD7B7-F279-0CB3-57D4-8AAE227C4BD4}"/>
              </a:ext>
            </a:extLst>
          </p:cNvPr>
          <p:cNvCxnSpPr>
            <a:cxnSpLocks/>
          </p:cNvCxnSpPr>
          <p:nvPr/>
        </p:nvCxnSpPr>
        <p:spPr>
          <a:xfrm>
            <a:off x="1791250" y="8302538"/>
            <a:ext cx="267708" cy="279421"/>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232" name="Connettore diritto 231">
            <a:extLst>
              <a:ext uri="{FF2B5EF4-FFF2-40B4-BE49-F238E27FC236}">
                <a16:creationId xmlns:a16="http://schemas.microsoft.com/office/drawing/2014/main" id="{7F6A5783-2A6F-2C84-23C5-B5B3518D2F26}"/>
              </a:ext>
            </a:extLst>
          </p:cNvPr>
          <p:cNvCxnSpPr>
            <a:cxnSpLocks/>
          </p:cNvCxnSpPr>
          <p:nvPr/>
        </p:nvCxnSpPr>
        <p:spPr>
          <a:xfrm flipV="1">
            <a:off x="1779461" y="8383256"/>
            <a:ext cx="375394" cy="138738"/>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33" name="Connettore diritto 232">
            <a:extLst>
              <a:ext uri="{FF2B5EF4-FFF2-40B4-BE49-F238E27FC236}">
                <a16:creationId xmlns:a16="http://schemas.microsoft.com/office/drawing/2014/main" id="{FC789FB7-4364-A517-E748-D0779038ABFD}"/>
              </a:ext>
            </a:extLst>
          </p:cNvPr>
          <p:cNvCxnSpPr>
            <a:cxnSpLocks/>
          </p:cNvCxnSpPr>
          <p:nvPr/>
        </p:nvCxnSpPr>
        <p:spPr>
          <a:xfrm>
            <a:off x="1781175" y="8519179"/>
            <a:ext cx="388429" cy="169599"/>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34" name="Connettore diritto 233">
            <a:extLst>
              <a:ext uri="{FF2B5EF4-FFF2-40B4-BE49-F238E27FC236}">
                <a16:creationId xmlns:a16="http://schemas.microsoft.com/office/drawing/2014/main" id="{37D32A60-99C4-C894-5DAC-739E4DEAF964}"/>
              </a:ext>
            </a:extLst>
          </p:cNvPr>
          <p:cNvCxnSpPr>
            <a:cxnSpLocks/>
          </p:cNvCxnSpPr>
          <p:nvPr/>
        </p:nvCxnSpPr>
        <p:spPr>
          <a:xfrm>
            <a:off x="1799831" y="8543894"/>
            <a:ext cx="267708" cy="279421"/>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35" name="Connettore diritto 234">
            <a:extLst>
              <a:ext uri="{FF2B5EF4-FFF2-40B4-BE49-F238E27FC236}">
                <a16:creationId xmlns:a16="http://schemas.microsoft.com/office/drawing/2014/main" id="{48C4B578-E5C7-A78B-B0EC-DE6CE1F96BEF}"/>
              </a:ext>
            </a:extLst>
          </p:cNvPr>
          <p:cNvCxnSpPr>
            <a:cxnSpLocks/>
          </p:cNvCxnSpPr>
          <p:nvPr/>
        </p:nvCxnSpPr>
        <p:spPr>
          <a:xfrm flipV="1">
            <a:off x="2714838" y="7227857"/>
            <a:ext cx="260737" cy="118940"/>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237" name="Connettore diritto 236">
            <a:extLst>
              <a:ext uri="{FF2B5EF4-FFF2-40B4-BE49-F238E27FC236}">
                <a16:creationId xmlns:a16="http://schemas.microsoft.com/office/drawing/2014/main" id="{2543C936-1769-2677-822F-2A132B13014F}"/>
              </a:ext>
            </a:extLst>
          </p:cNvPr>
          <p:cNvCxnSpPr>
            <a:cxnSpLocks/>
          </p:cNvCxnSpPr>
          <p:nvPr/>
        </p:nvCxnSpPr>
        <p:spPr>
          <a:xfrm flipV="1">
            <a:off x="2644225" y="7424452"/>
            <a:ext cx="338945" cy="205860"/>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240" name="Connettore diritto 239">
            <a:extLst>
              <a:ext uri="{FF2B5EF4-FFF2-40B4-BE49-F238E27FC236}">
                <a16:creationId xmlns:a16="http://schemas.microsoft.com/office/drawing/2014/main" id="{B7A5F423-6EA2-058C-4725-6AAFDCD163D9}"/>
              </a:ext>
            </a:extLst>
          </p:cNvPr>
          <p:cNvCxnSpPr>
            <a:cxnSpLocks/>
          </p:cNvCxnSpPr>
          <p:nvPr/>
        </p:nvCxnSpPr>
        <p:spPr>
          <a:xfrm flipV="1">
            <a:off x="2776499" y="7709484"/>
            <a:ext cx="145508" cy="97340"/>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242" name="Connettore diritto 241">
            <a:extLst>
              <a:ext uri="{FF2B5EF4-FFF2-40B4-BE49-F238E27FC236}">
                <a16:creationId xmlns:a16="http://schemas.microsoft.com/office/drawing/2014/main" id="{6D9D1576-A2AE-1198-E329-15623190271A}"/>
              </a:ext>
            </a:extLst>
          </p:cNvPr>
          <p:cNvCxnSpPr>
            <a:cxnSpLocks/>
          </p:cNvCxnSpPr>
          <p:nvPr/>
        </p:nvCxnSpPr>
        <p:spPr>
          <a:xfrm flipV="1">
            <a:off x="2865319" y="7730977"/>
            <a:ext cx="27830" cy="98707"/>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47" name="Connettore diritto 246">
            <a:extLst>
              <a:ext uri="{FF2B5EF4-FFF2-40B4-BE49-F238E27FC236}">
                <a16:creationId xmlns:a16="http://schemas.microsoft.com/office/drawing/2014/main" id="{720D42B0-1AED-254A-D228-443A1DD4040D}"/>
              </a:ext>
            </a:extLst>
          </p:cNvPr>
          <p:cNvCxnSpPr>
            <a:cxnSpLocks/>
          </p:cNvCxnSpPr>
          <p:nvPr/>
        </p:nvCxnSpPr>
        <p:spPr>
          <a:xfrm flipV="1">
            <a:off x="2693261" y="7239743"/>
            <a:ext cx="277887" cy="189833"/>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251" name="Connettore diritto 250">
            <a:extLst>
              <a:ext uri="{FF2B5EF4-FFF2-40B4-BE49-F238E27FC236}">
                <a16:creationId xmlns:a16="http://schemas.microsoft.com/office/drawing/2014/main" id="{EAED5BCE-EF22-01A3-FD68-819E36472E94}"/>
              </a:ext>
            </a:extLst>
          </p:cNvPr>
          <p:cNvCxnSpPr>
            <a:cxnSpLocks/>
          </p:cNvCxnSpPr>
          <p:nvPr/>
        </p:nvCxnSpPr>
        <p:spPr>
          <a:xfrm flipV="1">
            <a:off x="2830655" y="7252260"/>
            <a:ext cx="121794" cy="172192"/>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262" name="Connettore diritto 261">
            <a:extLst>
              <a:ext uri="{FF2B5EF4-FFF2-40B4-BE49-F238E27FC236}">
                <a16:creationId xmlns:a16="http://schemas.microsoft.com/office/drawing/2014/main" id="{D0E5512F-31AF-D06E-C8DA-48D49B23B524}"/>
              </a:ext>
            </a:extLst>
          </p:cNvPr>
          <p:cNvCxnSpPr>
            <a:cxnSpLocks/>
          </p:cNvCxnSpPr>
          <p:nvPr/>
        </p:nvCxnSpPr>
        <p:spPr>
          <a:xfrm flipV="1">
            <a:off x="2577521" y="7436739"/>
            <a:ext cx="340336" cy="122471"/>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266" name="Connettore diritto 265">
            <a:extLst>
              <a:ext uri="{FF2B5EF4-FFF2-40B4-BE49-F238E27FC236}">
                <a16:creationId xmlns:a16="http://schemas.microsoft.com/office/drawing/2014/main" id="{8CA04F31-36D6-64DF-FA36-AC2968748BA5}"/>
              </a:ext>
            </a:extLst>
          </p:cNvPr>
          <p:cNvCxnSpPr>
            <a:cxnSpLocks/>
          </p:cNvCxnSpPr>
          <p:nvPr/>
        </p:nvCxnSpPr>
        <p:spPr>
          <a:xfrm flipV="1">
            <a:off x="2789633" y="7476960"/>
            <a:ext cx="121794" cy="172192"/>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267" name="Connettore diritto 266">
            <a:extLst>
              <a:ext uri="{FF2B5EF4-FFF2-40B4-BE49-F238E27FC236}">
                <a16:creationId xmlns:a16="http://schemas.microsoft.com/office/drawing/2014/main" id="{1888D0EA-8A3E-1498-2A81-42B411DD746B}"/>
              </a:ext>
            </a:extLst>
          </p:cNvPr>
          <p:cNvCxnSpPr>
            <a:cxnSpLocks/>
          </p:cNvCxnSpPr>
          <p:nvPr/>
        </p:nvCxnSpPr>
        <p:spPr>
          <a:xfrm flipV="1">
            <a:off x="2911496" y="7452496"/>
            <a:ext cx="38581" cy="145961"/>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68" name="Connettore diritto 267">
            <a:extLst>
              <a:ext uri="{FF2B5EF4-FFF2-40B4-BE49-F238E27FC236}">
                <a16:creationId xmlns:a16="http://schemas.microsoft.com/office/drawing/2014/main" id="{E15D978A-1D1F-C21E-AE71-DA00DB62C28C}"/>
              </a:ext>
            </a:extLst>
          </p:cNvPr>
          <p:cNvCxnSpPr>
            <a:cxnSpLocks/>
          </p:cNvCxnSpPr>
          <p:nvPr/>
        </p:nvCxnSpPr>
        <p:spPr>
          <a:xfrm flipV="1">
            <a:off x="2746310" y="7705515"/>
            <a:ext cx="173826" cy="14739"/>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270" name="Connettore diritto 269">
            <a:extLst>
              <a:ext uri="{FF2B5EF4-FFF2-40B4-BE49-F238E27FC236}">
                <a16:creationId xmlns:a16="http://schemas.microsoft.com/office/drawing/2014/main" id="{959E9DBB-13BD-47C0-4373-7DA412A05209}"/>
              </a:ext>
            </a:extLst>
          </p:cNvPr>
          <p:cNvCxnSpPr>
            <a:cxnSpLocks/>
          </p:cNvCxnSpPr>
          <p:nvPr/>
        </p:nvCxnSpPr>
        <p:spPr>
          <a:xfrm flipV="1">
            <a:off x="2717298" y="7720254"/>
            <a:ext cx="201303" cy="32556"/>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292" name="Connettore diritto 291">
            <a:extLst>
              <a:ext uri="{FF2B5EF4-FFF2-40B4-BE49-F238E27FC236}">
                <a16:creationId xmlns:a16="http://schemas.microsoft.com/office/drawing/2014/main" id="{68AA2170-9DC8-E805-290C-6E3A9EB5D0E1}"/>
              </a:ext>
            </a:extLst>
          </p:cNvPr>
          <p:cNvCxnSpPr>
            <a:cxnSpLocks/>
          </p:cNvCxnSpPr>
          <p:nvPr/>
        </p:nvCxnSpPr>
        <p:spPr>
          <a:xfrm flipV="1">
            <a:off x="2942704" y="7227003"/>
            <a:ext cx="38581" cy="145961"/>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99" name="Connettore diritto 298">
            <a:extLst>
              <a:ext uri="{FF2B5EF4-FFF2-40B4-BE49-F238E27FC236}">
                <a16:creationId xmlns:a16="http://schemas.microsoft.com/office/drawing/2014/main" id="{BF431A93-1AD2-EF47-4A82-82ADEEF34519}"/>
              </a:ext>
            </a:extLst>
          </p:cNvPr>
          <p:cNvCxnSpPr>
            <a:cxnSpLocks/>
          </p:cNvCxnSpPr>
          <p:nvPr/>
        </p:nvCxnSpPr>
        <p:spPr>
          <a:xfrm flipV="1">
            <a:off x="2713794" y="7966386"/>
            <a:ext cx="224564" cy="137058"/>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300" name="Connettore diritto 299">
            <a:extLst>
              <a:ext uri="{FF2B5EF4-FFF2-40B4-BE49-F238E27FC236}">
                <a16:creationId xmlns:a16="http://schemas.microsoft.com/office/drawing/2014/main" id="{53BF8263-9E22-A7AA-C9EA-344E23A861EC}"/>
              </a:ext>
            </a:extLst>
          </p:cNvPr>
          <p:cNvCxnSpPr>
            <a:cxnSpLocks/>
          </p:cNvCxnSpPr>
          <p:nvPr/>
        </p:nvCxnSpPr>
        <p:spPr>
          <a:xfrm flipV="1">
            <a:off x="2767919" y="7987879"/>
            <a:ext cx="141581" cy="188114"/>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301" name="Connettore diritto 300">
            <a:extLst>
              <a:ext uri="{FF2B5EF4-FFF2-40B4-BE49-F238E27FC236}">
                <a16:creationId xmlns:a16="http://schemas.microsoft.com/office/drawing/2014/main" id="{A5891453-ED00-525E-9BEB-3EAB1B5E7CBD}"/>
              </a:ext>
            </a:extLst>
          </p:cNvPr>
          <p:cNvCxnSpPr>
            <a:cxnSpLocks/>
          </p:cNvCxnSpPr>
          <p:nvPr/>
        </p:nvCxnSpPr>
        <p:spPr>
          <a:xfrm>
            <a:off x="2803710" y="7904330"/>
            <a:ext cx="132777" cy="58087"/>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302" name="Connettore diritto 301">
            <a:extLst>
              <a:ext uri="{FF2B5EF4-FFF2-40B4-BE49-F238E27FC236}">
                <a16:creationId xmlns:a16="http://schemas.microsoft.com/office/drawing/2014/main" id="{1B0AD8A1-727B-FE03-0E1A-5ABB8760642B}"/>
              </a:ext>
            </a:extLst>
          </p:cNvPr>
          <p:cNvCxnSpPr>
            <a:cxnSpLocks/>
          </p:cNvCxnSpPr>
          <p:nvPr/>
        </p:nvCxnSpPr>
        <p:spPr>
          <a:xfrm flipV="1">
            <a:off x="2626810" y="7976974"/>
            <a:ext cx="293705" cy="49854"/>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grpSp>
        <p:nvGrpSpPr>
          <p:cNvPr id="327" name="Gruppo 326">
            <a:extLst>
              <a:ext uri="{FF2B5EF4-FFF2-40B4-BE49-F238E27FC236}">
                <a16:creationId xmlns:a16="http://schemas.microsoft.com/office/drawing/2014/main" id="{5AA38612-7E54-4D88-07EA-CF96223777E3}"/>
              </a:ext>
            </a:extLst>
          </p:cNvPr>
          <p:cNvGrpSpPr/>
          <p:nvPr/>
        </p:nvGrpSpPr>
        <p:grpSpPr>
          <a:xfrm flipV="1">
            <a:off x="2634564" y="8804514"/>
            <a:ext cx="405649" cy="948990"/>
            <a:chOff x="2948752" y="6382515"/>
            <a:chExt cx="405649" cy="948990"/>
          </a:xfrm>
        </p:grpSpPr>
        <p:cxnSp>
          <p:nvCxnSpPr>
            <p:cNvPr id="311" name="Connettore diritto 310">
              <a:extLst>
                <a:ext uri="{FF2B5EF4-FFF2-40B4-BE49-F238E27FC236}">
                  <a16:creationId xmlns:a16="http://schemas.microsoft.com/office/drawing/2014/main" id="{F1B014F8-1E49-CB29-049F-1CC26935BC40}"/>
                </a:ext>
              </a:extLst>
            </p:cNvPr>
            <p:cNvCxnSpPr>
              <a:cxnSpLocks/>
            </p:cNvCxnSpPr>
            <p:nvPr/>
          </p:nvCxnSpPr>
          <p:spPr>
            <a:xfrm flipV="1">
              <a:off x="3086069" y="6383369"/>
              <a:ext cx="260737" cy="118940"/>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312" name="Connettore diritto 311">
              <a:extLst>
                <a:ext uri="{FF2B5EF4-FFF2-40B4-BE49-F238E27FC236}">
                  <a16:creationId xmlns:a16="http://schemas.microsoft.com/office/drawing/2014/main" id="{9C9878BA-B9A0-1020-FC6C-A3A7D9DF7511}"/>
                </a:ext>
              </a:extLst>
            </p:cNvPr>
            <p:cNvCxnSpPr>
              <a:cxnSpLocks/>
            </p:cNvCxnSpPr>
            <p:nvPr/>
          </p:nvCxnSpPr>
          <p:spPr>
            <a:xfrm flipV="1">
              <a:off x="3015456" y="6579964"/>
              <a:ext cx="338945" cy="205860"/>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313" name="Connettore diritto 312">
              <a:extLst>
                <a:ext uri="{FF2B5EF4-FFF2-40B4-BE49-F238E27FC236}">
                  <a16:creationId xmlns:a16="http://schemas.microsoft.com/office/drawing/2014/main" id="{5069A977-7139-809B-C772-C7DFB7A09602}"/>
                </a:ext>
              </a:extLst>
            </p:cNvPr>
            <p:cNvCxnSpPr>
              <a:cxnSpLocks/>
            </p:cNvCxnSpPr>
            <p:nvPr/>
          </p:nvCxnSpPr>
          <p:spPr>
            <a:xfrm flipV="1">
              <a:off x="3147730" y="6864996"/>
              <a:ext cx="145508" cy="97340"/>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314" name="Connettore diritto 313">
              <a:extLst>
                <a:ext uri="{FF2B5EF4-FFF2-40B4-BE49-F238E27FC236}">
                  <a16:creationId xmlns:a16="http://schemas.microsoft.com/office/drawing/2014/main" id="{F927427C-CAB5-AF7D-8DA0-2E0474B4FAEF}"/>
                </a:ext>
              </a:extLst>
            </p:cNvPr>
            <p:cNvCxnSpPr>
              <a:cxnSpLocks/>
            </p:cNvCxnSpPr>
            <p:nvPr/>
          </p:nvCxnSpPr>
          <p:spPr>
            <a:xfrm flipV="1">
              <a:off x="3236550" y="6886489"/>
              <a:ext cx="27830" cy="98707"/>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315" name="Connettore diritto 314">
              <a:extLst>
                <a:ext uri="{FF2B5EF4-FFF2-40B4-BE49-F238E27FC236}">
                  <a16:creationId xmlns:a16="http://schemas.microsoft.com/office/drawing/2014/main" id="{F5B3A4D4-73E9-E1D5-2FE3-2AFEF283C104}"/>
                </a:ext>
              </a:extLst>
            </p:cNvPr>
            <p:cNvCxnSpPr>
              <a:cxnSpLocks/>
            </p:cNvCxnSpPr>
            <p:nvPr/>
          </p:nvCxnSpPr>
          <p:spPr>
            <a:xfrm flipV="1">
              <a:off x="3064492" y="6395255"/>
              <a:ext cx="277887" cy="189833"/>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316" name="Connettore diritto 315">
              <a:extLst>
                <a:ext uri="{FF2B5EF4-FFF2-40B4-BE49-F238E27FC236}">
                  <a16:creationId xmlns:a16="http://schemas.microsoft.com/office/drawing/2014/main" id="{21CA7A08-1770-28FD-BF33-42C55A5ECD84}"/>
                </a:ext>
              </a:extLst>
            </p:cNvPr>
            <p:cNvCxnSpPr>
              <a:cxnSpLocks/>
            </p:cNvCxnSpPr>
            <p:nvPr/>
          </p:nvCxnSpPr>
          <p:spPr>
            <a:xfrm flipV="1">
              <a:off x="3201886" y="6407772"/>
              <a:ext cx="121794" cy="172192"/>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317" name="Connettore diritto 316">
              <a:extLst>
                <a:ext uri="{FF2B5EF4-FFF2-40B4-BE49-F238E27FC236}">
                  <a16:creationId xmlns:a16="http://schemas.microsoft.com/office/drawing/2014/main" id="{68485F0B-82E4-7438-4DBE-D86D4B539400}"/>
                </a:ext>
              </a:extLst>
            </p:cNvPr>
            <p:cNvCxnSpPr>
              <a:cxnSpLocks/>
            </p:cNvCxnSpPr>
            <p:nvPr/>
          </p:nvCxnSpPr>
          <p:spPr>
            <a:xfrm flipV="1">
              <a:off x="2948752" y="6592251"/>
              <a:ext cx="340336" cy="122471"/>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318" name="Connettore diritto 317">
              <a:extLst>
                <a:ext uri="{FF2B5EF4-FFF2-40B4-BE49-F238E27FC236}">
                  <a16:creationId xmlns:a16="http://schemas.microsoft.com/office/drawing/2014/main" id="{863F4113-416F-7250-228C-18C42974DB66}"/>
                </a:ext>
              </a:extLst>
            </p:cNvPr>
            <p:cNvCxnSpPr>
              <a:cxnSpLocks/>
            </p:cNvCxnSpPr>
            <p:nvPr/>
          </p:nvCxnSpPr>
          <p:spPr>
            <a:xfrm flipV="1">
              <a:off x="3160864" y="6632472"/>
              <a:ext cx="121794" cy="172192"/>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319" name="Connettore diritto 318">
              <a:extLst>
                <a:ext uri="{FF2B5EF4-FFF2-40B4-BE49-F238E27FC236}">
                  <a16:creationId xmlns:a16="http://schemas.microsoft.com/office/drawing/2014/main" id="{F564BD53-0606-0DE5-6F1E-7E18EFDC7705}"/>
                </a:ext>
              </a:extLst>
            </p:cNvPr>
            <p:cNvCxnSpPr>
              <a:cxnSpLocks/>
            </p:cNvCxnSpPr>
            <p:nvPr/>
          </p:nvCxnSpPr>
          <p:spPr>
            <a:xfrm flipV="1">
              <a:off x="3282727" y="6608008"/>
              <a:ext cx="38581" cy="145961"/>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320" name="Connettore diritto 319">
              <a:extLst>
                <a:ext uri="{FF2B5EF4-FFF2-40B4-BE49-F238E27FC236}">
                  <a16:creationId xmlns:a16="http://schemas.microsoft.com/office/drawing/2014/main" id="{F602B854-8EC8-B9B5-8259-A06672CDF60A}"/>
                </a:ext>
              </a:extLst>
            </p:cNvPr>
            <p:cNvCxnSpPr>
              <a:cxnSpLocks/>
            </p:cNvCxnSpPr>
            <p:nvPr/>
          </p:nvCxnSpPr>
          <p:spPr>
            <a:xfrm flipV="1">
              <a:off x="3117541" y="6861027"/>
              <a:ext cx="173826" cy="14739"/>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321" name="Connettore diritto 320">
              <a:extLst>
                <a:ext uri="{FF2B5EF4-FFF2-40B4-BE49-F238E27FC236}">
                  <a16:creationId xmlns:a16="http://schemas.microsoft.com/office/drawing/2014/main" id="{D12E7019-A026-8471-884E-B79F3CDF3A0C}"/>
                </a:ext>
              </a:extLst>
            </p:cNvPr>
            <p:cNvCxnSpPr>
              <a:cxnSpLocks/>
            </p:cNvCxnSpPr>
            <p:nvPr/>
          </p:nvCxnSpPr>
          <p:spPr>
            <a:xfrm flipV="1">
              <a:off x="3088529" y="6875766"/>
              <a:ext cx="201303" cy="32556"/>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cxnSp>
          <p:nvCxnSpPr>
            <p:cNvPr id="322" name="Connettore diritto 321">
              <a:extLst>
                <a:ext uri="{FF2B5EF4-FFF2-40B4-BE49-F238E27FC236}">
                  <a16:creationId xmlns:a16="http://schemas.microsoft.com/office/drawing/2014/main" id="{78FEDBB0-989F-7E07-5ED2-498BD308BD5A}"/>
                </a:ext>
              </a:extLst>
            </p:cNvPr>
            <p:cNvCxnSpPr>
              <a:cxnSpLocks/>
            </p:cNvCxnSpPr>
            <p:nvPr/>
          </p:nvCxnSpPr>
          <p:spPr>
            <a:xfrm flipV="1">
              <a:off x="3313935" y="6382515"/>
              <a:ext cx="38581" cy="145961"/>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323" name="Connettore diritto 322">
              <a:extLst>
                <a:ext uri="{FF2B5EF4-FFF2-40B4-BE49-F238E27FC236}">
                  <a16:creationId xmlns:a16="http://schemas.microsoft.com/office/drawing/2014/main" id="{A069D1F2-A6E8-082C-650F-F525ECD15AD2}"/>
                </a:ext>
              </a:extLst>
            </p:cNvPr>
            <p:cNvCxnSpPr>
              <a:cxnSpLocks/>
            </p:cNvCxnSpPr>
            <p:nvPr/>
          </p:nvCxnSpPr>
          <p:spPr>
            <a:xfrm flipV="1">
              <a:off x="3085025" y="7121898"/>
              <a:ext cx="224564" cy="137058"/>
            </a:xfrm>
            <a:prstGeom prst="line">
              <a:avLst/>
            </a:prstGeom>
            <a:ln>
              <a:solidFill>
                <a:srgbClr val="E9A6A6"/>
              </a:solidFill>
              <a:prstDash val="dash"/>
            </a:ln>
          </p:spPr>
          <p:style>
            <a:lnRef idx="2">
              <a:schemeClr val="accent1"/>
            </a:lnRef>
            <a:fillRef idx="0">
              <a:schemeClr val="accent1"/>
            </a:fillRef>
            <a:effectRef idx="1">
              <a:schemeClr val="accent1"/>
            </a:effectRef>
            <a:fontRef idx="minor">
              <a:schemeClr val="tx1"/>
            </a:fontRef>
          </p:style>
        </p:cxnSp>
        <p:cxnSp>
          <p:nvCxnSpPr>
            <p:cNvPr id="324" name="Connettore diritto 323">
              <a:extLst>
                <a:ext uri="{FF2B5EF4-FFF2-40B4-BE49-F238E27FC236}">
                  <a16:creationId xmlns:a16="http://schemas.microsoft.com/office/drawing/2014/main" id="{57B4F405-4B33-AB26-2FF1-5EE5533657A0}"/>
                </a:ext>
              </a:extLst>
            </p:cNvPr>
            <p:cNvCxnSpPr>
              <a:cxnSpLocks/>
            </p:cNvCxnSpPr>
            <p:nvPr/>
          </p:nvCxnSpPr>
          <p:spPr>
            <a:xfrm flipV="1">
              <a:off x="3139150" y="7143391"/>
              <a:ext cx="141581" cy="188114"/>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325" name="Connettore diritto 324">
              <a:extLst>
                <a:ext uri="{FF2B5EF4-FFF2-40B4-BE49-F238E27FC236}">
                  <a16:creationId xmlns:a16="http://schemas.microsoft.com/office/drawing/2014/main" id="{40324DCB-03C1-CBD3-D075-A62277D8D60B}"/>
                </a:ext>
              </a:extLst>
            </p:cNvPr>
            <p:cNvCxnSpPr>
              <a:cxnSpLocks/>
            </p:cNvCxnSpPr>
            <p:nvPr/>
          </p:nvCxnSpPr>
          <p:spPr>
            <a:xfrm>
              <a:off x="3174941" y="7059842"/>
              <a:ext cx="132777" cy="58087"/>
            </a:xfrm>
            <a:prstGeom prst="line">
              <a:avLst/>
            </a:prstGeom>
            <a:ln>
              <a:solidFill>
                <a:srgbClr val="C2B0A5"/>
              </a:solidFill>
              <a:prstDash val="dash"/>
            </a:ln>
          </p:spPr>
          <p:style>
            <a:lnRef idx="2">
              <a:schemeClr val="accent1"/>
            </a:lnRef>
            <a:fillRef idx="0">
              <a:schemeClr val="accent1"/>
            </a:fillRef>
            <a:effectRef idx="1">
              <a:schemeClr val="accent1"/>
            </a:effectRef>
            <a:fontRef idx="minor">
              <a:schemeClr val="tx1"/>
            </a:fontRef>
          </p:style>
        </p:cxnSp>
        <p:cxnSp>
          <p:nvCxnSpPr>
            <p:cNvPr id="326" name="Connettore diritto 325">
              <a:extLst>
                <a:ext uri="{FF2B5EF4-FFF2-40B4-BE49-F238E27FC236}">
                  <a16:creationId xmlns:a16="http://schemas.microsoft.com/office/drawing/2014/main" id="{4627FC05-CC85-79BF-3D31-6C3FFE0C07F0}"/>
                </a:ext>
              </a:extLst>
            </p:cNvPr>
            <p:cNvCxnSpPr>
              <a:cxnSpLocks/>
            </p:cNvCxnSpPr>
            <p:nvPr/>
          </p:nvCxnSpPr>
          <p:spPr>
            <a:xfrm flipV="1">
              <a:off x="2998041" y="7132486"/>
              <a:ext cx="293705" cy="49854"/>
            </a:xfrm>
            <a:prstGeom prst="line">
              <a:avLst/>
            </a:prstGeom>
            <a:ln>
              <a:solidFill>
                <a:srgbClr val="A8E682"/>
              </a:solidFill>
              <a:prstDash val="dash"/>
            </a:ln>
          </p:spPr>
          <p:style>
            <a:lnRef idx="2">
              <a:schemeClr val="accent1"/>
            </a:lnRef>
            <a:fillRef idx="0">
              <a:schemeClr val="accent1"/>
            </a:fillRef>
            <a:effectRef idx="1">
              <a:schemeClr val="accent1"/>
            </a:effectRef>
            <a:fontRef idx="minor">
              <a:schemeClr val="tx1"/>
            </a:fontRef>
          </p:style>
        </p:cxnSp>
      </p:grpSp>
      <p:sp>
        <p:nvSpPr>
          <p:cNvPr id="328" name="CasellaDiTesto 327">
            <a:extLst>
              <a:ext uri="{FF2B5EF4-FFF2-40B4-BE49-F238E27FC236}">
                <a16:creationId xmlns:a16="http://schemas.microsoft.com/office/drawing/2014/main" id="{5598AD89-DEF1-AD73-96B2-ECB44CFA1544}"/>
              </a:ext>
            </a:extLst>
          </p:cNvPr>
          <p:cNvSpPr txBox="1"/>
          <p:nvPr/>
        </p:nvSpPr>
        <p:spPr>
          <a:xfrm>
            <a:off x="2154014" y="8256155"/>
            <a:ext cx="972523" cy="400110"/>
          </a:xfrm>
          <a:prstGeom prst="rect">
            <a:avLst/>
          </a:prstGeom>
          <a:noFill/>
        </p:spPr>
        <p:txBody>
          <a:bodyPr wrap="square">
            <a:spAutoFit/>
          </a:bodyPr>
          <a:lstStyle/>
          <a:p>
            <a:pPr algn="ctr"/>
            <a:r>
              <a:rPr lang="it-IT" sz="1000" dirty="0">
                <a:solidFill>
                  <a:srgbClr val="997E71"/>
                </a:solidFill>
              </a:rPr>
              <a:t>Tutti i possibili collegamenti</a:t>
            </a:r>
          </a:p>
        </p:txBody>
      </p:sp>
      <p:sp>
        <p:nvSpPr>
          <p:cNvPr id="329" name="object 192">
            <a:extLst>
              <a:ext uri="{FF2B5EF4-FFF2-40B4-BE49-F238E27FC236}">
                <a16:creationId xmlns:a16="http://schemas.microsoft.com/office/drawing/2014/main" id="{3C91E586-983D-ED1E-B127-CB4B5406F24B}"/>
              </a:ext>
            </a:extLst>
          </p:cNvPr>
          <p:cNvSpPr/>
          <p:nvPr/>
        </p:nvSpPr>
        <p:spPr>
          <a:xfrm>
            <a:off x="-845855" y="1342387"/>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330" name="Rettangolo con angoli arrotondati 329">
            <a:extLst>
              <a:ext uri="{FF2B5EF4-FFF2-40B4-BE49-F238E27FC236}">
                <a16:creationId xmlns:a16="http://schemas.microsoft.com/office/drawing/2014/main" id="{C25087E8-5388-21D8-D48D-6C53576BC883}"/>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1" name="Rettangolo con angoli arrotondati 330">
            <a:extLst>
              <a:ext uri="{FF2B5EF4-FFF2-40B4-BE49-F238E27FC236}">
                <a16:creationId xmlns:a16="http://schemas.microsoft.com/office/drawing/2014/main" id="{ECF49067-20F7-9E6F-48FB-D9F8EBBB7287}"/>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2" name="Rettangolo con angoli arrotondati 331">
            <a:extLst>
              <a:ext uri="{FF2B5EF4-FFF2-40B4-BE49-F238E27FC236}">
                <a16:creationId xmlns:a16="http://schemas.microsoft.com/office/drawing/2014/main" id="{14A6E27A-304D-C5DD-D8DC-98B1B92F437A}"/>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3" name="Rettangolo con angoli arrotondati 332">
            <a:extLst>
              <a:ext uri="{FF2B5EF4-FFF2-40B4-BE49-F238E27FC236}">
                <a16:creationId xmlns:a16="http://schemas.microsoft.com/office/drawing/2014/main" id="{05BF3E65-9522-DEC4-A0E4-89CC1E32B3F7}"/>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4" name="Rettangolo con angoli arrotondati 333">
            <a:extLst>
              <a:ext uri="{FF2B5EF4-FFF2-40B4-BE49-F238E27FC236}">
                <a16:creationId xmlns:a16="http://schemas.microsoft.com/office/drawing/2014/main" id="{3DC2B042-860F-1751-DDA2-6391B2DA39F4}"/>
              </a:ext>
            </a:extLst>
          </p:cNvPr>
          <p:cNvSpPr/>
          <p:nvPr/>
        </p:nvSpPr>
        <p:spPr>
          <a:xfrm>
            <a:off x="-1682808" y="3716801"/>
            <a:ext cx="1374350" cy="230432"/>
          </a:xfrm>
          <a:custGeom>
            <a:avLst/>
            <a:gdLst>
              <a:gd name="connsiteX0" fmla="*/ 0 w 1374350"/>
              <a:gd name="connsiteY0" fmla="*/ 38406 h 230432"/>
              <a:gd name="connsiteX1" fmla="*/ 38406 w 1374350"/>
              <a:gd name="connsiteY1" fmla="*/ 0 h 230432"/>
              <a:gd name="connsiteX2" fmla="*/ 674200 w 1374350"/>
              <a:gd name="connsiteY2" fmla="*/ 0 h 230432"/>
              <a:gd name="connsiteX3" fmla="*/ 1335944 w 1374350"/>
              <a:gd name="connsiteY3" fmla="*/ 0 h 230432"/>
              <a:gd name="connsiteX4" fmla="*/ 1374350 w 1374350"/>
              <a:gd name="connsiteY4" fmla="*/ 38406 h 230432"/>
              <a:gd name="connsiteX5" fmla="*/ 1374350 w 1374350"/>
              <a:gd name="connsiteY5" fmla="*/ 192026 h 230432"/>
              <a:gd name="connsiteX6" fmla="*/ 1335944 w 1374350"/>
              <a:gd name="connsiteY6" fmla="*/ 230432 h 230432"/>
              <a:gd name="connsiteX7" fmla="*/ 713126 w 1374350"/>
              <a:gd name="connsiteY7" fmla="*/ 230432 h 230432"/>
              <a:gd name="connsiteX8" fmla="*/ 38406 w 1374350"/>
              <a:gd name="connsiteY8" fmla="*/ 230432 h 230432"/>
              <a:gd name="connsiteX9" fmla="*/ 0 w 1374350"/>
              <a:gd name="connsiteY9" fmla="*/ 192026 h 230432"/>
              <a:gd name="connsiteX10" fmla="*/ 0 w 1374350"/>
              <a:gd name="connsiteY10" fmla="*/ 38406 h 23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4350" h="230432" extrusionOk="0">
                <a:moveTo>
                  <a:pt x="0" y="38406"/>
                </a:moveTo>
                <a:cubicBezTo>
                  <a:pt x="836" y="19811"/>
                  <a:pt x="14519" y="-964"/>
                  <a:pt x="38406" y="0"/>
                </a:cubicBezTo>
                <a:cubicBezTo>
                  <a:pt x="351232" y="-1294"/>
                  <a:pt x="410866" y="9622"/>
                  <a:pt x="674200" y="0"/>
                </a:cubicBezTo>
                <a:cubicBezTo>
                  <a:pt x="937534" y="-9622"/>
                  <a:pt x="1021705" y="-1014"/>
                  <a:pt x="1335944" y="0"/>
                </a:cubicBezTo>
                <a:cubicBezTo>
                  <a:pt x="1360301" y="2909"/>
                  <a:pt x="1369258" y="15943"/>
                  <a:pt x="1374350" y="38406"/>
                </a:cubicBezTo>
                <a:cubicBezTo>
                  <a:pt x="1379432" y="77235"/>
                  <a:pt x="1377259" y="125665"/>
                  <a:pt x="1374350" y="192026"/>
                </a:cubicBezTo>
                <a:cubicBezTo>
                  <a:pt x="1375239" y="208729"/>
                  <a:pt x="1356144" y="232087"/>
                  <a:pt x="1335944" y="230432"/>
                </a:cubicBezTo>
                <a:cubicBezTo>
                  <a:pt x="1108009" y="232706"/>
                  <a:pt x="952860" y="206650"/>
                  <a:pt x="713126" y="230432"/>
                </a:cubicBezTo>
                <a:cubicBezTo>
                  <a:pt x="473392" y="254214"/>
                  <a:pt x="213695" y="246198"/>
                  <a:pt x="38406" y="230432"/>
                </a:cubicBezTo>
                <a:cubicBezTo>
                  <a:pt x="21274" y="228147"/>
                  <a:pt x="-668" y="209931"/>
                  <a:pt x="0" y="192026"/>
                </a:cubicBezTo>
                <a:cubicBezTo>
                  <a:pt x="-6731" y="146697"/>
                  <a:pt x="-1957" y="72423"/>
                  <a:pt x="0" y="3840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5" name="Parentesi quadra aperta 334">
            <a:extLst>
              <a:ext uri="{FF2B5EF4-FFF2-40B4-BE49-F238E27FC236}">
                <a16:creationId xmlns:a16="http://schemas.microsoft.com/office/drawing/2014/main" id="{650BD237-E229-63C0-2014-4548F675D875}"/>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337" name="CasellaDiTesto 336">
            <a:extLst>
              <a:ext uri="{FF2B5EF4-FFF2-40B4-BE49-F238E27FC236}">
                <a16:creationId xmlns:a16="http://schemas.microsoft.com/office/drawing/2014/main" id="{4E5BC2F5-ADCB-B008-5628-D260CE19FD57}"/>
              </a:ext>
            </a:extLst>
          </p:cNvPr>
          <p:cNvSpPr txBox="1"/>
          <p:nvPr/>
        </p:nvSpPr>
        <p:spPr>
          <a:xfrm>
            <a:off x="1652136" y="10323140"/>
            <a:ext cx="5304777" cy="276999"/>
          </a:xfrm>
          <a:prstGeom prst="rect">
            <a:avLst/>
          </a:prstGeom>
          <a:noFill/>
        </p:spPr>
        <p:txBody>
          <a:bodyPr wrap="square">
            <a:spAutoFit/>
          </a:bodyPr>
          <a:lstStyle>
            <a:defPPr>
              <a:defRPr lang="en-US"/>
            </a:defPPr>
            <a:lvl1pPr>
              <a:defRPr sz="1200">
                <a:solidFill>
                  <a:srgbClr val="997E71"/>
                </a:solidFill>
              </a:defRPr>
            </a:lvl1pPr>
          </a:lstStyle>
          <a:p>
            <a:r>
              <a:rPr lang="it-IT" dirty="0"/>
              <a:t>L'indirizzo della memoria centrale è suddiviso in  solo 2 campi.</a:t>
            </a:r>
          </a:p>
        </p:txBody>
      </p:sp>
      <p:sp>
        <p:nvSpPr>
          <p:cNvPr id="338" name="CasellaDiTesto 337">
            <a:extLst>
              <a:ext uri="{FF2B5EF4-FFF2-40B4-BE49-F238E27FC236}">
                <a16:creationId xmlns:a16="http://schemas.microsoft.com/office/drawing/2014/main" id="{B48E2086-82A2-F057-447F-CD2E5AB57DD9}"/>
              </a:ext>
            </a:extLst>
          </p:cNvPr>
          <p:cNvSpPr txBox="1"/>
          <p:nvPr/>
        </p:nvSpPr>
        <p:spPr>
          <a:xfrm>
            <a:off x="5055310" y="5936407"/>
            <a:ext cx="1716840" cy="646331"/>
          </a:xfrm>
          <a:prstGeom prst="rect">
            <a:avLst/>
          </a:prstGeom>
          <a:noFill/>
        </p:spPr>
        <p:txBody>
          <a:bodyPr wrap="square">
            <a:spAutoFit/>
          </a:bodyPr>
          <a:lstStyle>
            <a:defPPr>
              <a:defRPr lang="en-US"/>
            </a:defPPr>
            <a:lvl1pPr>
              <a:defRPr sz="1200">
                <a:solidFill>
                  <a:srgbClr val="997E71"/>
                </a:solidFill>
              </a:defRPr>
            </a:lvl1pPr>
          </a:lstStyle>
          <a:p>
            <a:pPr algn="ctr"/>
            <a:r>
              <a:rPr lang="it-IT" dirty="0"/>
              <a:t>occupa 2 BIT necessari per identificare quale tra le 4 parole possibili</a:t>
            </a:r>
          </a:p>
        </p:txBody>
      </p:sp>
      <p:sp>
        <p:nvSpPr>
          <p:cNvPr id="339" name="CasellaDiTesto 338">
            <a:extLst>
              <a:ext uri="{FF2B5EF4-FFF2-40B4-BE49-F238E27FC236}">
                <a16:creationId xmlns:a16="http://schemas.microsoft.com/office/drawing/2014/main" id="{2EF03791-81D9-D406-74F3-07C977418C6D}"/>
              </a:ext>
            </a:extLst>
          </p:cNvPr>
          <p:cNvSpPr txBox="1"/>
          <p:nvPr/>
        </p:nvSpPr>
        <p:spPr>
          <a:xfrm>
            <a:off x="173290" y="6032611"/>
            <a:ext cx="3992090" cy="461665"/>
          </a:xfrm>
          <a:prstGeom prst="rect">
            <a:avLst/>
          </a:prstGeom>
          <a:noFill/>
        </p:spPr>
        <p:txBody>
          <a:bodyPr wrap="square">
            <a:spAutoFit/>
          </a:bodyPr>
          <a:lstStyle>
            <a:defPPr>
              <a:defRPr lang="en-US"/>
            </a:defPPr>
            <a:lvl1pPr>
              <a:defRPr sz="1200">
                <a:solidFill>
                  <a:srgbClr val="997E71"/>
                </a:solidFill>
              </a:defRPr>
            </a:lvl1pPr>
          </a:lstStyle>
          <a:p>
            <a:pPr algn="ctr"/>
            <a:r>
              <a:rPr lang="it-IT" dirty="0"/>
              <a:t>occupa 5 BIT necessari per identificare quale tra i 32 blocchi</a:t>
            </a:r>
          </a:p>
        </p:txBody>
      </p:sp>
      <p:sp>
        <p:nvSpPr>
          <p:cNvPr id="344" name="object 168">
            <a:extLst>
              <a:ext uri="{FF2B5EF4-FFF2-40B4-BE49-F238E27FC236}">
                <a16:creationId xmlns:a16="http://schemas.microsoft.com/office/drawing/2014/main" id="{F7B69B12-5CA8-500A-A060-677AA48E4A11}"/>
              </a:ext>
            </a:extLst>
          </p:cNvPr>
          <p:cNvSpPr txBox="1"/>
          <p:nvPr/>
        </p:nvSpPr>
        <p:spPr>
          <a:xfrm>
            <a:off x="3324443" y="1577950"/>
            <a:ext cx="863555" cy="321882"/>
          </a:xfrm>
          <a:prstGeom prst="rect">
            <a:avLst/>
          </a:prstGeom>
        </p:spPr>
        <p:txBody>
          <a:bodyPr vert="horz" wrap="square" lIns="0" tIns="13970" rIns="0" bIns="0" rtlCol="0" anchor="b">
            <a:spAutoFit/>
          </a:bodyPr>
          <a:lstStyle/>
          <a:p>
            <a:pPr marL="12700" algn="ctr">
              <a:lnSpc>
                <a:spcPct val="100000"/>
              </a:lnSpc>
              <a:spcBef>
                <a:spcPts val="110"/>
              </a:spcBef>
            </a:pPr>
            <a:r>
              <a:rPr lang="it-IT" sz="2000" dirty="0">
                <a:solidFill>
                  <a:srgbClr val="B85237"/>
                </a:solidFill>
                <a:latin typeface="A Font 1" panose="02000503000000000000" pitchFamily="2" charset="0"/>
                <a:cs typeface="Trebuchet MS"/>
              </a:rPr>
              <a:t>CACHE</a:t>
            </a:r>
            <a:endParaRPr sz="2000" dirty="0">
              <a:latin typeface="A Font 1" panose="02000503000000000000" pitchFamily="2" charset="0"/>
              <a:cs typeface="Trebuchet MS"/>
            </a:endParaRPr>
          </a:p>
        </p:txBody>
      </p:sp>
      <p:sp>
        <p:nvSpPr>
          <p:cNvPr id="345" name="object 168">
            <a:extLst>
              <a:ext uri="{FF2B5EF4-FFF2-40B4-BE49-F238E27FC236}">
                <a16:creationId xmlns:a16="http://schemas.microsoft.com/office/drawing/2014/main" id="{F20502CB-8066-6734-D748-CD4DDCE70375}"/>
              </a:ext>
            </a:extLst>
          </p:cNvPr>
          <p:cNvSpPr txBox="1"/>
          <p:nvPr/>
        </p:nvSpPr>
        <p:spPr>
          <a:xfrm>
            <a:off x="5884537" y="1097902"/>
            <a:ext cx="863555" cy="321882"/>
          </a:xfrm>
          <a:prstGeom prst="rect">
            <a:avLst/>
          </a:prstGeom>
        </p:spPr>
        <p:txBody>
          <a:bodyPr vert="horz" wrap="square" lIns="0" tIns="13970" rIns="0" bIns="0" rtlCol="0" anchor="b">
            <a:spAutoFit/>
          </a:bodyPr>
          <a:lstStyle/>
          <a:p>
            <a:pPr marL="12700" algn="ctr">
              <a:lnSpc>
                <a:spcPct val="100000"/>
              </a:lnSpc>
              <a:spcBef>
                <a:spcPts val="110"/>
              </a:spcBef>
            </a:pPr>
            <a:r>
              <a:rPr lang="it-IT" sz="2000" dirty="0">
                <a:solidFill>
                  <a:srgbClr val="B85237"/>
                </a:solidFill>
                <a:latin typeface="A Font 1" panose="02000503000000000000" pitchFamily="2" charset="0"/>
                <a:cs typeface="Trebuchet MS"/>
              </a:rPr>
              <a:t>MEMORIA</a:t>
            </a:r>
            <a:endParaRPr sz="2000" dirty="0">
              <a:latin typeface="A Font 1" panose="02000503000000000000" pitchFamily="2" charset="0"/>
              <a:cs typeface="Trebuchet MS"/>
            </a:endParaRPr>
          </a:p>
        </p:txBody>
      </p:sp>
      <p:sp>
        <p:nvSpPr>
          <p:cNvPr id="204" name="object 123">
            <a:extLst>
              <a:ext uri="{FF2B5EF4-FFF2-40B4-BE49-F238E27FC236}">
                <a16:creationId xmlns:a16="http://schemas.microsoft.com/office/drawing/2014/main" id="{9A145C81-8AF4-7301-DC67-BB9B70AC06A7}"/>
              </a:ext>
            </a:extLst>
          </p:cNvPr>
          <p:cNvSpPr/>
          <p:nvPr/>
        </p:nvSpPr>
        <p:spPr>
          <a:xfrm>
            <a:off x="410364" y="7626454"/>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46" name="Freccia a pentagono 345">
            <a:extLst>
              <a:ext uri="{FF2B5EF4-FFF2-40B4-BE49-F238E27FC236}">
                <a16:creationId xmlns:a16="http://schemas.microsoft.com/office/drawing/2014/main" id="{7F143883-380B-FC00-016C-7C9D161FE99C}"/>
              </a:ext>
            </a:extLst>
          </p:cNvPr>
          <p:cNvSpPr/>
          <p:nvPr/>
        </p:nvSpPr>
        <p:spPr>
          <a:xfrm>
            <a:off x="1174785" y="7671283"/>
            <a:ext cx="527522" cy="152763"/>
          </a:xfrm>
          <a:prstGeom prst="homePlate">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r>
              <a:rPr lang="it-IT" sz="600" dirty="0"/>
              <a:t>BLOCCO 3</a:t>
            </a:r>
          </a:p>
        </p:txBody>
      </p:sp>
      <p:sp>
        <p:nvSpPr>
          <p:cNvPr id="347" name="Freccia a pentagono 346">
            <a:extLst>
              <a:ext uri="{FF2B5EF4-FFF2-40B4-BE49-F238E27FC236}">
                <a16:creationId xmlns:a16="http://schemas.microsoft.com/office/drawing/2014/main" id="{D5621E96-A642-6306-DE00-091DDCC27A3E}"/>
              </a:ext>
            </a:extLst>
          </p:cNvPr>
          <p:cNvSpPr/>
          <p:nvPr/>
        </p:nvSpPr>
        <p:spPr>
          <a:xfrm>
            <a:off x="1169358" y="7935584"/>
            <a:ext cx="527522" cy="152763"/>
          </a:xfrm>
          <a:prstGeom prst="homePlate">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r>
              <a:rPr lang="it-IT" sz="600" dirty="0"/>
              <a:t>BLOCCO 1</a:t>
            </a:r>
          </a:p>
        </p:txBody>
      </p:sp>
      <p:sp>
        <p:nvSpPr>
          <p:cNvPr id="348" name="Freccia a pentagono 347">
            <a:extLst>
              <a:ext uri="{FF2B5EF4-FFF2-40B4-BE49-F238E27FC236}">
                <a16:creationId xmlns:a16="http://schemas.microsoft.com/office/drawing/2014/main" id="{ED12C63A-4E22-D5E7-943F-A5D06ADE3E3E}"/>
              </a:ext>
            </a:extLst>
          </p:cNvPr>
          <p:cNvSpPr/>
          <p:nvPr/>
        </p:nvSpPr>
        <p:spPr>
          <a:xfrm>
            <a:off x="1157248" y="8173592"/>
            <a:ext cx="527522" cy="152763"/>
          </a:xfrm>
          <a:prstGeom prst="homePlate">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r>
              <a:rPr lang="it-IT" sz="600" dirty="0"/>
              <a:t>BLOCCO 2</a:t>
            </a:r>
          </a:p>
        </p:txBody>
      </p:sp>
      <p:sp>
        <p:nvSpPr>
          <p:cNvPr id="349" name="Freccia a pentagono 348">
            <a:extLst>
              <a:ext uri="{FF2B5EF4-FFF2-40B4-BE49-F238E27FC236}">
                <a16:creationId xmlns:a16="http://schemas.microsoft.com/office/drawing/2014/main" id="{F1D63F1B-8FB5-5F2D-3B89-23A3886F1580}"/>
              </a:ext>
            </a:extLst>
          </p:cNvPr>
          <p:cNvSpPr/>
          <p:nvPr/>
        </p:nvSpPr>
        <p:spPr>
          <a:xfrm>
            <a:off x="1178967" y="8426603"/>
            <a:ext cx="527522" cy="152763"/>
          </a:xfrm>
          <a:prstGeom prst="homePlate">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r>
              <a:rPr lang="it-IT" sz="600" dirty="0"/>
              <a:t>BLOCCO 4</a:t>
            </a:r>
          </a:p>
        </p:txBody>
      </p:sp>
      <p:sp>
        <p:nvSpPr>
          <p:cNvPr id="351" name="CasellaDiTesto 350">
            <a:extLst>
              <a:ext uri="{FF2B5EF4-FFF2-40B4-BE49-F238E27FC236}">
                <a16:creationId xmlns:a16="http://schemas.microsoft.com/office/drawing/2014/main" id="{E436BE43-44CA-FAF9-233D-9C9D0941704B}"/>
              </a:ext>
            </a:extLst>
          </p:cNvPr>
          <p:cNvSpPr txBox="1"/>
          <p:nvPr/>
        </p:nvSpPr>
        <p:spPr>
          <a:xfrm>
            <a:off x="3810638" y="7063995"/>
            <a:ext cx="250296" cy="1077218"/>
          </a:xfrm>
          <a:prstGeom prst="rect">
            <a:avLst/>
          </a:prstGeom>
          <a:noFill/>
        </p:spPr>
        <p:txBody>
          <a:bodyPr wrap="square" rtlCol="0">
            <a:spAutoFit/>
          </a:bodyPr>
          <a:lstStyle/>
          <a:p>
            <a:pPr algn="ctr"/>
            <a:r>
              <a:rPr lang="it-IT" sz="1600" dirty="0">
                <a:solidFill>
                  <a:srgbClr val="795548"/>
                </a:solidFill>
              </a:rPr>
              <a:t>1</a:t>
            </a:r>
          </a:p>
          <a:p>
            <a:pPr algn="ctr"/>
            <a:r>
              <a:rPr lang="it-IT" sz="1600" dirty="0">
                <a:solidFill>
                  <a:srgbClr val="795548"/>
                </a:solidFill>
              </a:rPr>
              <a:t>2</a:t>
            </a:r>
          </a:p>
          <a:p>
            <a:pPr algn="ctr"/>
            <a:r>
              <a:rPr lang="it-IT" sz="1600" dirty="0">
                <a:solidFill>
                  <a:srgbClr val="795548"/>
                </a:solidFill>
              </a:rPr>
              <a:t>3</a:t>
            </a:r>
          </a:p>
          <a:p>
            <a:pPr algn="ctr"/>
            <a:r>
              <a:rPr lang="it-IT" sz="1600" dirty="0">
                <a:solidFill>
                  <a:srgbClr val="795548"/>
                </a:solidFill>
              </a:rPr>
              <a:t>4</a:t>
            </a:r>
          </a:p>
        </p:txBody>
      </p:sp>
      <p:sp>
        <p:nvSpPr>
          <p:cNvPr id="353" name="CasellaDiTesto 352">
            <a:extLst>
              <a:ext uri="{FF2B5EF4-FFF2-40B4-BE49-F238E27FC236}">
                <a16:creationId xmlns:a16="http://schemas.microsoft.com/office/drawing/2014/main" id="{411D73E7-A2CD-43ED-09CF-3329645398BB}"/>
              </a:ext>
            </a:extLst>
          </p:cNvPr>
          <p:cNvSpPr txBox="1"/>
          <p:nvPr/>
        </p:nvSpPr>
        <p:spPr>
          <a:xfrm>
            <a:off x="3665112" y="8886544"/>
            <a:ext cx="443232" cy="1077218"/>
          </a:xfrm>
          <a:prstGeom prst="rect">
            <a:avLst/>
          </a:prstGeom>
          <a:noFill/>
        </p:spPr>
        <p:txBody>
          <a:bodyPr wrap="square">
            <a:spAutoFit/>
          </a:bodyPr>
          <a:lstStyle/>
          <a:p>
            <a:pPr algn="ctr"/>
            <a:r>
              <a:rPr lang="it-IT" sz="1600" dirty="0">
                <a:solidFill>
                  <a:srgbClr val="795548"/>
                </a:solidFill>
              </a:rPr>
              <a:t>29</a:t>
            </a:r>
          </a:p>
          <a:p>
            <a:pPr algn="ctr"/>
            <a:r>
              <a:rPr lang="it-IT" sz="1600" dirty="0">
                <a:solidFill>
                  <a:srgbClr val="795548"/>
                </a:solidFill>
              </a:rPr>
              <a:t>30</a:t>
            </a:r>
          </a:p>
          <a:p>
            <a:pPr algn="ctr"/>
            <a:r>
              <a:rPr lang="it-IT" sz="1600" dirty="0">
                <a:solidFill>
                  <a:srgbClr val="795548"/>
                </a:solidFill>
              </a:rPr>
              <a:t>31</a:t>
            </a:r>
          </a:p>
          <a:p>
            <a:pPr algn="ctr"/>
            <a:r>
              <a:rPr lang="it-IT" sz="1600" dirty="0">
                <a:solidFill>
                  <a:srgbClr val="795548"/>
                </a:solidFill>
              </a:rPr>
              <a:t>32</a:t>
            </a:r>
          </a:p>
        </p:txBody>
      </p:sp>
      <p:sp>
        <p:nvSpPr>
          <p:cNvPr id="354" name="CasellaDiTesto 353">
            <a:extLst>
              <a:ext uri="{FF2B5EF4-FFF2-40B4-BE49-F238E27FC236}">
                <a16:creationId xmlns:a16="http://schemas.microsoft.com/office/drawing/2014/main" id="{EB9D3410-94DD-DA73-55DE-2FEDEFFAC57F}"/>
              </a:ext>
            </a:extLst>
          </p:cNvPr>
          <p:cNvSpPr txBox="1"/>
          <p:nvPr/>
        </p:nvSpPr>
        <p:spPr>
          <a:xfrm>
            <a:off x="3336712" y="7042831"/>
            <a:ext cx="599733" cy="1083566"/>
          </a:xfrm>
          <a:prstGeom prst="rect">
            <a:avLst/>
          </a:prstGeom>
          <a:noFill/>
        </p:spPr>
        <p:txBody>
          <a:bodyPr wrap="square" rtlCol="0">
            <a:spAutoFit/>
          </a:bodyPr>
          <a:lstStyle/>
          <a:p>
            <a:pPr algn="ctr">
              <a:lnSpc>
                <a:spcPct val="150000"/>
              </a:lnSpc>
            </a:pPr>
            <a:r>
              <a:rPr lang="it-IT" sz="1100" dirty="0">
                <a:solidFill>
                  <a:srgbClr val="795548"/>
                </a:solidFill>
              </a:rPr>
              <a:t>blocco</a:t>
            </a:r>
            <a:br>
              <a:rPr lang="it-IT" sz="1100" dirty="0">
                <a:solidFill>
                  <a:srgbClr val="795548"/>
                </a:solidFill>
              </a:rPr>
            </a:br>
            <a:r>
              <a:rPr lang="it-IT" sz="1100" dirty="0">
                <a:solidFill>
                  <a:srgbClr val="795548"/>
                </a:solidFill>
              </a:rPr>
              <a:t>blocco</a:t>
            </a:r>
          </a:p>
          <a:p>
            <a:pPr algn="ctr">
              <a:lnSpc>
                <a:spcPct val="150000"/>
              </a:lnSpc>
            </a:pPr>
            <a:r>
              <a:rPr lang="it-IT" sz="1100" dirty="0">
                <a:solidFill>
                  <a:srgbClr val="795548"/>
                </a:solidFill>
              </a:rPr>
              <a:t>blocco</a:t>
            </a:r>
            <a:br>
              <a:rPr lang="it-IT" sz="1100" dirty="0">
                <a:solidFill>
                  <a:srgbClr val="795548"/>
                </a:solidFill>
              </a:rPr>
            </a:br>
            <a:r>
              <a:rPr lang="it-IT" sz="1100" dirty="0">
                <a:solidFill>
                  <a:srgbClr val="795548"/>
                </a:solidFill>
              </a:rPr>
              <a:t>blocco</a:t>
            </a:r>
          </a:p>
        </p:txBody>
      </p:sp>
      <p:sp>
        <p:nvSpPr>
          <p:cNvPr id="356" name="CasellaDiTesto 355">
            <a:extLst>
              <a:ext uri="{FF2B5EF4-FFF2-40B4-BE49-F238E27FC236}">
                <a16:creationId xmlns:a16="http://schemas.microsoft.com/office/drawing/2014/main" id="{421B5E71-2741-1797-9852-D1BAFFB3780F}"/>
              </a:ext>
            </a:extLst>
          </p:cNvPr>
          <p:cNvSpPr txBox="1"/>
          <p:nvPr/>
        </p:nvSpPr>
        <p:spPr>
          <a:xfrm>
            <a:off x="3271708" y="8867705"/>
            <a:ext cx="599733" cy="1083566"/>
          </a:xfrm>
          <a:prstGeom prst="rect">
            <a:avLst/>
          </a:prstGeom>
          <a:noFill/>
        </p:spPr>
        <p:txBody>
          <a:bodyPr wrap="square" rtlCol="0">
            <a:spAutoFit/>
          </a:bodyPr>
          <a:lstStyle/>
          <a:p>
            <a:pPr algn="ctr">
              <a:lnSpc>
                <a:spcPct val="150000"/>
              </a:lnSpc>
            </a:pPr>
            <a:r>
              <a:rPr lang="it-IT" sz="1100" dirty="0">
                <a:solidFill>
                  <a:srgbClr val="795548"/>
                </a:solidFill>
              </a:rPr>
              <a:t>blocco</a:t>
            </a:r>
            <a:br>
              <a:rPr lang="it-IT" sz="1100" dirty="0">
                <a:solidFill>
                  <a:srgbClr val="795548"/>
                </a:solidFill>
              </a:rPr>
            </a:br>
            <a:r>
              <a:rPr lang="it-IT" sz="1100" dirty="0">
                <a:solidFill>
                  <a:srgbClr val="795548"/>
                </a:solidFill>
              </a:rPr>
              <a:t>blocco</a:t>
            </a:r>
          </a:p>
          <a:p>
            <a:pPr algn="ctr">
              <a:lnSpc>
                <a:spcPct val="150000"/>
              </a:lnSpc>
            </a:pPr>
            <a:r>
              <a:rPr lang="it-IT" sz="1100" dirty="0">
                <a:solidFill>
                  <a:srgbClr val="795548"/>
                </a:solidFill>
              </a:rPr>
              <a:t>blocco</a:t>
            </a:r>
            <a:br>
              <a:rPr lang="it-IT" sz="1100" dirty="0">
                <a:solidFill>
                  <a:srgbClr val="795548"/>
                </a:solidFill>
              </a:rPr>
            </a:br>
            <a:r>
              <a:rPr lang="it-IT" sz="1100" dirty="0">
                <a:solidFill>
                  <a:srgbClr val="795548"/>
                </a:solidFill>
              </a:rPr>
              <a:t>blocco</a:t>
            </a:r>
          </a:p>
        </p:txBody>
      </p:sp>
      <p:cxnSp>
        <p:nvCxnSpPr>
          <p:cNvPr id="357" name="Connettore diritto 356">
            <a:extLst>
              <a:ext uri="{FF2B5EF4-FFF2-40B4-BE49-F238E27FC236}">
                <a16:creationId xmlns:a16="http://schemas.microsoft.com/office/drawing/2014/main" id="{F1DE3E00-6E0A-AC55-8463-228ECE6E6C02}"/>
              </a:ext>
            </a:extLst>
          </p:cNvPr>
          <p:cNvCxnSpPr>
            <a:cxnSpLocks/>
          </p:cNvCxnSpPr>
          <p:nvPr/>
        </p:nvCxnSpPr>
        <p:spPr>
          <a:xfrm flipH="1">
            <a:off x="1403241" y="6967707"/>
            <a:ext cx="1077487" cy="569267"/>
          </a:xfrm>
          <a:prstGeom prst="line">
            <a:avLst/>
          </a:prstGeom>
          <a:ln>
            <a:solidFill>
              <a:srgbClr val="795548"/>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ttore diritto 364">
            <a:extLst>
              <a:ext uri="{FF2B5EF4-FFF2-40B4-BE49-F238E27FC236}">
                <a16:creationId xmlns:a16="http://schemas.microsoft.com/office/drawing/2014/main" id="{2F78E9D6-E4F9-423B-AB2E-6642591B9980}"/>
              </a:ext>
            </a:extLst>
          </p:cNvPr>
          <p:cNvCxnSpPr>
            <a:cxnSpLocks/>
          </p:cNvCxnSpPr>
          <p:nvPr/>
        </p:nvCxnSpPr>
        <p:spPr>
          <a:xfrm>
            <a:off x="4607113" y="8086670"/>
            <a:ext cx="0" cy="843849"/>
          </a:xfrm>
          <a:prstGeom prst="line">
            <a:avLst/>
          </a:prstGeom>
          <a:ln w="9525">
            <a:solidFill>
              <a:srgbClr val="795548"/>
            </a:solidFill>
          </a:ln>
        </p:spPr>
        <p:style>
          <a:lnRef idx="2">
            <a:schemeClr val="accent1"/>
          </a:lnRef>
          <a:fillRef idx="0">
            <a:schemeClr val="accent1"/>
          </a:fillRef>
          <a:effectRef idx="1">
            <a:schemeClr val="accent1"/>
          </a:effectRef>
          <a:fontRef idx="minor">
            <a:schemeClr val="tx1"/>
          </a:fontRef>
        </p:style>
      </p:cxnSp>
      <p:cxnSp>
        <p:nvCxnSpPr>
          <p:cNvPr id="366" name="Connettore diritto 365">
            <a:extLst>
              <a:ext uri="{FF2B5EF4-FFF2-40B4-BE49-F238E27FC236}">
                <a16:creationId xmlns:a16="http://schemas.microsoft.com/office/drawing/2014/main" id="{6E49E765-697A-6C36-B675-3D1F77F9A463}"/>
              </a:ext>
            </a:extLst>
          </p:cNvPr>
          <p:cNvCxnSpPr>
            <a:cxnSpLocks/>
          </p:cNvCxnSpPr>
          <p:nvPr/>
        </p:nvCxnSpPr>
        <p:spPr>
          <a:xfrm>
            <a:off x="3359468" y="8086670"/>
            <a:ext cx="0" cy="883537"/>
          </a:xfrm>
          <a:prstGeom prst="line">
            <a:avLst/>
          </a:prstGeom>
          <a:ln w="9525">
            <a:solidFill>
              <a:srgbClr val="795548"/>
            </a:solidFill>
          </a:ln>
        </p:spPr>
        <p:style>
          <a:lnRef idx="2">
            <a:schemeClr val="accent1"/>
          </a:lnRef>
          <a:fillRef idx="0">
            <a:schemeClr val="accent1"/>
          </a:fillRef>
          <a:effectRef idx="1">
            <a:schemeClr val="accent1"/>
          </a:effectRef>
          <a:fontRef idx="minor">
            <a:schemeClr val="tx1"/>
          </a:fontRef>
        </p:style>
      </p:cxnSp>
      <p:sp>
        <p:nvSpPr>
          <p:cNvPr id="368" name="Rettangolo 367">
            <a:extLst>
              <a:ext uri="{FF2B5EF4-FFF2-40B4-BE49-F238E27FC236}">
                <a16:creationId xmlns:a16="http://schemas.microsoft.com/office/drawing/2014/main" id="{F6C01C16-86ED-D9A6-B663-AF72C06683A8}"/>
              </a:ext>
            </a:extLst>
          </p:cNvPr>
          <p:cNvSpPr/>
          <p:nvPr/>
        </p:nvSpPr>
        <p:spPr>
          <a:xfrm>
            <a:off x="3018203" y="6573289"/>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34009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93" name="Freccia a pentagono 92">
            <a:extLst>
              <a:ext uri="{FF2B5EF4-FFF2-40B4-BE49-F238E27FC236}">
                <a16:creationId xmlns:a16="http://schemas.microsoft.com/office/drawing/2014/main" id="{D3FEFB1D-F4A9-C985-9FF8-C87D54193487}"/>
              </a:ext>
            </a:extLst>
          </p:cNvPr>
          <p:cNvSpPr/>
          <p:nvPr/>
        </p:nvSpPr>
        <p:spPr>
          <a:xfrm>
            <a:off x="1388475" y="7484945"/>
            <a:ext cx="459549" cy="135472"/>
          </a:xfrm>
          <a:prstGeom prst="homePlate">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t>00</a:t>
            </a:r>
          </a:p>
        </p:txBody>
      </p:sp>
      <p:sp>
        <p:nvSpPr>
          <p:cNvPr id="92" name="Rettangolo con angoli arrotondati 91">
            <a:extLst>
              <a:ext uri="{FF2B5EF4-FFF2-40B4-BE49-F238E27FC236}">
                <a16:creationId xmlns:a16="http://schemas.microsoft.com/office/drawing/2014/main" id="{13CFD054-8872-373A-CBD6-DE5651A8408F}"/>
              </a:ext>
            </a:extLst>
          </p:cNvPr>
          <p:cNvSpPr/>
          <p:nvPr/>
        </p:nvSpPr>
        <p:spPr>
          <a:xfrm>
            <a:off x="3820033" y="7197222"/>
            <a:ext cx="655661" cy="165375"/>
          </a:xfrm>
          <a:prstGeom prst="roundRect">
            <a:avLst/>
          </a:prstGeom>
          <a:solidFill>
            <a:srgbClr val="FF654C">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Freccia a pentagono 17">
            <a:extLst>
              <a:ext uri="{FF2B5EF4-FFF2-40B4-BE49-F238E27FC236}">
                <a16:creationId xmlns:a16="http://schemas.microsoft.com/office/drawing/2014/main" id="{D761EAF6-23AA-00C9-AF86-0D0E4CAD4E3C}"/>
              </a:ext>
            </a:extLst>
          </p:cNvPr>
          <p:cNvSpPr/>
          <p:nvPr/>
        </p:nvSpPr>
        <p:spPr>
          <a:xfrm rot="10800000">
            <a:off x="5545837" y="9421566"/>
            <a:ext cx="2008019" cy="1024351"/>
          </a:xfrm>
          <a:prstGeom prst="homePlate">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object 241">
            <a:extLst>
              <a:ext uri="{FF2B5EF4-FFF2-40B4-BE49-F238E27FC236}">
                <a16:creationId xmlns:a16="http://schemas.microsoft.com/office/drawing/2014/main" id="{4C99DF51-BF81-0413-00CA-F1B68858AF16}"/>
              </a:ext>
            </a:extLst>
          </p:cNvPr>
          <p:cNvSpPr txBox="1"/>
          <p:nvPr/>
        </p:nvSpPr>
        <p:spPr>
          <a:xfrm>
            <a:off x="114209" y="79841"/>
            <a:ext cx="6972391" cy="1024351"/>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COME ASSOCIARE UN BLOCCO IN MEMORIA AD UNA POSIZIONE IN CACHE</a:t>
            </a:r>
          </a:p>
        </p:txBody>
      </p:sp>
      <p:sp>
        <p:nvSpPr>
          <p:cNvPr id="10" name="object 166">
            <a:extLst>
              <a:ext uri="{FF2B5EF4-FFF2-40B4-BE49-F238E27FC236}">
                <a16:creationId xmlns:a16="http://schemas.microsoft.com/office/drawing/2014/main" id="{DF5000CC-A9B9-78AC-A62D-B4313AD18120}"/>
              </a:ext>
            </a:extLst>
          </p:cNvPr>
          <p:cNvSpPr/>
          <p:nvPr/>
        </p:nvSpPr>
        <p:spPr>
          <a:xfrm>
            <a:off x="-4263692" y="883960"/>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2" name="object 168">
            <a:extLst>
              <a:ext uri="{FF2B5EF4-FFF2-40B4-BE49-F238E27FC236}">
                <a16:creationId xmlns:a16="http://schemas.microsoft.com/office/drawing/2014/main" id="{6A095960-656B-8CB8-8008-CEDAE28A045B}"/>
              </a:ext>
            </a:extLst>
          </p:cNvPr>
          <p:cNvSpPr txBox="1"/>
          <p:nvPr/>
        </p:nvSpPr>
        <p:spPr>
          <a:xfrm>
            <a:off x="3324443" y="1577950"/>
            <a:ext cx="863555" cy="321882"/>
          </a:xfrm>
          <a:prstGeom prst="rect">
            <a:avLst/>
          </a:prstGeom>
        </p:spPr>
        <p:txBody>
          <a:bodyPr vert="horz" wrap="square" lIns="0" tIns="13970" rIns="0" bIns="0" rtlCol="0" anchor="b">
            <a:spAutoFit/>
          </a:bodyPr>
          <a:lstStyle/>
          <a:p>
            <a:pPr marL="12700" algn="ctr">
              <a:lnSpc>
                <a:spcPct val="100000"/>
              </a:lnSpc>
              <a:spcBef>
                <a:spcPts val="110"/>
              </a:spcBef>
            </a:pPr>
            <a:r>
              <a:rPr lang="it-IT" sz="2000" dirty="0">
                <a:solidFill>
                  <a:srgbClr val="B85237"/>
                </a:solidFill>
                <a:latin typeface="A Font 1" panose="02000503000000000000" pitchFamily="2" charset="0"/>
                <a:cs typeface="Trebuchet MS"/>
              </a:rPr>
              <a:t>CACHE</a:t>
            </a:r>
            <a:endParaRPr sz="2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3" name="CasellaDiTesto 2">
            <a:extLst>
              <a:ext uri="{FF2B5EF4-FFF2-40B4-BE49-F238E27FC236}">
                <a16:creationId xmlns:a16="http://schemas.microsoft.com/office/drawing/2014/main" id="{C170CF44-3A75-2DB4-7386-2C0970067C7C}"/>
              </a:ext>
            </a:extLst>
          </p:cNvPr>
          <p:cNvSpPr txBox="1"/>
          <p:nvPr/>
        </p:nvSpPr>
        <p:spPr>
          <a:xfrm>
            <a:off x="-6963846" y="4805340"/>
            <a:ext cx="4523874" cy="2308324"/>
          </a:xfrm>
          <a:prstGeom prst="rect">
            <a:avLst/>
          </a:prstGeom>
          <a:noFill/>
        </p:spPr>
        <p:txBody>
          <a:bodyPr wrap="square">
            <a:spAutoFit/>
          </a:bodyPr>
          <a:lstStyle/>
          <a:p>
            <a:r>
              <a:rPr lang="it-IT" dirty="0"/>
              <a:t>Visto che la cache è molto più piccola della </a:t>
            </a:r>
            <a:r>
              <a:rPr lang="it-IT" dirty="0" err="1"/>
              <a:t>ram</a:t>
            </a:r>
            <a:r>
              <a:rPr lang="it-IT" dirty="0"/>
              <a:t> non la devi sprecare. La dividi in parti che si chiamano set, ogni set ha più blocchi. Ogni blocco in </a:t>
            </a:r>
            <a:r>
              <a:rPr lang="it-IT" dirty="0" err="1"/>
              <a:t>ram</a:t>
            </a:r>
            <a:r>
              <a:rPr lang="it-IT" dirty="0"/>
              <a:t> può finire in uno specifico set in modo da gestire più velocemente la RAM visto che non puoi mettere i blocchi a caso, altrimenti non sapresti come andare a pescarteli</a:t>
            </a:r>
          </a:p>
        </p:txBody>
      </p:sp>
      <p:sp>
        <p:nvSpPr>
          <p:cNvPr id="17" name="CasellaDiTesto 16">
            <a:extLst>
              <a:ext uri="{FF2B5EF4-FFF2-40B4-BE49-F238E27FC236}">
                <a16:creationId xmlns:a16="http://schemas.microsoft.com/office/drawing/2014/main" id="{CCB9766D-0BBB-6B00-3DA3-C22CE258EC8C}"/>
              </a:ext>
            </a:extLst>
          </p:cNvPr>
          <p:cNvSpPr txBox="1"/>
          <p:nvPr/>
        </p:nvSpPr>
        <p:spPr>
          <a:xfrm>
            <a:off x="2625825" y="631205"/>
            <a:ext cx="3543391" cy="385072"/>
          </a:xfrm>
          <a:prstGeom prst="rect">
            <a:avLst/>
          </a:prstGeom>
          <a:solidFill>
            <a:schemeClr val="bg1"/>
          </a:solidFill>
        </p:spPr>
        <p:txBody>
          <a:bodyPr wrap="square" anchor="ctr">
            <a:noAutofit/>
          </a:bodyPr>
          <a:lstStyle/>
          <a:p>
            <a:r>
              <a:rPr lang="it-IT" sz="2800" dirty="0">
                <a:solidFill>
                  <a:srgbClr val="FF654C"/>
                </a:solidFill>
                <a:latin typeface="A Font 1" panose="02000503000000000000" pitchFamily="2" charset="0"/>
                <a:cs typeface="Carlito"/>
              </a:rPr>
              <a:t>METODI DI INDIRIZZAMENTO</a:t>
            </a:r>
            <a:endParaRPr lang="it-IT" sz="2800" dirty="0">
              <a:solidFill>
                <a:srgbClr val="FF654C"/>
              </a:solidFill>
            </a:endParaRPr>
          </a:p>
        </p:txBody>
      </p:sp>
      <p:sp>
        <p:nvSpPr>
          <p:cNvPr id="19" name="CasellaDiTesto 18">
            <a:extLst>
              <a:ext uri="{FF2B5EF4-FFF2-40B4-BE49-F238E27FC236}">
                <a16:creationId xmlns:a16="http://schemas.microsoft.com/office/drawing/2014/main" id="{A2C49E7F-5B3D-8D00-CEF6-66547EFD996B}"/>
              </a:ext>
            </a:extLst>
          </p:cNvPr>
          <p:cNvSpPr txBox="1"/>
          <p:nvPr/>
        </p:nvSpPr>
        <p:spPr>
          <a:xfrm>
            <a:off x="114210" y="1360362"/>
            <a:ext cx="1479460" cy="385072"/>
          </a:xfrm>
          <a:prstGeom prst="rect">
            <a:avLst/>
          </a:prstGeom>
          <a:solidFill>
            <a:srgbClr val="795548"/>
          </a:solidFill>
        </p:spPr>
        <p:txBody>
          <a:bodyPr wrap="square" anchor="ctr">
            <a:noAutofit/>
          </a:bodyPr>
          <a:lstStyle/>
          <a:p>
            <a:r>
              <a:rPr lang="it-IT" sz="2800" dirty="0">
                <a:solidFill>
                  <a:srgbClr val="FAF6EF"/>
                </a:solidFill>
                <a:latin typeface="A Font 1" panose="02000503000000000000" pitchFamily="2" charset="0"/>
              </a:rPr>
              <a:t>DIRETTO</a:t>
            </a:r>
            <a:endParaRPr lang="it-IT" sz="2800" dirty="0">
              <a:solidFill>
                <a:srgbClr val="FAF6EF"/>
              </a:solidFill>
            </a:endParaRPr>
          </a:p>
        </p:txBody>
      </p:sp>
      <p:sp>
        <p:nvSpPr>
          <p:cNvPr id="20" name="object 123">
            <a:extLst>
              <a:ext uri="{FF2B5EF4-FFF2-40B4-BE49-F238E27FC236}">
                <a16:creationId xmlns:a16="http://schemas.microsoft.com/office/drawing/2014/main" id="{A4BC3734-24E5-E160-BEF1-989CABB3ED4E}"/>
              </a:ext>
            </a:extLst>
          </p:cNvPr>
          <p:cNvSpPr/>
          <p:nvPr/>
        </p:nvSpPr>
        <p:spPr>
          <a:xfrm>
            <a:off x="8411394" y="6286187"/>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53965613-F021-8EE1-4324-B582490CDDDB}"/>
              </a:ext>
            </a:extLst>
          </p:cNvPr>
          <p:cNvSpPr/>
          <p:nvPr/>
        </p:nvSpPr>
        <p:spPr>
          <a:xfrm>
            <a:off x="5595199" y="1510400"/>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2" name="object 123">
            <a:extLst>
              <a:ext uri="{FF2B5EF4-FFF2-40B4-BE49-F238E27FC236}">
                <a16:creationId xmlns:a16="http://schemas.microsoft.com/office/drawing/2014/main" id="{1B67DCA1-7892-1026-5329-9A2ACA03E4FD}"/>
              </a:ext>
            </a:extLst>
          </p:cNvPr>
          <p:cNvSpPr/>
          <p:nvPr/>
        </p:nvSpPr>
        <p:spPr>
          <a:xfrm>
            <a:off x="5622084" y="2616726"/>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cxnSp>
        <p:nvCxnSpPr>
          <p:cNvPr id="26" name="Connettore diritto 25">
            <a:extLst>
              <a:ext uri="{FF2B5EF4-FFF2-40B4-BE49-F238E27FC236}">
                <a16:creationId xmlns:a16="http://schemas.microsoft.com/office/drawing/2014/main" id="{050101FA-2C20-6175-5F20-BD6B429561B2}"/>
              </a:ext>
            </a:extLst>
          </p:cNvPr>
          <p:cNvCxnSpPr/>
          <p:nvPr/>
        </p:nvCxnSpPr>
        <p:spPr>
          <a:xfrm flipV="1">
            <a:off x="4373992" y="1510400"/>
            <a:ext cx="1221207" cy="512175"/>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ttore diritto 27">
            <a:extLst>
              <a:ext uri="{FF2B5EF4-FFF2-40B4-BE49-F238E27FC236}">
                <a16:creationId xmlns:a16="http://schemas.microsoft.com/office/drawing/2014/main" id="{50ED90A0-EDDE-142B-717B-D569E27F35B6}"/>
              </a:ext>
            </a:extLst>
          </p:cNvPr>
          <p:cNvCxnSpPr>
            <a:cxnSpLocks/>
          </p:cNvCxnSpPr>
          <p:nvPr/>
        </p:nvCxnSpPr>
        <p:spPr>
          <a:xfrm flipV="1">
            <a:off x="4422357" y="2510501"/>
            <a:ext cx="1172842" cy="496258"/>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sp>
        <p:nvSpPr>
          <p:cNvPr id="29" name="CasellaDiTesto 28">
            <a:extLst>
              <a:ext uri="{FF2B5EF4-FFF2-40B4-BE49-F238E27FC236}">
                <a16:creationId xmlns:a16="http://schemas.microsoft.com/office/drawing/2014/main" id="{420A9846-1A8C-A1B5-EC08-FC4E60824392}"/>
              </a:ext>
            </a:extLst>
          </p:cNvPr>
          <p:cNvSpPr txBox="1"/>
          <p:nvPr/>
        </p:nvSpPr>
        <p:spPr>
          <a:xfrm>
            <a:off x="3026006" y="2033447"/>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30" name="CasellaDiTesto 29">
            <a:extLst>
              <a:ext uri="{FF2B5EF4-FFF2-40B4-BE49-F238E27FC236}">
                <a16:creationId xmlns:a16="http://schemas.microsoft.com/office/drawing/2014/main" id="{78E5321D-5AF6-154E-9C20-6F13DCD8A2B9}"/>
              </a:ext>
            </a:extLst>
          </p:cNvPr>
          <p:cNvSpPr txBox="1"/>
          <p:nvPr/>
        </p:nvSpPr>
        <p:spPr>
          <a:xfrm>
            <a:off x="5635376" y="1476671"/>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31" name="CasellaDiTesto 30">
            <a:extLst>
              <a:ext uri="{FF2B5EF4-FFF2-40B4-BE49-F238E27FC236}">
                <a16:creationId xmlns:a16="http://schemas.microsoft.com/office/drawing/2014/main" id="{AE142E5A-109B-0753-BD1A-D70CD3535637}"/>
              </a:ext>
            </a:extLst>
          </p:cNvPr>
          <p:cNvSpPr txBox="1"/>
          <p:nvPr/>
        </p:nvSpPr>
        <p:spPr>
          <a:xfrm>
            <a:off x="5625404" y="2590292"/>
            <a:ext cx="293670" cy="1077218"/>
          </a:xfrm>
          <a:prstGeom prst="rect">
            <a:avLst/>
          </a:prstGeom>
          <a:noFill/>
        </p:spPr>
        <p:txBody>
          <a:bodyPr wrap="none" rtlCol="0">
            <a:spAutoFit/>
          </a:bodyPr>
          <a:lstStyle/>
          <a:p>
            <a:r>
              <a:rPr lang="it-IT" sz="1600" dirty="0">
                <a:solidFill>
                  <a:srgbClr val="997E71"/>
                </a:solidFill>
              </a:rPr>
              <a:t>5</a:t>
            </a:r>
            <a:br>
              <a:rPr lang="it-IT" sz="1600" dirty="0">
                <a:solidFill>
                  <a:srgbClr val="997E71"/>
                </a:solidFill>
              </a:rPr>
            </a:br>
            <a:r>
              <a:rPr lang="it-IT" sz="1600" dirty="0">
                <a:solidFill>
                  <a:srgbClr val="997E71"/>
                </a:solidFill>
              </a:rPr>
              <a:t>6</a:t>
            </a:r>
            <a:br>
              <a:rPr lang="it-IT" sz="1600" dirty="0">
                <a:solidFill>
                  <a:srgbClr val="997E71"/>
                </a:solidFill>
              </a:rPr>
            </a:br>
            <a:r>
              <a:rPr lang="it-IT" sz="1600" dirty="0">
                <a:solidFill>
                  <a:srgbClr val="997E71"/>
                </a:solidFill>
              </a:rPr>
              <a:t>7</a:t>
            </a:r>
            <a:br>
              <a:rPr lang="it-IT" sz="1600" dirty="0">
                <a:solidFill>
                  <a:srgbClr val="997E71"/>
                </a:solidFill>
              </a:rPr>
            </a:br>
            <a:r>
              <a:rPr lang="it-IT" sz="1600" dirty="0">
                <a:solidFill>
                  <a:srgbClr val="997E71"/>
                </a:solidFill>
              </a:rPr>
              <a:t>8</a:t>
            </a:r>
          </a:p>
        </p:txBody>
      </p:sp>
      <p:sp>
        <p:nvSpPr>
          <p:cNvPr id="36" name="CasellaDiTesto 35">
            <a:extLst>
              <a:ext uri="{FF2B5EF4-FFF2-40B4-BE49-F238E27FC236}">
                <a16:creationId xmlns:a16="http://schemas.microsoft.com/office/drawing/2014/main" id="{A2E9AF57-DF7E-6780-7174-CA83C9C36853}"/>
              </a:ext>
            </a:extLst>
          </p:cNvPr>
          <p:cNvSpPr txBox="1"/>
          <p:nvPr/>
        </p:nvSpPr>
        <p:spPr>
          <a:xfrm>
            <a:off x="144035" y="1883547"/>
            <a:ext cx="2725487" cy="2492990"/>
          </a:xfrm>
          <a:prstGeom prst="rect">
            <a:avLst/>
          </a:prstGeom>
          <a:noFill/>
        </p:spPr>
        <p:txBody>
          <a:bodyPr wrap="square">
            <a:spAutoFit/>
          </a:bodyPr>
          <a:lstStyle/>
          <a:p>
            <a:r>
              <a:rPr lang="it-IT" sz="1200" b="1" dirty="0">
                <a:solidFill>
                  <a:srgbClr val="997E71"/>
                </a:solidFill>
              </a:rPr>
              <a:t>I blocchi 1,2.. Fino a 4</a:t>
            </a:r>
          </a:p>
          <a:p>
            <a:r>
              <a:rPr lang="it-IT" sz="1200" b="1" dirty="0">
                <a:solidFill>
                  <a:srgbClr val="997E71"/>
                </a:solidFill>
              </a:rPr>
              <a:t>andranno  in 1,2,3,4,  </a:t>
            </a:r>
            <a:r>
              <a:rPr lang="it-IT" sz="1200" dirty="0">
                <a:solidFill>
                  <a:srgbClr val="997E71"/>
                </a:solidFill>
              </a:rPr>
              <a:t>siccome più blocchi sono caricabili nella medesima posizione, si può avere conflitto quando la posizione è occupata. Il conflitto è risolubile </a:t>
            </a:r>
          </a:p>
          <a:p>
            <a:r>
              <a:rPr lang="it-IT" sz="1200" b="1" dirty="0">
                <a:solidFill>
                  <a:srgbClr val="997E71"/>
                </a:solidFill>
              </a:rPr>
              <a:t>sovrascrivendo</a:t>
            </a:r>
            <a:r>
              <a:rPr lang="it-IT" sz="1200" dirty="0">
                <a:solidFill>
                  <a:srgbClr val="997E71"/>
                </a:solidFill>
              </a:rPr>
              <a:t> il </a:t>
            </a:r>
            <a:r>
              <a:rPr lang="it-IT" sz="1200" b="1" dirty="0">
                <a:solidFill>
                  <a:srgbClr val="997E71"/>
                </a:solidFill>
              </a:rPr>
              <a:t>contenuto</a:t>
            </a:r>
            <a:r>
              <a:rPr lang="it-IT" sz="1200" dirty="0">
                <a:solidFill>
                  <a:srgbClr val="997E71"/>
                </a:solidFill>
              </a:rPr>
              <a:t> della posizione, </a:t>
            </a:r>
            <a:r>
              <a:rPr lang="it-IT" sz="1200" b="1" dirty="0">
                <a:solidFill>
                  <a:srgbClr val="997E71"/>
                </a:solidFill>
              </a:rPr>
              <a:t>i blocchi 5,6,7..</a:t>
            </a:r>
          </a:p>
          <a:p>
            <a:r>
              <a:rPr lang="it-IT" sz="1200" dirty="0">
                <a:solidFill>
                  <a:srgbClr val="997E71"/>
                </a:solidFill>
              </a:rPr>
              <a:t>andranno </a:t>
            </a:r>
            <a:r>
              <a:rPr lang="it-IT" sz="1200" b="1" dirty="0">
                <a:solidFill>
                  <a:srgbClr val="997E71"/>
                </a:solidFill>
              </a:rPr>
              <a:t>a sovrascrivere i blocchi 1,2,3.. </a:t>
            </a:r>
            <a:r>
              <a:rPr lang="it-IT" sz="1200" dirty="0">
                <a:solidFill>
                  <a:srgbClr val="997E71"/>
                </a:solidFill>
              </a:rPr>
              <a:t>E così via, si sovrascrive  tramite i metodi di hit o miss, il blocco che ha in comune gli stessi bit di posizione</a:t>
            </a:r>
          </a:p>
        </p:txBody>
      </p:sp>
      <p:cxnSp>
        <p:nvCxnSpPr>
          <p:cNvPr id="38" name="Connettore diritto 37">
            <a:extLst>
              <a:ext uri="{FF2B5EF4-FFF2-40B4-BE49-F238E27FC236}">
                <a16:creationId xmlns:a16="http://schemas.microsoft.com/office/drawing/2014/main" id="{1F095EF4-F082-F0E0-233C-B6E5BABA5C97}"/>
              </a:ext>
            </a:extLst>
          </p:cNvPr>
          <p:cNvCxnSpPr>
            <a:cxnSpLocks/>
          </p:cNvCxnSpPr>
          <p:nvPr/>
        </p:nvCxnSpPr>
        <p:spPr>
          <a:xfrm>
            <a:off x="4399679" y="3022676"/>
            <a:ext cx="1279220" cy="585769"/>
          </a:xfrm>
          <a:prstGeom prst="line">
            <a:avLst/>
          </a:prstGeom>
          <a:ln>
            <a:solidFill>
              <a:srgbClr val="8FE0E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ttore diritto 40">
            <a:extLst>
              <a:ext uri="{FF2B5EF4-FFF2-40B4-BE49-F238E27FC236}">
                <a16:creationId xmlns:a16="http://schemas.microsoft.com/office/drawing/2014/main" id="{B0F331C6-C32B-CF2F-D9C5-71101597A1B2}"/>
              </a:ext>
            </a:extLst>
          </p:cNvPr>
          <p:cNvCxnSpPr>
            <a:cxnSpLocks/>
          </p:cNvCxnSpPr>
          <p:nvPr/>
        </p:nvCxnSpPr>
        <p:spPr>
          <a:xfrm>
            <a:off x="4428746" y="2109397"/>
            <a:ext cx="1206630" cy="584260"/>
          </a:xfrm>
          <a:prstGeom prst="line">
            <a:avLst/>
          </a:prstGeom>
          <a:ln>
            <a:solidFill>
              <a:srgbClr val="8FE0E8"/>
            </a:solidFill>
            <a:prstDash val="dash"/>
          </a:ln>
        </p:spPr>
        <p:style>
          <a:lnRef idx="2">
            <a:schemeClr val="accent1"/>
          </a:lnRef>
          <a:fillRef idx="0">
            <a:schemeClr val="accent1"/>
          </a:fillRef>
          <a:effectRef idx="1">
            <a:schemeClr val="accent1"/>
          </a:effectRef>
          <a:fontRef idx="minor">
            <a:schemeClr val="tx1"/>
          </a:fontRef>
        </p:style>
      </p:cxnSp>
      <p:sp>
        <p:nvSpPr>
          <p:cNvPr id="42" name="object 192">
            <a:extLst>
              <a:ext uri="{FF2B5EF4-FFF2-40B4-BE49-F238E27FC236}">
                <a16:creationId xmlns:a16="http://schemas.microsoft.com/office/drawing/2014/main" id="{7C46EF8F-5DBE-D90E-EA01-DEA483EBD119}"/>
              </a:ext>
            </a:extLst>
          </p:cNvPr>
          <p:cNvSpPr/>
          <p:nvPr/>
        </p:nvSpPr>
        <p:spPr>
          <a:xfrm>
            <a:off x="-991885" y="4641192"/>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44" name="object 193">
            <a:extLst>
              <a:ext uri="{FF2B5EF4-FFF2-40B4-BE49-F238E27FC236}">
                <a16:creationId xmlns:a16="http://schemas.microsoft.com/office/drawing/2014/main" id="{90C9D10E-A753-BB7C-1CEE-53B14F4EC8A5}"/>
              </a:ext>
            </a:extLst>
          </p:cNvPr>
          <p:cNvSpPr txBox="1"/>
          <p:nvPr/>
        </p:nvSpPr>
        <p:spPr>
          <a:xfrm>
            <a:off x="-1193753" y="5449893"/>
            <a:ext cx="708660" cy="166071"/>
          </a:xfrm>
          <a:prstGeom prst="rect">
            <a:avLst/>
          </a:prstGeom>
          <a:solidFill>
            <a:srgbClr val="8FE0E8"/>
          </a:solidFill>
        </p:spPr>
        <p:txBody>
          <a:bodyPr vert="horz" wrap="square" lIns="0" tIns="62865" rIns="0" bIns="0" rtlCol="0">
            <a:spAutoFit/>
          </a:bodyPr>
          <a:lstStyle/>
          <a:p>
            <a:pPr marL="49530" marR="147955">
              <a:lnSpc>
                <a:spcPts val="750"/>
              </a:lnSpc>
              <a:spcBef>
                <a:spcPts val="495"/>
              </a:spcBef>
            </a:pPr>
            <a:endParaRPr sz="750" dirty="0">
              <a:latin typeface="Carlito"/>
              <a:cs typeface="Carlito"/>
            </a:endParaRPr>
          </a:p>
        </p:txBody>
      </p:sp>
      <p:sp>
        <p:nvSpPr>
          <p:cNvPr id="52" name="CasellaDiTesto 51">
            <a:extLst>
              <a:ext uri="{FF2B5EF4-FFF2-40B4-BE49-F238E27FC236}">
                <a16:creationId xmlns:a16="http://schemas.microsoft.com/office/drawing/2014/main" id="{044A772A-547A-062C-8A04-FA6BBD24E9A7}"/>
              </a:ext>
            </a:extLst>
          </p:cNvPr>
          <p:cNvSpPr txBox="1"/>
          <p:nvPr/>
        </p:nvSpPr>
        <p:spPr>
          <a:xfrm>
            <a:off x="115312" y="4296434"/>
            <a:ext cx="7441188" cy="1754326"/>
          </a:xfrm>
          <a:prstGeom prst="rect">
            <a:avLst/>
          </a:prstGeom>
          <a:noFill/>
        </p:spPr>
        <p:txBody>
          <a:bodyPr wrap="square">
            <a:spAutoFit/>
          </a:bodyPr>
          <a:lstStyle>
            <a:defPPr>
              <a:defRPr lang="en-US"/>
            </a:defPPr>
            <a:lvl1pPr>
              <a:defRPr sz="1200" b="1">
                <a:solidFill>
                  <a:srgbClr val="997E71"/>
                </a:solidFill>
              </a:defRPr>
            </a:lvl1pPr>
          </a:lstStyle>
          <a:p>
            <a:r>
              <a:rPr lang="it-IT" b="0" dirty="0"/>
              <a:t>l’indirizzo è suddiviso in 3 campi: </a:t>
            </a:r>
          </a:p>
          <a:p>
            <a:pPr marL="171450" indent="-171450">
              <a:buFont typeface="Arial" panose="020B0604020202020204" pitchFamily="34" charset="0"/>
              <a:buChar char="•"/>
            </a:pPr>
            <a:r>
              <a:rPr lang="it-IT" b="0" dirty="0"/>
              <a:t>II </a:t>
            </a:r>
            <a:r>
              <a:rPr lang="it-IT" dirty="0"/>
              <a:t>campo spiazzamento/OFFSET </a:t>
            </a:r>
            <a:r>
              <a:rPr lang="it-IT" b="0" dirty="0"/>
              <a:t>sono i 3 BIT meno significativi dell’indirizzo e rappresenta lo spiazzamento che individua la parola all’interno del blocco di 4 parole</a:t>
            </a:r>
          </a:p>
          <a:p>
            <a:pPr marL="171450" indent="-171450">
              <a:buFont typeface="Arial" panose="020B0604020202020204" pitchFamily="34" charset="0"/>
              <a:buChar char="•"/>
            </a:pPr>
            <a:r>
              <a:rPr lang="it-IT" sz="1200" b="0" dirty="0">
                <a:solidFill>
                  <a:srgbClr val="997E71"/>
                </a:solidFill>
              </a:rPr>
              <a:t>Il </a:t>
            </a:r>
            <a:r>
              <a:rPr lang="it-IT" sz="1200" dirty="0">
                <a:solidFill>
                  <a:srgbClr val="997E71"/>
                </a:solidFill>
              </a:rPr>
              <a:t>campo blocco/PAGINA </a:t>
            </a:r>
            <a:r>
              <a:rPr lang="it-IT" sz="1200" b="0" dirty="0">
                <a:solidFill>
                  <a:srgbClr val="997E71"/>
                </a:solidFill>
              </a:rPr>
              <a:t>sono i 2 BIT centrali rappresenta il numero della posizione (che è unica) cui il blocco è destinato tra le 3 presenti</a:t>
            </a:r>
          </a:p>
          <a:p>
            <a:pPr marL="171450" indent="-171450">
              <a:buFont typeface="Arial" panose="020B0604020202020204" pitchFamily="34" charset="0"/>
              <a:buChar char="•"/>
            </a:pPr>
            <a:r>
              <a:rPr lang="it-IT" sz="1200" b="0" dirty="0">
                <a:solidFill>
                  <a:srgbClr val="997E71"/>
                </a:solidFill>
              </a:rPr>
              <a:t>Il </a:t>
            </a:r>
            <a:r>
              <a:rPr lang="it-IT" sz="1200" dirty="0">
                <a:solidFill>
                  <a:srgbClr val="997E71"/>
                </a:solidFill>
              </a:rPr>
              <a:t>campo etichetta</a:t>
            </a:r>
            <a:r>
              <a:rPr lang="it-IT" sz="1200" b="0" dirty="0">
                <a:solidFill>
                  <a:srgbClr val="997E71"/>
                </a:solidFill>
              </a:rPr>
              <a:t>, contenente i 5 BIT più significativi, viene registrato come etichetta associata alla posizione dove è stato caricato il blocco. L’etichetta identifica uno tra i 12 blocchi/4 posizioni = 3 blocchi caricabili nella posizione. </a:t>
            </a:r>
            <a:endParaRPr lang="it-IT" b="0" dirty="0"/>
          </a:p>
          <a:p>
            <a:pPr marL="171450" indent="-171450">
              <a:buFont typeface="Arial" panose="020B0604020202020204" pitchFamily="34" charset="0"/>
              <a:buChar char="•"/>
            </a:pPr>
            <a:endParaRPr lang="it-IT" b="0" dirty="0"/>
          </a:p>
        </p:txBody>
      </p:sp>
      <p:sp>
        <p:nvSpPr>
          <p:cNvPr id="102" name="object 123">
            <a:extLst>
              <a:ext uri="{FF2B5EF4-FFF2-40B4-BE49-F238E27FC236}">
                <a16:creationId xmlns:a16="http://schemas.microsoft.com/office/drawing/2014/main" id="{2365F5DF-C2C8-5473-453D-892E00B77910}"/>
              </a:ext>
            </a:extLst>
          </p:cNvPr>
          <p:cNvSpPr/>
          <p:nvPr/>
        </p:nvSpPr>
        <p:spPr>
          <a:xfrm>
            <a:off x="3013931" y="2041713"/>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03" name="object 123">
            <a:extLst>
              <a:ext uri="{FF2B5EF4-FFF2-40B4-BE49-F238E27FC236}">
                <a16:creationId xmlns:a16="http://schemas.microsoft.com/office/drawing/2014/main" id="{A1CA16D5-CD5D-EC2E-2DBF-4D627EB8E0AD}"/>
              </a:ext>
            </a:extLst>
          </p:cNvPr>
          <p:cNvSpPr/>
          <p:nvPr/>
        </p:nvSpPr>
        <p:spPr>
          <a:xfrm>
            <a:off x="8418982" y="6859002"/>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08" name="CasellaDiTesto 107">
            <a:extLst>
              <a:ext uri="{FF2B5EF4-FFF2-40B4-BE49-F238E27FC236}">
                <a16:creationId xmlns:a16="http://schemas.microsoft.com/office/drawing/2014/main" id="{2560331B-CB75-BE10-83B5-0651CA101A1D}"/>
              </a:ext>
            </a:extLst>
          </p:cNvPr>
          <p:cNvSpPr txBox="1"/>
          <p:nvPr/>
        </p:nvSpPr>
        <p:spPr>
          <a:xfrm>
            <a:off x="8374133" y="6233199"/>
            <a:ext cx="250390" cy="1261884"/>
          </a:xfrm>
          <a:prstGeom prst="rect">
            <a:avLst/>
          </a:prstGeom>
          <a:noFill/>
        </p:spPr>
        <p:txBody>
          <a:bodyPr wrap="none" rtlCol="0">
            <a:spAutoFit/>
          </a:bodyPr>
          <a:lstStyle/>
          <a:p>
            <a:r>
              <a:rPr lang="it-IT" sz="950" dirty="0">
                <a:solidFill>
                  <a:srgbClr val="997E71"/>
                </a:solidFill>
              </a:rPr>
              <a:t>1</a:t>
            </a:r>
          </a:p>
          <a:p>
            <a:r>
              <a:rPr lang="it-IT" sz="950" dirty="0">
                <a:solidFill>
                  <a:srgbClr val="997E71"/>
                </a:solidFill>
              </a:rPr>
              <a:t>2</a:t>
            </a:r>
          </a:p>
          <a:p>
            <a:r>
              <a:rPr lang="it-IT" sz="950" dirty="0">
                <a:solidFill>
                  <a:srgbClr val="997E71"/>
                </a:solidFill>
              </a:rPr>
              <a:t>3</a:t>
            </a:r>
          </a:p>
          <a:p>
            <a:r>
              <a:rPr lang="it-IT" sz="950" dirty="0">
                <a:solidFill>
                  <a:srgbClr val="997E71"/>
                </a:solidFill>
              </a:rPr>
              <a:t>4</a:t>
            </a:r>
          </a:p>
          <a:p>
            <a:r>
              <a:rPr lang="it-IT" sz="950" dirty="0">
                <a:solidFill>
                  <a:srgbClr val="997E71"/>
                </a:solidFill>
              </a:rPr>
              <a:t>5</a:t>
            </a:r>
            <a:br>
              <a:rPr lang="it-IT" sz="950" dirty="0">
                <a:solidFill>
                  <a:srgbClr val="997E71"/>
                </a:solidFill>
              </a:rPr>
            </a:br>
            <a:r>
              <a:rPr lang="it-IT" sz="950" dirty="0">
                <a:solidFill>
                  <a:srgbClr val="997E71"/>
                </a:solidFill>
              </a:rPr>
              <a:t>6</a:t>
            </a:r>
            <a:br>
              <a:rPr lang="it-IT" sz="950" dirty="0">
                <a:solidFill>
                  <a:srgbClr val="997E71"/>
                </a:solidFill>
              </a:rPr>
            </a:br>
            <a:r>
              <a:rPr lang="it-IT" sz="950" dirty="0">
                <a:solidFill>
                  <a:srgbClr val="997E71"/>
                </a:solidFill>
              </a:rPr>
              <a:t>7</a:t>
            </a:r>
            <a:br>
              <a:rPr lang="it-IT" sz="950" dirty="0">
                <a:solidFill>
                  <a:srgbClr val="997E71"/>
                </a:solidFill>
              </a:rPr>
            </a:br>
            <a:r>
              <a:rPr lang="it-IT" sz="950" dirty="0">
                <a:solidFill>
                  <a:srgbClr val="997E71"/>
                </a:solidFill>
              </a:rPr>
              <a:t>8</a:t>
            </a:r>
          </a:p>
        </p:txBody>
      </p:sp>
      <p:sp>
        <p:nvSpPr>
          <p:cNvPr id="110" name="Arco 109">
            <a:extLst>
              <a:ext uri="{FF2B5EF4-FFF2-40B4-BE49-F238E27FC236}">
                <a16:creationId xmlns:a16="http://schemas.microsoft.com/office/drawing/2014/main" id="{EBB201B5-2F93-D160-6702-81FE34BCC257}"/>
              </a:ext>
            </a:extLst>
          </p:cNvPr>
          <p:cNvSpPr/>
          <p:nvPr/>
        </p:nvSpPr>
        <p:spPr>
          <a:xfrm rot="1989983" flipV="1">
            <a:off x="4970561" y="5463027"/>
            <a:ext cx="1675599" cy="1521504"/>
          </a:xfrm>
          <a:prstGeom prst="arc">
            <a:avLst/>
          </a:prstGeom>
          <a:noFill/>
          <a:ln w="28575">
            <a:solidFill>
              <a:srgbClr val="997E71"/>
            </a:soli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nvGrpSpPr>
          <p:cNvPr id="146" name="Gruppo 145">
            <a:extLst>
              <a:ext uri="{FF2B5EF4-FFF2-40B4-BE49-F238E27FC236}">
                <a16:creationId xmlns:a16="http://schemas.microsoft.com/office/drawing/2014/main" id="{194F3B46-DF9C-A4B2-585B-43FD5A778EC2}"/>
              </a:ext>
            </a:extLst>
          </p:cNvPr>
          <p:cNvGrpSpPr/>
          <p:nvPr/>
        </p:nvGrpSpPr>
        <p:grpSpPr>
          <a:xfrm>
            <a:off x="8931737" y="6308173"/>
            <a:ext cx="153520" cy="98707"/>
            <a:chOff x="6635280" y="5132018"/>
            <a:chExt cx="153520" cy="98707"/>
          </a:xfrm>
        </p:grpSpPr>
        <p:sp>
          <p:nvSpPr>
            <p:cNvPr id="113" name="Rettangolo con angoli arrotondati 112">
              <a:extLst>
                <a:ext uri="{FF2B5EF4-FFF2-40B4-BE49-F238E27FC236}">
                  <a16:creationId xmlns:a16="http://schemas.microsoft.com/office/drawing/2014/main" id="{FE9DE6ED-A553-5446-B49A-16DAB4BC7A7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5" name="Rettangolo con angoli arrotondati 144">
              <a:extLst>
                <a:ext uri="{FF2B5EF4-FFF2-40B4-BE49-F238E27FC236}">
                  <a16:creationId xmlns:a16="http://schemas.microsoft.com/office/drawing/2014/main" id="{5006BA10-2313-3D9B-0653-71D7DD2D2259}"/>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47" name="Gruppo 146">
            <a:extLst>
              <a:ext uri="{FF2B5EF4-FFF2-40B4-BE49-F238E27FC236}">
                <a16:creationId xmlns:a16="http://schemas.microsoft.com/office/drawing/2014/main" id="{8A67E918-274F-EFAF-886B-995782D0366D}"/>
              </a:ext>
            </a:extLst>
          </p:cNvPr>
          <p:cNvGrpSpPr/>
          <p:nvPr/>
        </p:nvGrpSpPr>
        <p:grpSpPr>
          <a:xfrm>
            <a:off x="8931737" y="6450145"/>
            <a:ext cx="153520" cy="98707"/>
            <a:chOff x="6635280" y="5132018"/>
            <a:chExt cx="153520" cy="98707"/>
          </a:xfrm>
        </p:grpSpPr>
        <p:sp>
          <p:nvSpPr>
            <p:cNvPr id="148" name="Rettangolo con angoli arrotondati 147">
              <a:extLst>
                <a:ext uri="{FF2B5EF4-FFF2-40B4-BE49-F238E27FC236}">
                  <a16:creationId xmlns:a16="http://schemas.microsoft.com/office/drawing/2014/main" id="{22FF6D32-CE04-949E-CBF2-DF54A09D31B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9" name="Rettangolo con angoli arrotondati 148">
              <a:extLst>
                <a:ext uri="{FF2B5EF4-FFF2-40B4-BE49-F238E27FC236}">
                  <a16:creationId xmlns:a16="http://schemas.microsoft.com/office/drawing/2014/main" id="{09545140-CB54-E021-A311-35CB87CD17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0" name="Gruppo 149">
            <a:extLst>
              <a:ext uri="{FF2B5EF4-FFF2-40B4-BE49-F238E27FC236}">
                <a16:creationId xmlns:a16="http://schemas.microsoft.com/office/drawing/2014/main" id="{C4C064A7-4112-7CBB-78BC-C48046AD7F22}"/>
              </a:ext>
            </a:extLst>
          </p:cNvPr>
          <p:cNvGrpSpPr/>
          <p:nvPr/>
        </p:nvGrpSpPr>
        <p:grpSpPr>
          <a:xfrm>
            <a:off x="8931737" y="6592117"/>
            <a:ext cx="153520" cy="98707"/>
            <a:chOff x="6635280" y="5132018"/>
            <a:chExt cx="153520" cy="98707"/>
          </a:xfrm>
        </p:grpSpPr>
        <p:sp>
          <p:nvSpPr>
            <p:cNvPr id="151" name="Rettangolo con angoli arrotondati 150">
              <a:extLst>
                <a:ext uri="{FF2B5EF4-FFF2-40B4-BE49-F238E27FC236}">
                  <a16:creationId xmlns:a16="http://schemas.microsoft.com/office/drawing/2014/main" id="{D70DE328-3A3F-AABA-DBFB-2CC2E7BA6FFD}"/>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2" name="Rettangolo con angoli arrotondati 151">
              <a:extLst>
                <a:ext uri="{FF2B5EF4-FFF2-40B4-BE49-F238E27FC236}">
                  <a16:creationId xmlns:a16="http://schemas.microsoft.com/office/drawing/2014/main" id="{B50C2D7A-9E58-5A23-35FD-660265889673}"/>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3" name="Gruppo 152">
            <a:extLst>
              <a:ext uri="{FF2B5EF4-FFF2-40B4-BE49-F238E27FC236}">
                <a16:creationId xmlns:a16="http://schemas.microsoft.com/office/drawing/2014/main" id="{197C7B12-49B1-D242-E079-5148DC213C8C}"/>
              </a:ext>
            </a:extLst>
          </p:cNvPr>
          <p:cNvGrpSpPr/>
          <p:nvPr/>
        </p:nvGrpSpPr>
        <p:grpSpPr>
          <a:xfrm>
            <a:off x="8931737" y="6734089"/>
            <a:ext cx="153520" cy="98707"/>
            <a:chOff x="6635280" y="5132018"/>
            <a:chExt cx="153520" cy="98707"/>
          </a:xfrm>
        </p:grpSpPr>
        <p:sp>
          <p:nvSpPr>
            <p:cNvPr id="154" name="Rettangolo con angoli arrotondati 153">
              <a:extLst>
                <a:ext uri="{FF2B5EF4-FFF2-40B4-BE49-F238E27FC236}">
                  <a16:creationId xmlns:a16="http://schemas.microsoft.com/office/drawing/2014/main" id="{3823CBE8-3319-67FE-10C7-6BFD907F0370}"/>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5" name="Rettangolo con angoli arrotondati 154">
              <a:extLst>
                <a:ext uri="{FF2B5EF4-FFF2-40B4-BE49-F238E27FC236}">
                  <a16:creationId xmlns:a16="http://schemas.microsoft.com/office/drawing/2014/main" id="{EF76334D-C931-C52A-A505-778085F63BB7}"/>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6" name="Gruppo 155">
            <a:extLst>
              <a:ext uri="{FF2B5EF4-FFF2-40B4-BE49-F238E27FC236}">
                <a16:creationId xmlns:a16="http://schemas.microsoft.com/office/drawing/2014/main" id="{137A10B2-2B9E-7A9F-F53F-6E7B5CDF03C7}"/>
              </a:ext>
            </a:extLst>
          </p:cNvPr>
          <p:cNvGrpSpPr/>
          <p:nvPr/>
        </p:nvGrpSpPr>
        <p:grpSpPr>
          <a:xfrm>
            <a:off x="8931737" y="6876061"/>
            <a:ext cx="153520" cy="98707"/>
            <a:chOff x="6635280" y="5132018"/>
            <a:chExt cx="153520" cy="98707"/>
          </a:xfrm>
        </p:grpSpPr>
        <p:sp>
          <p:nvSpPr>
            <p:cNvPr id="157" name="Rettangolo con angoli arrotondati 156">
              <a:extLst>
                <a:ext uri="{FF2B5EF4-FFF2-40B4-BE49-F238E27FC236}">
                  <a16:creationId xmlns:a16="http://schemas.microsoft.com/office/drawing/2014/main" id="{44F8A67E-BE90-6E22-0BFD-0415F6AF16E2}"/>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8" name="Rettangolo con angoli arrotondati 157">
              <a:extLst>
                <a:ext uri="{FF2B5EF4-FFF2-40B4-BE49-F238E27FC236}">
                  <a16:creationId xmlns:a16="http://schemas.microsoft.com/office/drawing/2014/main" id="{BCD4B5BE-7C17-5485-250F-BD738C062DED}"/>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9" name="Gruppo 158">
            <a:extLst>
              <a:ext uri="{FF2B5EF4-FFF2-40B4-BE49-F238E27FC236}">
                <a16:creationId xmlns:a16="http://schemas.microsoft.com/office/drawing/2014/main" id="{2654C971-2788-A20A-EC84-9C8A4B78A9F2}"/>
              </a:ext>
            </a:extLst>
          </p:cNvPr>
          <p:cNvGrpSpPr/>
          <p:nvPr/>
        </p:nvGrpSpPr>
        <p:grpSpPr>
          <a:xfrm>
            <a:off x="8931737" y="7018033"/>
            <a:ext cx="153520" cy="98707"/>
            <a:chOff x="6635280" y="5132018"/>
            <a:chExt cx="153520" cy="98707"/>
          </a:xfrm>
        </p:grpSpPr>
        <p:sp>
          <p:nvSpPr>
            <p:cNvPr id="160" name="Rettangolo con angoli arrotondati 159">
              <a:extLst>
                <a:ext uri="{FF2B5EF4-FFF2-40B4-BE49-F238E27FC236}">
                  <a16:creationId xmlns:a16="http://schemas.microsoft.com/office/drawing/2014/main" id="{456A544C-D9A5-67D0-AC75-6035687EF83F}"/>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1" name="Rettangolo con angoli arrotondati 160">
              <a:extLst>
                <a:ext uri="{FF2B5EF4-FFF2-40B4-BE49-F238E27FC236}">
                  <a16:creationId xmlns:a16="http://schemas.microsoft.com/office/drawing/2014/main" id="{9F7F4BFB-78B9-2C0E-9AAB-F2ECA6ECF344}"/>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2" name="Gruppo 161">
            <a:extLst>
              <a:ext uri="{FF2B5EF4-FFF2-40B4-BE49-F238E27FC236}">
                <a16:creationId xmlns:a16="http://schemas.microsoft.com/office/drawing/2014/main" id="{A2F8A304-11EE-39A7-F672-D52D5F2372D0}"/>
              </a:ext>
            </a:extLst>
          </p:cNvPr>
          <p:cNvGrpSpPr/>
          <p:nvPr/>
        </p:nvGrpSpPr>
        <p:grpSpPr>
          <a:xfrm>
            <a:off x="8931737" y="7160005"/>
            <a:ext cx="153520" cy="98707"/>
            <a:chOff x="6635280" y="5132018"/>
            <a:chExt cx="153520" cy="98707"/>
          </a:xfrm>
        </p:grpSpPr>
        <p:sp>
          <p:nvSpPr>
            <p:cNvPr id="163" name="Rettangolo con angoli arrotondati 162">
              <a:extLst>
                <a:ext uri="{FF2B5EF4-FFF2-40B4-BE49-F238E27FC236}">
                  <a16:creationId xmlns:a16="http://schemas.microsoft.com/office/drawing/2014/main" id="{60319705-B00D-3DB3-3210-E3CFC3D229B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4" name="Rettangolo con angoli arrotondati 163">
              <a:extLst>
                <a:ext uri="{FF2B5EF4-FFF2-40B4-BE49-F238E27FC236}">
                  <a16:creationId xmlns:a16="http://schemas.microsoft.com/office/drawing/2014/main" id="{6F3B5F23-4D94-C023-7CF0-CDF7FA2D66EC}"/>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8" name="Gruppo 167">
            <a:extLst>
              <a:ext uri="{FF2B5EF4-FFF2-40B4-BE49-F238E27FC236}">
                <a16:creationId xmlns:a16="http://schemas.microsoft.com/office/drawing/2014/main" id="{4DD656D2-E444-7452-E955-A2E653E9F1A9}"/>
              </a:ext>
            </a:extLst>
          </p:cNvPr>
          <p:cNvGrpSpPr/>
          <p:nvPr/>
        </p:nvGrpSpPr>
        <p:grpSpPr>
          <a:xfrm>
            <a:off x="9114129" y="6308173"/>
            <a:ext cx="153520" cy="98707"/>
            <a:chOff x="6635280" y="5132018"/>
            <a:chExt cx="153520" cy="98707"/>
          </a:xfrm>
        </p:grpSpPr>
        <p:sp>
          <p:nvSpPr>
            <p:cNvPr id="169" name="Rettangolo con angoli arrotondati 168">
              <a:extLst>
                <a:ext uri="{FF2B5EF4-FFF2-40B4-BE49-F238E27FC236}">
                  <a16:creationId xmlns:a16="http://schemas.microsoft.com/office/drawing/2014/main" id="{1EA12D9D-C5C2-62C7-12F7-D9A127435027}"/>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0" name="Rettangolo con angoli arrotondati 169">
              <a:extLst>
                <a:ext uri="{FF2B5EF4-FFF2-40B4-BE49-F238E27FC236}">
                  <a16:creationId xmlns:a16="http://schemas.microsoft.com/office/drawing/2014/main" id="{2A3E34A1-BE79-B777-C249-F3B2BCDEB96A}"/>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1" name="Gruppo 170">
            <a:extLst>
              <a:ext uri="{FF2B5EF4-FFF2-40B4-BE49-F238E27FC236}">
                <a16:creationId xmlns:a16="http://schemas.microsoft.com/office/drawing/2014/main" id="{50366B34-70B8-8594-A1E8-285C63A0E23B}"/>
              </a:ext>
            </a:extLst>
          </p:cNvPr>
          <p:cNvGrpSpPr/>
          <p:nvPr/>
        </p:nvGrpSpPr>
        <p:grpSpPr>
          <a:xfrm>
            <a:off x="9114129" y="6450145"/>
            <a:ext cx="153520" cy="98707"/>
            <a:chOff x="6635280" y="5132018"/>
            <a:chExt cx="153520" cy="98707"/>
          </a:xfrm>
        </p:grpSpPr>
        <p:sp>
          <p:nvSpPr>
            <p:cNvPr id="172" name="Rettangolo con angoli arrotondati 171">
              <a:extLst>
                <a:ext uri="{FF2B5EF4-FFF2-40B4-BE49-F238E27FC236}">
                  <a16:creationId xmlns:a16="http://schemas.microsoft.com/office/drawing/2014/main" id="{07C9BFEC-5DE3-329E-D6A5-0D43CFAC3D6A}"/>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3" name="Rettangolo con angoli arrotondati 172">
              <a:extLst>
                <a:ext uri="{FF2B5EF4-FFF2-40B4-BE49-F238E27FC236}">
                  <a16:creationId xmlns:a16="http://schemas.microsoft.com/office/drawing/2014/main" id="{F660EA41-5BB5-00AB-F602-00A5A7023CF2}"/>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4" name="Gruppo 173">
            <a:extLst>
              <a:ext uri="{FF2B5EF4-FFF2-40B4-BE49-F238E27FC236}">
                <a16:creationId xmlns:a16="http://schemas.microsoft.com/office/drawing/2014/main" id="{520D97A1-AF8E-AC9F-B8A3-5BC81F25F055}"/>
              </a:ext>
            </a:extLst>
          </p:cNvPr>
          <p:cNvGrpSpPr/>
          <p:nvPr/>
        </p:nvGrpSpPr>
        <p:grpSpPr>
          <a:xfrm>
            <a:off x="9114129" y="6592117"/>
            <a:ext cx="153520" cy="98707"/>
            <a:chOff x="6635280" y="5132018"/>
            <a:chExt cx="153520" cy="98707"/>
          </a:xfrm>
        </p:grpSpPr>
        <p:sp>
          <p:nvSpPr>
            <p:cNvPr id="175" name="Rettangolo con angoli arrotondati 174">
              <a:extLst>
                <a:ext uri="{FF2B5EF4-FFF2-40B4-BE49-F238E27FC236}">
                  <a16:creationId xmlns:a16="http://schemas.microsoft.com/office/drawing/2014/main" id="{B6449A9C-C4E7-46B8-EE2B-8343EC32CA0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6" name="Rettangolo con angoli arrotondati 175">
              <a:extLst>
                <a:ext uri="{FF2B5EF4-FFF2-40B4-BE49-F238E27FC236}">
                  <a16:creationId xmlns:a16="http://schemas.microsoft.com/office/drawing/2014/main" id="{61726305-33DF-9CF8-88DE-76E7E5D0C0D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7" name="Gruppo 176">
            <a:extLst>
              <a:ext uri="{FF2B5EF4-FFF2-40B4-BE49-F238E27FC236}">
                <a16:creationId xmlns:a16="http://schemas.microsoft.com/office/drawing/2014/main" id="{D68D7F03-A067-E49B-7996-02D7BCC455B5}"/>
              </a:ext>
            </a:extLst>
          </p:cNvPr>
          <p:cNvGrpSpPr/>
          <p:nvPr/>
        </p:nvGrpSpPr>
        <p:grpSpPr>
          <a:xfrm>
            <a:off x="9114129" y="6734089"/>
            <a:ext cx="153520" cy="98707"/>
            <a:chOff x="6635280" y="5132018"/>
            <a:chExt cx="153520" cy="98707"/>
          </a:xfrm>
        </p:grpSpPr>
        <p:sp>
          <p:nvSpPr>
            <p:cNvPr id="178" name="Rettangolo con angoli arrotondati 177">
              <a:extLst>
                <a:ext uri="{FF2B5EF4-FFF2-40B4-BE49-F238E27FC236}">
                  <a16:creationId xmlns:a16="http://schemas.microsoft.com/office/drawing/2014/main" id="{F93BDE60-FC62-648F-79FD-3C53BE7F4CF5}"/>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9" name="Rettangolo con angoli arrotondati 178">
              <a:extLst>
                <a:ext uri="{FF2B5EF4-FFF2-40B4-BE49-F238E27FC236}">
                  <a16:creationId xmlns:a16="http://schemas.microsoft.com/office/drawing/2014/main" id="{1B77ED52-1863-6ACA-E402-5E63F136E4A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0" name="Gruppo 179">
            <a:extLst>
              <a:ext uri="{FF2B5EF4-FFF2-40B4-BE49-F238E27FC236}">
                <a16:creationId xmlns:a16="http://schemas.microsoft.com/office/drawing/2014/main" id="{CE5D3FC5-D864-D7D7-34A9-45871D23C82A}"/>
              </a:ext>
            </a:extLst>
          </p:cNvPr>
          <p:cNvGrpSpPr/>
          <p:nvPr/>
        </p:nvGrpSpPr>
        <p:grpSpPr>
          <a:xfrm>
            <a:off x="9114129" y="6876061"/>
            <a:ext cx="153520" cy="98707"/>
            <a:chOff x="6635280" y="5132018"/>
            <a:chExt cx="153520" cy="98707"/>
          </a:xfrm>
        </p:grpSpPr>
        <p:sp>
          <p:nvSpPr>
            <p:cNvPr id="181" name="Rettangolo con angoli arrotondati 180">
              <a:extLst>
                <a:ext uri="{FF2B5EF4-FFF2-40B4-BE49-F238E27FC236}">
                  <a16:creationId xmlns:a16="http://schemas.microsoft.com/office/drawing/2014/main" id="{67D67D2A-4513-62C3-EF45-C12F69506978}"/>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2" name="Rettangolo con angoli arrotondati 181">
              <a:extLst>
                <a:ext uri="{FF2B5EF4-FFF2-40B4-BE49-F238E27FC236}">
                  <a16:creationId xmlns:a16="http://schemas.microsoft.com/office/drawing/2014/main" id="{F51B8297-ACC0-3041-F285-7D0EF7B17400}"/>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3" name="Gruppo 182">
            <a:extLst>
              <a:ext uri="{FF2B5EF4-FFF2-40B4-BE49-F238E27FC236}">
                <a16:creationId xmlns:a16="http://schemas.microsoft.com/office/drawing/2014/main" id="{3674CBE5-A9A9-3D71-F1BF-24B76566F376}"/>
              </a:ext>
            </a:extLst>
          </p:cNvPr>
          <p:cNvGrpSpPr/>
          <p:nvPr/>
        </p:nvGrpSpPr>
        <p:grpSpPr>
          <a:xfrm>
            <a:off x="9114129" y="7018033"/>
            <a:ext cx="153520" cy="98707"/>
            <a:chOff x="6635280" y="5132018"/>
            <a:chExt cx="153520" cy="98707"/>
          </a:xfrm>
        </p:grpSpPr>
        <p:sp>
          <p:nvSpPr>
            <p:cNvPr id="184" name="Rettangolo con angoli arrotondati 183">
              <a:extLst>
                <a:ext uri="{FF2B5EF4-FFF2-40B4-BE49-F238E27FC236}">
                  <a16:creationId xmlns:a16="http://schemas.microsoft.com/office/drawing/2014/main" id="{BA5E0163-E34E-40F5-D7CD-680C48C92B9C}"/>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5" name="Rettangolo con angoli arrotondati 184">
              <a:extLst>
                <a:ext uri="{FF2B5EF4-FFF2-40B4-BE49-F238E27FC236}">
                  <a16:creationId xmlns:a16="http://schemas.microsoft.com/office/drawing/2014/main" id="{28812AD3-C922-54B5-5467-7ADBDABD4E4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6" name="Gruppo 185">
            <a:extLst>
              <a:ext uri="{FF2B5EF4-FFF2-40B4-BE49-F238E27FC236}">
                <a16:creationId xmlns:a16="http://schemas.microsoft.com/office/drawing/2014/main" id="{048B4945-5E79-E334-F3C0-F34619E6D840}"/>
              </a:ext>
            </a:extLst>
          </p:cNvPr>
          <p:cNvGrpSpPr/>
          <p:nvPr/>
        </p:nvGrpSpPr>
        <p:grpSpPr>
          <a:xfrm>
            <a:off x="9114129" y="7160005"/>
            <a:ext cx="153520" cy="98707"/>
            <a:chOff x="6635280" y="5132018"/>
            <a:chExt cx="153520" cy="98707"/>
          </a:xfrm>
        </p:grpSpPr>
        <p:sp>
          <p:nvSpPr>
            <p:cNvPr id="187" name="Rettangolo con angoli arrotondati 186">
              <a:extLst>
                <a:ext uri="{FF2B5EF4-FFF2-40B4-BE49-F238E27FC236}">
                  <a16:creationId xmlns:a16="http://schemas.microsoft.com/office/drawing/2014/main" id="{857DC28E-D8F1-A6CF-0814-1BF8F309BF6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8" name="Rettangolo con angoli arrotondati 187">
              <a:extLst>
                <a:ext uri="{FF2B5EF4-FFF2-40B4-BE49-F238E27FC236}">
                  <a16:creationId xmlns:a16="http://schemas.microsoft.com/office/drawing/2014/main" id="{AAD3E453-D328-D62F-EE22-C1A9417898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sp>
        <p:nvSpPr>
          <p:cNvPr id="194" name="CasellaDiTesto 193">
            <a:extLst>
              <a:ext uri="{FF2B5EF4-FFF2-40B4-BE49-F238E27FC236}">
                <a16:creationId xmlns:a16="http://schemas.microsoft.com/office/drawing/2014/main" id="{6A090AF4-3678-07EE-DEC2-43C2D2F8188B}"/>
              </a:ext>
            </a:extLst>
          </p:cNvPr>
          <p:cNvSpPr txBox="1"/>
          <p:nvPr/>
        </p:nvSpPr>
        <p:spPr>
          <a:xfrm>
            <a:off x="8603889" y="6120585"/>
            <a:ext cx="373500" cy="138499"/>
          </a:xfrm>
          <a:prstGeom prst="rect">
            <a:avLst/>
          </a:prstGeom>
          <a:noFill/>
          <a:ln>
            <a:noFill/>
          </a:ln>
        </p:spPr>
        <p:txBody>
          <a:bodyPr wrap="none" lIns="0" tIns="0" rIns="0" bIns="0" rtlCol="0">
            <a:spAutoFit/>
          </a:bodyPr>
          <a:lstStyle/>
          <a:p>
            <a:r>
              <a:rPr lang="it-IT" sz="900" dirty="0">
                <a:solidFill>
                  <a:srgbClr val="997E71"/>
                </a:solidFill>
              </a:rPr>
              <a:t>CACHE</a:t>
            </a:r>
            <a:endParaRPr lang="it-IT" sz="1100" dirty="0">
              <a:solidFill>
                <a:srgbClr val="997E71"/>
              </a:solidFill>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19" name="CasellaDiTesto 218">
            <a:extLst>
              <a:ext uri="{FF2B5EF4-FFF2-40B4-BE49-F238E27FC236}">
                <a16:creationId xmlns:a16="http://schemas.microsoft.com/office/drawing/2014/main" id="{B1FA98F6-C492-120B-F243-194C2B951127}"/>
              </a:ext>
            </a:extLst>
          </p:cNvPr>
          <p:cNvSpPr txBox="1"/>
          <p:nvPr/>
        </p:nvSpPr>
        <p:spPr>
          <a:xfrm>
            <a:off x="-2278131" y="7376918"/>
            <a:ext cx="2281788" cy="276999"/>
          </a:xfrm>
          <a:prstGeom prst="rect">
            <a:avLst/>
          </a:prstGeom>
          <a:noFill/>
        </p:spPr>
        <p:txBody>
          <a:bodyPr wrap="square">
            <a:spAutoFit/>
          </a:bodyPr>
          <a:lstStyle/>
          <a:p>
            <a:pPr marL="171450" indent="-171450">
              <a:buFont typeface="Arial" panose="020B0604020202020204" pitchFamily="34" charset="0"/>
              <a:buChar char="•"/>
            </a:pPr>
            <a:r>
              <a:rPr lang="it-IT" sz="1200" b="0" dirty="0">
                <a:solidFill>
                  <a:srgbClr val="997E71"/>
                </a:solidFill>
              </a:rPr>
              <a:t> </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8726452">
            <a:off x="4998457" y="7050721"/>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5352117" y="7572449"/>
            <a:ext cx="1831998" cy="1344550"/>
          </a:xfrm>
          <a:custGeom>
            <a:avLst/>
            <a:gdLst>
              <a:gd name="connsiteX0" fmla="*/ 0 w 1831998"/>
              <a:gd name="connsiteY0" fmla="*/ 0 h 1344550"/>
              <a:gd name="connsiteX1" fmla="*/ 610666 w 1831998"/>
              <a:gd name="connsiteY1" fmla="*/ 0 h 1344550"/>
              <a:gd name="connsiteX2" fmla="*/ 1221332 w 1831998"/>
              <a:gd name="connsiteY2" fmla="*/ 0 h 1344550"/>
              <a:gd name="connsiteX3" fmla="*/ 1831998 w 1831998"/>
              <a:gd name="connsiteY3" fmla="*/ 0 h 1344550"/>
              <a:gd name="connsiteX4" fmla="*/ 1831998 w 1831998"/>
              <a:gd name="connsiteY4" fmla="*/ 658830 h 1344550"/>
              <a:gd name="connsiteX5" fmla="*/ 1831998 w 1831998"/>
              <a:gd name="connsiteY5" fmla="*/ 1344550 h 1344550"/>
              <a:gd name="connsiteX6" fmla="*/ 1184692 w 1831998"/>
              <a:gd name="connsiteY6" fmla="*/ 1344550 h 1344550"/>
              <a:gd name="connsiteX7" fmla="*/ 555706 w 1831998"/>
              <a:gd name="connsiteY7" fmla="*/ 1344550 h 1344550"/>
              <a:gd name="connsiteX8" fmla="*/ 0 w 1831998"/>
              <a:gd name="connsiteY8" fmla="*/ 1344550 h 1344550"/>
              <a:gd name="connsiteX9" fmla="*/ 0 w 1831998"/>
              <a:gd name="connsiteY9" fmla="*/ 658830 h 1344550"/>
              <a:gd name="connsiteX10" fmla="*/ 0 w 1831998"/>
              <a:gd name="connsiteY10" fmla="*/ 0 h 134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1998" h="1344550" fill="none" extrusionOk="0">
                <a:moveTo>
                  <a:pt x="0" y="0"/>
                </a:moveTo>
                <a:cubicBezTo>
                  <a:pt x="157684" y="-28055"/>
                  <a:pt x="420014" y="-28093"/>
                  <a:pt x="610666" y="0"/>
                </a:cubicBezTo>
                <a:cubicBezTo>
                  <a:pt x="801318" y="28093"/>
                  <a:pt x="1062082" y="10984"/>
                  <a:pt x="1221332" y="0"/>
                </a:cubicBezTo>
                <a:cubicBezTo>
                  <a:pt x="1380582" y="-10984"/>
                  <a:pt x="1539539" y="-1542"/>
                  <a:pt x="1831998" y="0"/>
                </a:cubicBezTo>
                <a:cubicBezTo>
                  <a:pt x="1828074" y="258336"/>
                  <a:pt x="1860001" y="423267"/>
                  <a:pt x="1831998" y="658830"/>
                </a:cubicBezTo>
                <a:cubicBezTo>
                  <a:pt x="1803996" y="894393"/>
                  <a:pt x="1800037" y="1063164"/>
                  <a:pt x="1831998" y="1344550"/>
                </a:cubicBezTo>
                <a:cubicBezTo>
                  <a:pt x="1525553" y="1333233"/>
                  <a:pt x="1501877" y="1356353"/>
                  <a:pt x="1184692" y="1344550"/>
                </a:cubicBezTo>
                <a:cubicBezTo>
                  <a:pt x="867507" y="1332747"/>
                  <a:pt x="691575" y="1325214"/>
                  <a:pt x="555706" y="1344550"/>
                </a:cubicBezTo>
                <a:cubicBezTo>
                  <a:pt x="419837" y="1363886"/>
                  <a:pt x="150749" y="1320150"/>
                  <a:pt x="0" y="1344550"/>
                </a:cubicBezTo>
                <a:cubicBezTo>
                  <a:pt x="32369" y="1046488"/>
                  <a:pt x="7657" y="850903"/>
                  <a:pt x="0" y="658830"/>
                </a:cubicBezTo>
                <a:cubicBezTo>
                  <a:pt x="-7657" y="466757"/>
                  <a:pt x="-22393" y="235413"/>
                  <a:pt x="0" y="0"/>
                </a:cubicBezTo>
                <a:close/>
              </a:path>
              <a:path w="1831998" h="1344550" stroke="0" extrusionOk="0">
                <a:moveTo>
                  <a:pt x="0" y="0"/>
                </a:moveTo>
                <a:cubicBezTo>
                  <a:pt x="247320" y="16548"/>
                  <a:pt x="430645" y="2183"/>
                  <a:pt x="592346" y="0"/>
                </a:cubicBezTo>
                <a:cubicBezTo>
                  <a:pt x="754047" y="-2183"/>
                  <a:pt x="1031245" y="11683"/>
                  <a:pt x="1184692" y="0"/>
                </a:cubicBezTo>
                <a:cubicBezTo>
                  <a:pt x="1338139" y="-11683"/>
                  <a:pt x="1509937" y="18888"/>
                  <a:pt x="1831998" y="0"/>
                </a:cubicBezTo>
                <a:cubicBezTo>
                  <a:pt x="1864636" y="198953"/>
                  <a:pt x="1810919" y="462016"/>
                  <a:pt x="1831998" y="699166"/>
                </a:cubicBezTo>
                <a:cubicBezTo>
                  <a:pt x="1853077" y="936316"/>
                  <a:pt x="1855208" y="1114708"/>
                  <a:pt x="1831998" y="1344550"/>
                </a:cubicBezTo>
                <a:cubicBezTo>
                  <a:pt x="1573533" y="1362558"/>
                  <a:pt x="1538492" y="1371347"/>
                  <a:pt x="1257972" y="1344550"/>
                </a:cubicBezTo>
                <a:cubicBezTo>
                  <a:pt x="977452" y="1317753"/>
                  <a:pt x="827388" y="1361750"/>
                  <a:pt x="702266" y="1344550"/>
                </a:cubicBezTo>
                <a:cubicBezTo>
                  <a:pt x="577144" y="1327350"/>
                  <a:pt x="308922" y="1355516"/>
                  <a:pt x="0" y="1344550"/>
                </a:cubicBezTo>
                <a:cubicBezTo>
                  <a:pt x="-1924" y="1129094"/>
                  <a:pt x="19945" y="847834"/>
                  <a:pt x="0" y="645384"/>
                </a:cubicBezTo>
                <a:cubicBezTo>
                  <a:pt x="-19945" y="442934"/>
                  <a:pt x="-11868" y="146269"/>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5615511" y="800820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6473491" y="8018658"/>
            <a:ext cx="607690" cy="226997"/>
          </a:xfrm>
          <a:prstGeom prst="roundRect">
            <a:avLst/>
          </a:prstGeom>
          <a:solidFill>
            <a:srgbClr val="997E71"/>
          </a:solidFill>
          <a:ln w="28575">
            <a:solidFill>
              <a:srgbClr val="FF654C"/>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5615511" y="77243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6485191" y="772281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6277372" y="7756767"/>
            <a:ext cx="182742" cy="138499"/>
          </a:xfrm>
          <a:prstGeom prst="rect">
            <a:avLst/>
          </a:prstGeom>
          <a:noFill/>
          <a:ln>
            <a:noFill/>
          </a:ln>
        </p:spPr>
        <p:txBody>
          <a:bodyPr wrap="none" lIns="0" tIns="0" rIns="0" bIns="0" rtlCol="0">
            <a:spAutoFit/>
          </a:bodyPr>
          <a:lstStyle/>
          <a:p>
            <a:r>
              <a:rPr lang="it-IT" sz="900" dirty="0">
                <a:solidFill>
                  <a:srgbClr val="997E71"/>
                </a:solidFill>
              </a:rPr>
              <a:t>001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5396956" y="7764304"/>
            <a:ext cx="182742" cy="138499"/>
          </a:xfrm>
          <a:prstGeom prst="rect">
            <a:avLst/>
          </a:prstGeom>
          <a:noFill/>
          <a:ln>
            <a:noFill/>
          </a:ln>
        </p:spPr>
        <p:txBody>
          <a:bodyPr wrap="none" lIns="0" tIns="0" rIns="0" bIns="0" rtlCol="0">
            <a:spAutoFit/>
          </a:bodyPr>
          <a:lstStyle/>
          <a:p>
            <a:r>
              <a:rPr lang="it-IT" sz="900" dirty="0">
                <a:solidFill>
                  <a:srgbClr val="997E71"/>
                </a:solidFill>
              </a:rPr>
              <a:t>000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5391561" y="8044400"/>
            <a:ext cx="182742" cy="138499"/>
          </a:xfrm>
          <a:prstGeom prst="rect">
            <a:avLst/>
          </a:prstGeom>
          <a:noFill/>
          <a:ln>
            <a:noFill/>
          </a:ln>
        </p:spPr>
        <p:txBody>
          <a:bodyPr wrap="none" lIns="0" tIns="0" rIns="0" bIns="0" rtlCol="0">
            <a:spAutoFit/>
          </a:bodyPr>
          <a:lstStyle/>
          <a:p>
            <a:r>
              <a:rPr lang="it-IT" sz="900" dirty="0">
                <a:solidFill>
                  <a:srgbClr val="997E71"/>
                </a:solidFill>
              </a:rPr>
              <a:t>010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6266474" y="8068339"/>
            <a:ext cx="182742" cy="138499"/>
          </a:xfrm>
          <a:prstGeom prst="rect">
            <a:avLst/>
          </a:prstGeom>
          <a:noFill/>
          <a:ln>
            <a:noFill/>
          </a:ln>
        </p:spPr>
        <p:txBody>
          <a:bodyPr wrap="none" lIns="0" tIns="0" rIns="0" bIns="0" rtlCol="0">
            <a:spAutoFit/>
          </a:bodyPr>
          <a:lstStyle/>
          <a:p>
            <a:r>
              <a:rPr lang="it-IT" sz="900" dirty="0">
                <a:solidFill>
                  <a:srgbClr val="997E71"/>
                </a:solidFill>
              </a:rPr>
              <a:t>011</a:t>
            </a:r>
            <a:endParaRPr lang="it-IT" sz="1100" dirty="0">
              <a:solidFill>
                <a:srgbClr val="997E71"/>
              </a:solidFill>
            </a:endParaRPr>
          </a:p>
        </p:txBody>
      </p:sp>
      <p:sp>
        <p:nvSpPr>
          <p:cNvPr id="97" name="Rettangolo 96">
            <a:extLst>
              <a:ext uri="{FF2B5EF4-FFF2-40B4-BE49-F238E27FC236}">
                <a16:creationId xmlns:a16="http://schemas.microsoft.com/office/drawing/2014/main" id="{1AF46F6D-A4FB-4AF2-2265-5272A2E72F2D}"/>
              </a:ext>
            </a:extLst>
          </p:cNvPr>
          <p:cNvSpPr/>
          <p:nvPr/>
        </p:nvSpPr>
        <p:spPr>
          <a:xfrm>
            <a:off x="738283" y="6651145"/>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5" name="Rettangolo con angoli arrotondati 104">
            <a:extLst>
              <a:ext uri="{FF2B5EF4-FFF2-40B4-BE49-F238E27FC236}">
                <a16:creationId xmlns:a16="http://schemas.microsoft.com/office/drawing/2014/main" id="{B5C6DE62-3B3A-EB3B-F83B-4929F5D79580}"/>
              </a:ext>
            </a:extLst>
          </p:cNvPr>
          <p:cNvSpPr/>
          <p:nvPr/>
        </p:nvSpPr>
        <p:spPr>
          <a:xfrm>
            <a:off x="1818488" y="6637732"/>
            <a:ext cx="284046" cy="27634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190" name="Rettangolo con angoli arrotondati 189">
            <a:extLst>
              <a:ext uri="{FF2B5EF4-FFF2-40B4-BE49-F238E27FC236}">
                <a16:creationId xmlns:a16="http://schemas.microsoft.com/office/drawing/2014/main" id="{566E8DA5-70D4-D099-A165-A8D1FF6F6E20}"/>
              </a:ext>
            </a:extLst>
          </p:cNvPr>
          <p:cNvSpPr/>
          <p:nvPr/>
        </p:nvSpPr>
        <p:spPr>
          <a:xfrm>
            <a:off x="4559684" y="7170207"/>
            <a:ext cx="233848" cy="75664"/>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95" name="object 123">
            <a:extLst>
              <a:ext uri="{FF2B5EF4-FFF2-40B4-BE49-F238E27FC236}">
                <a16:creationId xmlns:a16="http://schemas.microsoft.com/office/drawing/2014/main" id="{302B45CB-BA80-CF69-0AE5-0F50680A3E88}"/>
              </a:ext>
            </a:extLst>
          </p:cNvPr>
          <p:cNvSpPr/>
          <p:nvPr/>
        </p:nvSpPr>
        <p:spPr>
          <a:xfrm>
            <a:off x="3750110" y="6887689"/>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196" name="object 123">
            <a:extLst>
              <a:ext uri="{FF2B5EF4-FFF2-40B4-BE49-F238E27FC236}">
                <a16:creationId xmlns:a16="http://schemas.microsoft.com/office/drawing/2014/main" id="{7FCDB57A-5500-B2B4-C220-402E7CBDC4D4}"/>
              </a:ext>
            </a:extLst>
          </p:cNvPr>
          <p:cNvSpPr/>
          <p:nvPr/>
        </p:nvSpPr>
        <p:spPr>
          <a:xfrm>
            <a:off x="3776995" y="7994015"/>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00" name="CasellaDiTesto 199">
            <a:extLst>
              <a:ext uri="{FF2B5EF4-FFF2-40B4-BE49-F238E27FC236}">
                <a16:creationId xmlns:a16="http://schemas.microsoft.com/office/drawing/2014/main" id="{EA28CD7D-000B-048B-96B8-2DDAAD8AFF8D}"/>
              </a:ext>
            </a:extLst>
          </p:cNvPr>
          <p:cNvSpPr txBox="1"/>
          <p:nvPr/>
        </p:nvSpPr>
        <p:spPr>
          <a:xfrm>
            <a:off x="4242673" y="6853960"/>
            <a:ext cx="250296" cy="1077218"/>
          </a:xfrm>
          <a:prstGeom prst="rect">
            <a:avLst/>
          </a:prstGeom>
          <a:noFill/>
        </p:spPr>
        <p:txBody>
          <a:bodyPr wrap="square" rtlCol="0">
            <a:spAutoFit/>
          </a:bodyPr>
          <a:lstStyle/>
          <a:p>
            <a:pPr algn="ctr"/>
            <a:r>
              <a:rPr lang="it-IT" sz="1600" dirty="0">
                <a:solidFill>
                  <a:srgbClr val="997E71"/>
                </a:solidFill>
              </a:rPr>
              <a:t>1</a:t>
            </a:r>
          </a:p>
          <a:p>
            <a:pPr algn="ctr"/>
            <a:r>
              <a:rPr lang="it-IT" sz="1600" dirty="0">
                <a:solidFill>
                  <a:srgbClr val="FF654C"/>
                </a:solidFill>
              </a:rPr>
              <a:t>2</a:t>
            </a:r>
          </a:p>
          <a:p>
            <a:pPr algn="ctr"/>
            <a:r>
              <a:rPr lang="it-IT" sz="1600" dirty="0">
                <a:solidFill>
                  <a:srgbClr val="997E71"/>
                </a:solidFill>
              </a:rPr>
              <a:t>3</a:t>
            </a:r>
          </a:p>
          <a:p>
            <a:pPr algn="ctr"/>
            <a:r>
              <a:rPr lang="it-IT" sz="1600" dirty="0">
                <a:solidFill>
                  <a:srgbClr val="997E71"/>
                </a:solidFill>
              </a:rPr>
              <a:t>4</a:t>
            </a:r>
          </a:p>
        </p:txBody>
      </p:sp>
      <p:sp>
        <p:nvSpPr>
          <p:cNvPr id="201" name="CasellaDiTesto 200">
            <a:extLst>
              <a:ext uri="{FF2B5EF4-FFF2-40B4-BE49-F238E27FC236}">
                <a16:creationId xmlns:a16="http://schemas.microsoft.com/office/drawing/2014/main" id="{D9EEA53D-0680-D58D-2BDE-E1CF7938E2BE}"/>
              </a:ext>
            </a:extLst>
          </p:cNvPr>
          <p:cNvSpPr txBox="1"/>
          <p:nvPr/>
        </p:nvSpPr>
        <p:spPr>
          <a:xfrm>
            <a:off x="4177180" y="7986499"/>
            <a:ext cx="439912" cy="1077218"/>
          </a:xfrm>
          <a:prstGeom prst="rect">
            <a:avLst/>
          </a:prstGeom>
          <a:noFill/>
        </p:spPr>
        <p:txBody>
          <a:bodyPr wrap="square" rtlCol="0">
            <a:spAutoFit/>
          </a:bodyPr>
          <a:lstStyle/>
          <a:p>
            <a:pPr algn="ctr"/>
            <a:r>
              <a:rPr lang="it-IT" sz="1600" dirty="0">
                <a:solidFill>
                  <a:srgbClr val="997E71"/>
                </a:solidFill>
              </a:rPr>
              <a:t>5</a:t>
            </a:r>
            <a:br>
              <a:rPr lang="it-IT" sz="1600" dirty="0">
                <a:solidFill>
                  <a:srgbClr val="997E71"/>
                </a:solidFill>
              </a:rPr>
            </a:br>
            <a:r>
              <a:rPr lang="it-IT" sz="1600" dirty="0">
                <a:solidFill>
                  <a:srgbClr val="997E71"/>
                </a:solidFill>
              </a:rPr>
              <a:t>6</a:t>
            </a:r>
            <a:br>
              <a:rPr lang="it-IT" sz="1600" dirty="0">
                <a:solidFill>
                  <a:srgbClr val="997E71"/>
                </a:solidFill>
              </a:rPr>
            </a:br>
            <a:r>
              <a:rPr lang="it-IT" sz="1600" dirty="0">
                <a:solidFill>
                  <a:srgbClr val="997E71"/>
                </a:solidFill>
              </a:rPr>
              <a:t>7</a:t>
            </a:r>
            <a:br>
              <a:rPr lang="it-IT" sz="1600" dirty="0">
                <a:solidFill>
                  <a:srgbClr val="997E71"/>
                </a:solidFill>
              </a:rPr>
            </a:br>
            <a:r>
              <a:rPr lang="it-IT" sz="1600" dirty="0">
                <a:solidFill>
                  <a:srgbClr val="997E71"/>
                </a:solidFill>
              </a:rPr>
              <a:t>8</a:t>
            </a:r>
          </a:p>
        </p:txBody>
      </p:sp>
      <p:sp>
        <p:nvSpPr>
          <p:cNvPr id="204" name="object 123">
            <a:extLst>
              <a:ext uri="{FF2B5EF4-FFF2-40B4-BE49-F238E27FC236}">
                <a16:creationId xmlns:a16="http://schemas.microsoft.com/office/drawing/2014/main" id="{9A145C81-8AF4-7301-DC67-BB9B70AC06A7}"/>
              </a:ext>
            </a:extLst>
          </p:cNvPr>
          <p:cNvSpPr/>
          <p:nvPr/>
        </p:nvSpPr>
        <p:spPr>
          <a:xfrm>
            <a:off x="639012" y="7399537"/>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5" name="Rettangolo 214">
            <a:extLst>
              <a:ext uri="{FF2B5EF4-FFF2-40B4-BE49-F238E27FC236}">
                <a16:creationId xmlns:a16="http://schemas.microsoft.com/office/drawing/2014/main" id="{8D3A1239-96CD-BE30-0790-529E53591206}"/>
              </a:ext>
            </a:extLst>
          </p:cNvPr>
          <p:cNvSpPr/>
          <p:nvPr/>
        </p:nvSpPr>
        <p:spPr>
          <a:xfrm>
            <a:off x="735606" y="6653759"/>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6" name="Rettangolo 215">
            <a:extLst>
              <a:ext uri="{FF2B5EF4-FFF2-40B4-BE49-F238E27FC236}">
                <a16:creationId xmlns:a16="http://schemas.microsoft.com/office/drawing/2014/main" id="{AB37B38A-5EDF-93B8-3FB8-2AAAD17D4E00}"/>
              </a:ext>
            </a:extLst>
          </p:cNvPr>
          <p:cNvSpPr/>
          <p:nvPr/>
        </p:nvSpPr>
        <p:spPr>
          <a:xfrm>
            <a:off x="765041" y="6673203"/>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217" name="Rettangolo 216">
            <a:extLst>
              <a:ext uri="{FF2B5EF4-FFF2-40B4-BE49-F238E27FC236}">
                <a16:creationId xmlns:a16="http://schemas.microsoft.com/office/drawing/2014/main" id="{998AFC47-0765-FF6B-57B3-0731C4DD4FA2}"/>
              </a:ext>
            </a:extLst>
          </p:cNvPr>
          <p:cNvSpPr/>
          <p:nvPr/>
        </p:nvSpPr>
        <p:spPr>
          <a:xfrm>
            <a:off x="921215" y="6673203"/>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226" name="CasellaDiTesto 225">
            <a:extLst>
              <a:ext uri="{FF2B5EF4-FFF2-40B4-BE49-F238E27FC236}">
                <a16:creationId xmlns:a16="http://schemas.microsoft.com/office/drawing/2014/main" id="{7DAA4770-3E58-161D-84DE-0129F2670CA5}"/>
              </a:ext>
            </a:extLst>
          </p:cNvPr>
          <p:cNvSpPr txBox="1"/>
          <p:nvPr/>
        </p:nvSpPr>
        <p:spPr>
          <a:xfrm>
            <a:off x="3393512" y="6904722"/>
            <a:ext cx="402674" cy="1077218"/>
          </a:xfrm>
          <a:prstGeom prst="rect">
            <a:avLst/>
          </a:prstGeom>
          <a:noFill/>
        </p:spPr>
        <p:txBody>
          <a:bodyPr wrap="none" rtlCol="0">
            <a:spAutoFit/>
          </a:bodyPr>
          <a:lstStyle/>
          <a:p>
            <a:r>
              <a:rPr lang="it-IT" sz="1600" dirty="0">
                <a:solidFill>
                  <a:schemeClr val="bg1">
                    <a:lumMod val="65000"/>
                  </a:schemeClr>
                </a:solidFill>
              </a:rPr>
              <a:t>00</a:t>
            </a:r>
            <a:br>
              <a:rPr lang="it-IT" sz="1600" dirty="0">
                <a:solidFill>
                  <a:schemeClr val="bg1">
                    <a:lumMod val="65000"/>
                  </a:schemeClr>
                </a:solidFill>
              </a:rPr>
            </a:br>
            <a:r>
              <a:rPr lang="it-IT" sz="1600" dirty="0">
                <a:solidFill>
                  <a:srgbClr val="FF654C"/>
                </a:solidFill>
              </a:rPr>
              <a:t>01</a:t>
            </a:r>
          </a:p>
          <a:p>
            <a:r>
              <a:rPr lang="it-IT" sz="1600" dirty="0">
                <a:solidFill>
                  <a:schemeClr val="bg1">
                    <a:lumMod val="65000"/>
                  </a:schemeClr>
                </a:solidFill>
              </a:rPr>
              <a:t>10</a:t>
            </a:r>
          </a:p>
          <a:p>
            <a:r>
              <a:rPr lang="it-IT" sz="1600" dirty="0">
                <a:solidFill>
                  <a:srgbClr val="BFBFBF"/>
                </a:solidFill>
              </a:rPr>
              <a:t>11</a:t>
            </a:r>
          </a:p>
        </p:txBody>
      </p:sp>
      <p:sp>
        <p:nvSpPr>
          <p:cNvPr id="227" name="object 123">
            <a:extLst>
              <a:ext uri="{FF2B5EF4-FFF2-40B4-BE49-F238E27FC236}">
                <a16:creationId xmlns:a16="http://schemas.microsoft.com/office/drawing/2014/main" id="{4E5983C1-3662-0073-95F2-68B6D05829F3}"/>
              </a:ext>
            </a:extLst>
          </p:cNvPr>
          <p:cNvSpPr/>
          <p:nvPr/>
        </p:nvSpPr>
        <p:spPr>
          <a:xfrm>
            <a:off x="3804971" y="9113637"/>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29" name="CasellaDiTesto 228">
            <a:extLst>
              <a:ext uri="{FF2B5EF4-FFF2-40B4-BE49-F238E27FC236}">
                <a16:creationId xmlns:a16="http://schemas.microsoft.com/office/drawing/2014/main" id="{0B26DE15-5D60-D93C-6318-DC98B15796DD}"/>
              </a:ext>
            </a:extLst>
          </p:cNvPr>
          <p:cNvSpPr txBox="1"/>
          <p:nvPr/>
        </p:nvSpPr>
        <p:spPr>
          <a:xfrm>
            <a:off x="4184184" y="9077581"/>
            <a:ext cx="443232" cy="1077218"/>
          </a:xfrm>
          <a:prstGeom prst="rect">
            <a:avLst/>
          </a:prstGeom>
          <a:noFill/>
        </p:spPr>
        <p:txBody>
          <a:bodyPr wrap="square">
            <a:spAutoFit/>
          </a:bodyPr>
          <a:lstStyle/>
          <a:p>
            <a:pPr algn="ctr"/>
            <a:r>
              <a:rPr lang="it-IT" sz="1600" dirty="0">
                <a:solidFill>
                  <a:srgbClr val="997E71"/>
                </a:solidFill>
              </a:rPr>
              <a:t>9</a:t>
            </a:r>
          </a:p>
          <a:p>
            <a:pPr algn="ctr"/>
            <a:r>
              <a:rPr lang="it-IT" sz="1600" dirty="0">
                <a:solidFill>
                  <a:srgbClr val="997E71"/>
                </a:solidFill>
              </a:rPr>
              <a:t>10</a:t>
            </a:r>
          </a:p>
          <a:p>
            <a:pPr algn="ctr"/>
            <a:r>
              <a:rPr lang="it-IT" sz="1600" dirty="0">
                <a:solidFill>
                  <a:srgbClr val="997E71"/>
                </a:solidFill>
              </a:rPr>
              <a:t>11</a:t>
            </a:r>
          </a:p>
          <a:p>
            <a:pPr algn="ctr"/>
            <a:r>
              <a:rPr lang="it-IT" sz="1600" dirty="0">
                <a:solidFill>
                  <a:srgbClr val="997E71"/>
                </a:solidFill>
              </a:rPr>
              <a:t>12</a:t>
            </a:r>
          </a:p>
        </p:txBody>
      </p:sp>
      <p:cxnSp>
        <p:nvCxnSpPr>
          <p:cNvPr id="237" name="Connettore 2 236">
            <a:extLst>
              <a:ext uri="{FF2B5EF4-FFF2-40B4-BE49-F238E27FC236}">
                <a16:creationId xmlns:a16="http://schemas.microsoft.com/office/drawing/2014/main" id="{8C36494A-0104-3579-F709-2EFC571A8E6F}"/>
              </a:ext>
            </a:extLst>
          </p:cNvPr>
          <p:cNvCxnSpPr>
            <a:cxnSpLocks/>
          </p:cNvCxnSpPr>
          <p:nvPr/>
        </p:nvCxnSpPr>
        <p:spPr>
          <a:xfrm flipH="1">
            <a:off x="2714640" y="7414283"/>
            <a:ext cx="335688" cy="59766"/>
          </a:xfrm>
          <a:prstGeom prst="straightConnector1">
            <a:avLst/>
          </a:prstGeom>
          <a:ln w="38100">
            <a:solidFill>
              <a:srgbClr val="FF654C"/>
            </a:solidFill>
            <a:tailEnd type="triangle"/>
          </a:ln>
        </p:spPr>
        <p:style>
          <a:lnRef idx="2">
            <a:schemeClr val="accent1"/>
          </a:lnRef>
          <a:fillRef idx="0">
            <a:schemeClr val="accent1"/>
          </a:fillRef>
          <a:effectRef idx="1">
            <a:schemeClr val="accent1"/>
          </a:effectRef>
          <a:fontRef idx="minor">
            <a:schemeClr val="tx1"/>
          </a:fontRef>
        </p:style>
      </p:cxnSp>
      <p:cxnSp>
        <p:nvCxnSpPr>
          <p:cNvPr id="239" name="Connettore 2 238">
            <a:extLst>
              <a:ext uri="{FF2B5EF4-FFF2-40B4-BE49-F238E27FC236}">
                <a16:creationId xmlns:a16="http://schemas.microsoft.com/office/drawing/2014/main" id="{0BE719F1-516E-2A1E-873B-00FBAF39A55E}"/>
              </a:ext>
            </a:extLst>
          </p:cNvPr>
          <p:cNvCxnSpPr>
            <a:cxnSpLocks/>
          </p:cNvCxnSpPr>
          <p:nvPr/>
        </p:nvCxnSpPr>
        <p:spPr>
          <a:xfrm flipH="1" flipV="1">
            <a:off x="2747776" y="8337161"/>
            <a:ext cx="310910" cy="73555"/>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3" name="Connettore 2 242">
            <a:extLst>
              <a:ext uri="{FF2B5EF4-FFF2-40B4-BE49-F238E27FC236}">
                <a16:creationId xmlns:a16="http://schemas.microsoft.com/office/drawing/2014/main" id="{BD6A0580-E4B3-FC63-7B83-B1EB7DC34595}"/>
              </a:ext>
            </a:extLst>
          </p:cNvPr>
          <p:cNvCxnSpPr>
            <a:cxnSpLocks/>
          </p:cNvCxnSpPr>
          <p:nvPr/>
        </p:nvCxnSpPr>
        <p:spPr>
          <a:xfrm flipH="1" flipV="1">
            <a:off x="2747776" y="9425881"/>
            <a:ext cx="293670" cy="186432"/>
          </a:xfrm>
          <a:prstGeom prst="straightConnector1">
            <a:avLst/>
          </a:prstGeom>
          <a:ln w="38100">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6" name="Connettore diritto 245">
            <a:extLst>
              <a:ext uri="{FF2B5EF4-FFF2-40B4-BE49-F238E27FC236}">
                <a16:creationId xmlns:a16="http://schemas.microsoft.com/office/drawing/2014/main" id="{3DA49A64-F575-5473-A048-062881358931}"/>
              </a:ext>
            </a:extLst>
          </p:cNvPr>
          <p:cNvCxnSpPr>
            <a:cxnSpLocks/>
          </p:cNvCxnSpPr>
          <p:nvPr/>
        </p:nvCxnSpPr>
        <p:spPr>
          <a:xfrm flipH="1">
            <a:off x="3391303" y="6768712"/>
            <a:ext cx="5941" cy="549313"/>
          </a:xfrm>
          <a:prstGeom prst="line">
            <a:avLst/>
          </a:prstGeom>
          <a:ln>
            <a:solidFill>
              <a:srgbClr val="FF654C"/>
            </a:solidFill>
          </a:ln>
        </p:spPr>
        <p:style>
          <a:lnRef idx="2">
            <a:schemeClr val="accent1"/>
          </a:lnRef>
          <a:fillRef idx="0">
            <a:schemeClr val="accent1"/>
          </a:fillRef>
          <a:effectRef idx="1">
            <a:schemeClr val="accent1"/>
          </a:effectRef>
          <a:fontRef idx="minor">
            <a:schemeClr val="tx1"/>
          </a:fontRef>
        </p:style>
      </p:cxnSp>
      <p:cxnSp>
        <p:nvCxnSpPr>
          <p:cNvPr id="252" name="Connettore diritto 251">
            <a:extLst>
              <a:ext uri="{FF2B5EF4-FFF2-40B4-BE49-F238E27FC236}">
                <a16:creationId xmlns:a16="http://schemas.microsoft.com/office/drawing/2014/main" id="{58FA8CFA-7B1F-8C75-886C-21C4FFD67FCF}"/>
              </a:ext>
            </a:extLst>
          </p:cNvPr>
          <p:cNvCxnSpPr>
            <a:cxnSpLocks/>
          </p:cNvCxnSpPr>
          <p:nvPr/>
        </p:nvCxnSpPr>
        <p:spPr>
          <a:xfrm flipH="1">
            <a:off x="3391303" y="7045653"/>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55" name="Connettore diritto 254">
            <a:extLst>
              <a:ext uri="{FF2B5EF4-FFF2-40B4-BE49-F238E27FC236}">
                <a16:creationId xmlns:a16="http://schemas.microsoft.com/office/drawing/2014/main" id="{0C32E8E1-1641-C68A-4CCA-9F6B76E8B4CB}"/>
              </a:ext>
            </a:extLst>
          </p:cNvPr>
          <p:cNvCxnSpPr>
            <a:cxnSpLocks/>
          </p:cNvCxnSpPr>
          <p:nvPr/>
        </p:nvCxnSpPr>
        <p:spPr>
          <a:xfrm flipH="1">
            <a:off x="3391303" y="7306302"/>
            <a:ext cx="64926" cy="0"/>
          </a:xfrm>
          <a:prstGeom prst="line">
            <a:avLst/>
          </a:prstGeom>
          <a:ln>
            <a:solidFill>
              <a:srgbClr val="FF654C"/>
            </a:solidFill>
          </a:ln>
        </p:spPr>
        <p:style>
          <a:lnRef idx="2">
            <a:schemeClr val="accent1"/>
          </a:lnRef>
          <a:fillRef idx="0">
            <a:schemeClr val="accent1"/>
          </a:fillRef>
          <a:effectRef idx="1">
            <a:schemeClr val="accent1"/>
          </a:effectRef>
          <a:fontRef idx="minor">
            <a:schemeClr val="tx1"/>
          </a:fontRef>
        </p:style>
      </p:cxnSp>
      <p:cxnSp>
        <p:nvCxnSpPr>
          <p:cNvPr id="256" name="Connettore diritto 255">
            <a:extLst>
              <a:ext uri="{FF2B5EF4-FFF2-40B4-BE49-F238E27FC236}">
                <a16:creationId xmlns:a16="http://schemas.microsoft.com/office/drawing/2014/main" id="{F6D56B6B-8ECD-D6A7-F521-B3E8DF67E0EF}"/>
              </a:ext>
            </a:extLst>
          </p:cNvPr>
          <p:cNvCxnSpPr>
            <a:cxnSpLocks/>
          </p:cNvCxnSpPr>
          <p:nvPr/>
        </p:nvCxnSpPr>
        <p:spPr>
          <a:xfrm flipH="1">
            <a:off x="3391303" y="7566951"/>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57" name="Connettore diritto 256">
            <a:extLst>
              <a:ext uri="{FF2B5EF4-FFF2-40B4-BE49-F238E27FC236}">
                <a16:creationId xmlns:a16="http://schemas.microsoft.com/office/drawing/2014/main" id="{CC90D595-8DA8-B34C-C85C-019BC547FB68}"/>
              </a:ext>
            </a:extLst>
          </p:cNvPr>
          <p:cNvCxnSpPr>
            <a:cxnSpLocks/>
          </p:cNvCxnSpPr>
          <p:nvPr/>
        </p:nvCxnSpPr>
        <p:spPr>
          <a:xfrm flipH="1">
            <a:off x="3383619" y="7827600"/>
            <a:ext cx="64926" cy="0"/>
          </a:xfrm>
          <a:prstGeom prst="line">
            <a:avLst/>
          </a:prstGeom>
          <a:ln w="38100">
            <a:solidFill>
              <a:srgbClr val="BFBFBF"/>
            </a:solidFill>
          </a:ln>
        </p:spPr>
        <p:style>
          <a:lnRef idx="2">
            <a:schemeClr val="accent1"/>
          </a:lnRef>
          <a:fillRef idx="0">
            <a:schemeClr val="accent1"/>
          </a:fillRef>
          <a:effectRef idx="1">
            <a:schemeClr val="accent1"/>
          </a:effectRef>
          <a:fontRef idx="minor">
            <a:schemeClr val="tx1"/>
          </a:fontRef>
        </p:style>
      </p:cxnSp>
      <p:sp>
        <p:nvSpPr>
          <p:cNvPr id="259" name="CasellaDiTesto 258">
            <a:extLst>
              <a:ext uri="{FF2B5EF4-FFF2-40B4-BE49-F238E27FC236}">
                <a16:creationId xmlns:a16="http://schemas.microsoft.com/office/drawing/2014/main" id="{0505CEF0-1749-61D6-A0EF-7F0468FC3BB4}"/>
              </a:ext>
            </a:extLst>
          </p:cNvPr>
          <p:cNvSpPr txBox="1"/>
          <p:nvPr/>
        </p:nvSpPr>
        <p:spPr>
          <a:xfrm>
            <a:off x="2688881" y="6067720"/>
            <a:ext cx="2067610" cy="369332"/>
          </a:xfrm>
          <a:prstGeom prst="rect">
            <a:avLst/>
          </a:prstGeom>
          <a:noFill/>
        </p:spPr>
        <p:txBody>
          <a:bodyPr wrap="square">
            <a:spAutoFit/>
          </a:bodyPr>
          <a:lstStyle/>
          <a:p>
            <a:r>
              <a:rPr lang="it-IT" sz="1800" b="1" dirty="0">
                <a:solidFill>
                  <a:srgbClr val="997E71"/>
                </a:solidFill>
              </a:rPr>
              <a:t>CAMPO BLOCCO </a:t>
            </a:r>
            <a:endParaRPr lang="it-IT" b="1" dirty="0"/>
          </a:p>
        </p:txBody>
      </p:sp>
      <p:sp>
        <p:nvSpPr>
          <p:cNvPr id="260" name="Rettangolo con angoli arrotondati 259">
            <a:extLst>
              <a:ext uri="{FF2B5EF4-FFF2-40B4-BE49-F238E27FC236}">
                <a16:creationId xmlns:a16="http://schemas.microsoft.com/office/drawing/2014/main" id="{C21E3396-27E6-D92C-7B36-C4FB724E6756}"/>
              </a:ext>
            </a:extLst>
          </p:cNvPr>
          <p:cNvSpPr/>
          <p:nvPr/>
        </p:nvSpPr>
        <p:spPr>
          <a:xfrm>
            <a:off x="1099906" y="6641982"/>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261" name="CasellaDiTesto 260">
            <a:extLst>
              <a:ext uri="{FF2B5EF4-FFF2-40B4-BE49-F238E27FC236}">
                <a16:creationId xmlns:a16="http://schemas.microsoft.com/office/drawing/2014/main" id="{268D6058-BAF3-A62B-2966-8392E6D23D70}"/>
              </a:ext>
            </a:extLst>
          </p:cNvPr>
          <p:cNvSpPr txBox="1"/>
          <p:nvPr/>
        </p:nvSpPr>
        <p:spPr>
          <a:xfrm>
            <a:off x="346872" y="6084350"/>
            <a:ext cx="2225859" cy="369332"/>
          </a:xfrm>
          <a:prstGeom prst="rect">
            <a:avLst/>
          </a:prstGeom>
          <a:noFill/>
        </p:spPr>
        <p:txBody>
          <a:bodyPr wrap="square">
            <a:spAutoFit/>
          </a:bodyPr>
          <a:lstStyle/>
          <a:p>
            <a:r>
              <a:rPr lang="it-IT" sz="1800" b="1" dirty="0">
                <a:solidFill>
                  <a:srgbClr val="997E71"/>
                </a:solidFill>
              </a:rPr>
              <a:t>CAMPO ETICHETTA </a:t>
            </a:r>
            <a:endParaRPr lang="it-IT" b="1" dirty="0"/>
          </a:p>
        </p:txBody>
      </p:sp>
      <p:sp>
        <p:nvSpPr>
          <p:cNvPr id="262" name="CasellaDiTesto 261">
            <a:extLst>
              <a:ext uri="{FF2B5EF4-FFF2-40B4-BE49-F238E27FC236}">
                <a16:creationId xmlns:a16="http://schemas.microsoft.com/office/drawing/2014/main" id="{35E6E4B0-7A6B-FB0D-D76C-2DAB46676E34}"/>
              </a:ext>
            </a:extLst>
          </p:cNvPr>
          <p:cNvSpPr txBox="1"/>
          <p:nvPr/>
        </p:nvSpPr>
        <p:spPr>
          <a:xfrm>
            <a:off x="2134847" y="6756531"/>
            <a:ext cx="623889" cy="2684774"/>
          </a:xfrm>
          <a:prstGeom prst="rect">
            <a:avLst/>
          </a:prstGeom>
          <a:noFill/>
          <a:ln>
            <a:noFill/>
          </a:ln>
        </p:spPr>
        <p:txBody>
          <a:bodyPr wrap="none" rtlCol="0">
            <a:spAutoFit/>
          </a:bodyPr>
          <a:lstStyle/>
          <a:p>
            <a:pPr>
              <a:lnSpc>
                <a:spcPct val="200000"/>
              </a:lnSpc>
            </a:pPr>
            <a:r>
              <a:rPr lang="it-IT" sz="3200" b="1" dirty="0">
                <a:solidFill>
                  <a:srgbClr val="FF654C"/>
                </a:solidFill>
              </a:rPr>
              <a:t>00</a:t>
            </a:r>
            <a:br>
              <a:rPr lang="it-IT" sz="2800" dirty="0">
                <a:solidFill>
                  <a:srgbClr val="997E71"/>
                </a:solidFill>
              </a:rPr>
            </a:br>
            <a:r>
              <a:rPr lang="it-IT" sz="2800" dirty="0">
                <a:solidFill>
                  <a:schemeClr val="bg1">
                    <a:lumMod val="65000"/>
                  </a:schemeClr>
                </a:solidFill>
              </a:rPr>
              <a:t>01</a:t>
            </a:r>
          </a:p>
          <a:p>
            <a:pPr>
              <a:lnSpc>
                <a:spcPct val="200000"/>
              </a:lnSpc>
            </a:pPr>
            <a:r>
              <a:rPr lang="it-IT" sz="2800" dirty="0">
                <a:solidFill>
                  <a:schemeClr val="bg1">
                    <a:lumMod val="65000"/>
                  </a:schemeClr>
                </a:solidFill>
              </a:rPr>
              <a:t>10</a:t>
            </a:r>
          </a:p>
        </p:txBody>
      </p:sp>
      <p:cxnSp>
        <p:nvCxnSpPr>
          <p:cNvPr id="266" name="Connettore diritto 265">
            <a:extLst>
              <a:ext uri="{FF2B5EF4-FFF2-40B4-BE49-F238E27FC236}">
                <a16:creationId xmlns:a16="http://schemas.microsoft.com/office/drawing/2014/main" id="{0260983F-9B13-6350-9D7B-4C813A49D864}"/>
              </a:ext>
            </a:extLst>
          </p:cNvPr>
          <p:cNvCxnSpPr>
            <a:cxnSpLocks/>
          </p:cNvCxnSpPr>
          <p:nvPr/>
        </p:nvCxnSpPr>
        <p:spPr>
          <a:xfrm>
            <a:off x="2393982" y="7592188"/>
            <a:ext cx="0" cy="447349"/>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67" name="Connettore diritto 266">
            <a:extLst>
              <a:ext uri="{FF2B5EF4-FFF2-40B4-BE49-F238E27FC236}">
                <a16:creationId xmlns:a16="http://schemas.microsoft.com/office/drawing/2014/main" id="{B0199307-880A-30A1-1821-9E887D8CC97A}"/>
              </a:ext>
            </a:extLst>
          </p:cNvPr>
          <p:cNvCxnSpPr>
            <a:cxnSpLocks/>
          </p:cNvCxnSpPr>
          <p:nvPr/>
        </p:nvCxnSpPr>
        <p:spPr>
          <a:xfrm>
            <a:off x="2393982" y="8463092"/>
            <a:ext cx="0" cy="447349"/>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75" name="Rettangolo 274">
            <a:extLst>
              <a:ext uri="{FF2B5EF4-FFF2-40B4-BE49-F238E27FC236}">
                <a16:creationId xmlns:a16="http://schemas.microsoft.com/office/drawing/2014/main" id="{7C7F9B80-8374-E7FF-531F-1FA992377A4C}"/>
              </a:ext>
            </a:extLst>
          </p:cNvPr>
          <p:cNvSpPr/>
          <p:nvPr/>
        </p:nvSpPr>
        <p:spPr>
          <a:xfrm>
            <a:off x="5659594" y="6540657"/>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6" name="Rettangolo 275">
            <a:extLst>
              <a:ext uri="{FF2B5EF4-FFF2-40B4-BE49-F238E27FC236}">
                <a16:creationId xmlns:a16="http://schemas.microsoft.com/office/drawing/2014/main" id="{64E7ACBA-ECC1-85AE-D4EE-1F058B544931}"/>
              </a:ext>
            </a:extLst>
          </p:cNvPr>
          <p:cNvSpPr/>
          <p:nvPr/>
        </p:nvSpPr>
        <p:spPr>
          <a:xfrm>
            <a:off x="6587076" y="6540657"/>
            <a:ext cx="478448"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7" name="Rettangolo 276">
            <a:extLst>
              <a:ext uri="{FF2B5EF4-FFF2-40B4-BE49-F238E27FC236}">
                <a16:creationId xmlns:a16="http://schemas.microsoft.com/office/drawing/2014/main" id="{EF487072-EC79-75EC-FB88-25089CA690EC}"/>
              </a:ext>
            </a:extLst>
          </p:cNvPr>
          <p:cNvSpPr/>
          <p:nvPr/>
        </p:nvSpPr>
        <p:spPr>
          <a:xfrm>
            <a:off x="6758551" y="6564741"/>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278" name="Rettangolo 277">
            <a:extLst>
              <a:ext uri="{FF2B5EF4-FFF2-40B4-BE49-F238E27FC236}">
                <a16:creationId xmlns:a16="http://schemas.microsoft.com/office/drawing/2014/main" id="{5525D853-E3F0-E784-B36C-5BEFFF7479E4}"/>
              </a:ext>
            </a:extLst>
          </p:cNvPr>
          <p:cNvSpPr/>
          <p:nvPr/>
        </p:nvSpPr>
        <p:spPr>
          <a:xfrm>
            <a:off x="6913389" y="6564741"/>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279" name="Rettangolo con angoli arrotondati 278">
            <a:extLst>
              <a:ext uri="{FF2B5EF4-FFF2-40B4-BE49-F238E27FC236}">
                <a16:creationId xmlns:a16="http://schemas.microsoft.com/office/drawing/2014/main" id="{DFB9AB4A-32E0-D150-C378-EEBBC54B33C2}"/>
              </a:ext>
            </a:extLst>
          </p:cNvPr>
          <p:cNvSpPr/>
          <p:nvPr/>
        </p:nvSpPr>
        <p:spPr>
          <a:xfrm>
            <a:off x="5968466" y="6549306"/>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280" name="CasellaDiTesto 279">
            <a:extLst>
              <a:ext uri="{FF2B5EF4-FFF2-40B4-BE49-F238E27FC236}">
                <a16:creationId xmlns:a16="http://schemas.microsoft.com/office/drawing/2014/main" id="{0FD2F88F-1E89-BF3D-1466-1FD1818B0B7C}"/>
              </a:ext>
            </a:extLst>
          </p:cNvPr>
          <p:cNvSpPr txBox="1"/>
          <p:nvPr/>
        </p:nvSpPr>
        <p:spPr>
          <a:xfrm>
            <a:off x="5109357" y="6066149"/>
            <a:ext cx="2399081" cy="338554"/>
          </a:xfrm>
          <a:prstGeom prst="rect">
            <a:avLst/>
          </a:prstGeom>
          <a:noFill/>
        </p:spPr>
        <p:txBody>
          <a:bodyPr wrap="square">
            <a:spAutoFit/>
          </a:bodyPr>
          <a:lstStyle/>
          <a:p>
            <a:r>
              <a:rPr lang="it-IT" sz="1600" b="1" dirty="0">
                <a:solidFill>
                  <a:srgbClr val="997E71"/>
                </a:solidFill>
              </a:rPr>
              <a:t>CAMPO SPIAZZAMENTO </a:t>
            </a:r>
            <a:endParaRPr lang="it-IT" sz="1600" b="1" dirty="0"/>
          </a:p>
        </p:txBody>
      </p:sp>
      <p:sp>
        <p:nvSpPr>
          <p:cNvPr id="281" name="Rettangolo con angoli arrotondati 280">
            <a:extLst>
              <a:ext uri="{FF2B5EF4-FFF2-40B4-BE49-F238E27FC236}">
                <a16:creationId xmlns:a16="http://schemas.microsoft.com/office/drawing/2014/main" id="{835BCAE4-628B-BE16-6960-DFF3B25BD603}"/>
              </a:ext>
            </a:extLst>
          </p:cNvPr>
          <p:cNvSpPr/>
          <p:nvPr/>
        </p:nvSpPr>
        <p:spPr>
          <a:xfrm>
            <a:off x="4842406" y="7165911"/>
            <a:ext cx="233848" cy="78917"/>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2" name="Rettangolo con angoli arrotondati 281">
            <a:extLst>
              <a:ext uri="{FF2B5EF4-FFF2-40B4-BE49-F238E27FC236}">
                <a16:creationId xmlns:a16="http://schemas.microsoft.com/office/drawing/2014/main" id="{74DEDC05-EBA9-6304-0AC9-5AB8CEF1059B}"/>
              </a:ext>
            </a:extLst>
          </p:cNvPr>
          <p:cNvSpPr/>
          <p:nvPr/>
        </p:nvSpPr>
        <p:spPr>
          <a:xfrm>
            <a:off x="4559684" y="7266460"/>
            <a:ext cx="233848" cy="75664"/>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3" name="Rettangolo con angoli arrotondati 282">
            <a:extLst>
              <a:ext uri="{FF2B5EF4-FFF2-40B4-BE49-F238E27FC236}">
                <a16:creationId xmlns:a16="http://schemas.microsoft.com/office/drawing/2014/main" id="{CD3ACD72-D915-C0DD-D66E-24E7C9C6366E}"/>
              </a:ext>
            </a:extLst>
          </p:cNvPr>
          <p:cNvSpPr/>
          <p:nvPr/>
        </p:nvSpPr>
        <p:spPr>
          <a:xfrm>
            <a:off x="4842406" y="7262164"/>
            <a:ext cx="233848" cy="78917"/>
          </a:xfrm>
          <a:prstGeom prst="round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6" name="Rettangolo 285">
            <a:extLst>
              <a:ext uri="{FF2B5EF4-FFF2-40B4-BE49-F238E27FC236}">
                <a16:creationId xmlns:a16="http://schemas.microsoft.com/office/drawing/2014/main" id="{CB75BFAA-693A-A301-6660-788B19B1B5A6}"/>
              </a:ext>
            </a:extLst>
          </p:cNvPr>
          <p:cNvSpPr/>
          <p:nvPr/>
        </p:nvSpPr>
        <p:spPr>
          <a:xfrm>
            <a:off x="252251" y="10190855"/>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2</a:t>
            </a:r>
          </a:p>
        </p:txBody>
      </p:sp>
      <p:sp>
        <p:nvSpPr>
          <p:cNvPr id="287" name="Rettangolo 286">
            <a:extLst>
              <a:ext uri="{FF2B5EF4-FFF2-40B4-BE49-F238E27FC236}">
                <a16:creationId xmlns:a16="http://schemas.microsoft.com/office/drawing/2014/main" id="{F5BC1EF8-44EC-C7D5-F95A-CA367B472C79}"/>
              </a:ext>
            </a:extLst>
          </p:cNvPr>
          <p:cNvSpPr/>
          <p:nvPr/>
        </p:nvSpPr>
        <p:spPr>
          <a:xfrm>
            <a:off x="845271" y="10190854"/>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2</a:t>
            </a:r>
          </a:p>
        </p:txBody>
      </p:sp>
      <p:sp>
        <p:nvSpPr>
          <p:cNvPr id="288" name="Rettangolo 287">
            <a:extLst>
              <a:ext uri="{FF2B5EF4-FFF2-40B4-BE49-F238E27FC236}">
                <a16:creationId xmlns:a16="http://schemas.microsoft.com/office/drawing/2014/main" id="{2026BA6C-D730-B30F-B821-70C118546418}"/>
              </a:ext>
            </a:extLst>
          </p:cNvPr>
          <p:cNvSpPr/>
          <p:nvPr/>
        </p:nvSpPr>
        <p:spPr>
          <a:xfrm>
            <a:off x="1438291" y="10187746"/>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3</a:t>
            </a:r>
          </a:p>
        </p:txBody>
      </p:sp>
      <p:sp>
        <p:nvSpPr>
          <p:cNvPr id="2" name="Rettangolo 1">
            <a:extLst>
              <a:ext uri="{FF2B5EF4-FFF2-40B4-BE49-F238E27FC236}">
                <a16:creationId xmlns:a16="http://schemas.microsoft.com/office/drawing/2014/main" id="{C45BB959-898E-2648-6FFB-BF685C6EFDF7}"/>
              </a:ext>
            </a:extLst>
          </p:cNvPr>
          <p:cNvSpPr/>
          <p:nvPr/>
        </p:nvSpPr>
        <p:spPr>
          <a:xfrm>
            <a:off x="6130706" y="9980280"/>
            <a:ext cx="1277133" cy="253577"/>
          </a:xfrm>
          <a:prstGeom prst="rect">
            <a:avLst/>
          </a:prstGeom>
          <a:solidFill>
            <a:srgbClr val="FAF6EF"/>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7377C64C-CAC9-8CA2-5E4C-07D91480223D}"/>
              </a:ext>
            </a:extLst>
          </p:cNvPr>
          <p:cNvSpPr/>
          <p:nvPr/>
        </p:nvSpPr>
        <p:spPr>
          <a:xfrm>
            <a:off x="6130706" y="9980280"/>
            <a:ext cx="337744" cy="253577"/>
          </a:xfrm>
          <a:prstGeom prst="rect">
            <a:avLst/>
          </a:prstGeom>
          <a:solidFill>
            <a:srgbClr val="FAF6EF"/>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22157D30-C7C3-3F4A-2402-C33C1304A01F}"/>
              </a:ext>
            </a:extLst>
          </p:cNvPr>
          <p:cNvSpPr/>
          <p:nvPr/>
        </p:nvSpPr>
        <p:spPr>
          <a:xfrm>
            <a:off x="6160141" y="10004364"/>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7" name="Rettangolo 6">
            <a:extLst>
              <a:ext uri="{FF2B5EF4-FFF2-40B4-BE49-F238E27FC236}">
                <a16:creationId xmlns:a16="http://schemas.microsoft.com/office/drawing/2014/main" id="{2DBFDE88-1627-18DF-2184-5DF9AC0EE6A5}"/>
              </a:ext>
            </a:extLst>
          </p:cNvPr>
          <p:cNvSpPr/>
          <p:nvPr/>
        </p:nvSpPr>
        <p:spPr>
          <a:xfrm>
            <a:off x="6316315" y="10004364"/>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8" name="Rettangolo 7">
            <a:extLst>
              <a:ext uri="{FF2B5EF4-FFF2-40B4-BE49-F238E27FC236}">
                <a16:creationId xmlns:a16="http://schemas.microsoft.com/office/drawing/2014/main" id="{76B0662E-0CC7-7F21-E857-2AA06C961298}"/>
              </a:ext>
            </a:extLst>
          </p:cNvPr>
          <p:cNvSpPr/>
          <p:nvPr/>
        </p:nvSpPr>
        <p:spPr>
          <a:xfrm>
            <a:off x="6507297" y="9980280"/>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Rettangolo 8">
            <a:extLst>
              <a:ext uri="{FF2B5EF4-FFF2-40B4-BE49-F238E27FC236}">
                <a16:creationId xmlns:a16="http://schemas.microsoft.com/office/drawing/2014/main" id="{15CBC71B-020D-244B-EB38-A5568430FBCA}"/>
              </a:ext>
            </a:extLst>
          </p:cNvPr>
          <p:cNvSpPr/>
          <p:nvPr/>
        </p:nvSpPr>
        <p:spPr>
          <a:xfrm>
            <a:off x="6536732" y="10004364"/>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11" name="Rettangolo 10">
            <a:extLst>
              <a:ext uri="{FF2B5EF4-FFF2-40B4-BE49-F238E27FC236}">
                <a16:creationId xmlns:a16="http://schemas.microsoft.com/office/drawing/2014/main" id="{B182C3DB-5B89-ED4D-F540-3D1E5595752E}"/>
              </a:ext>
            </a:extLst>
          </p:cNvPr>
          <p:cNvSpPr/>
          <p:nvPr/>
        </p:nvSpPr>
        <p:spPr>
          <a:xfrm>
            <a:off x="6692906" y="10004364"/>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13" name="Rettangolo 12">
            <a:extLst>
              <a:ext uri="{FF2B5EF4-FFF2-40B4-BE49-F238E27FC236}">
                <a16:creationId xmlns:a16="http://schemas.microsoft.com/office/drawing/2014/main" id="{ABB7F650-92B3-2932-29D5-0160F9D06EF0}"/>
              </a:ext>
            </a:extLst>
          </p:cNvPr>
          <p:cNvSpPr/>
          <p:nvPr/>
        </p:nvSpPr>
        <p:spPr>
          <a:xfrm>
            <a:off x="6925857" y="9980280"/>
            <a:ext cx="481982" cy="253577"/>
          </a:xfrm>
          <a:prstGeom prst="rect">
            <a:avLst/>
          </a:prstGeom>
          <a:solidFill>
            <a:srgbClr val="FAF6EF"/>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Rettangolo 14">
            <a:extLst>
              <a:ext uri="{FF2B5EF4-FFF2-40B4-BE49-F238E27FC236}">
                <a16:creationId xmlns:a16="http://schemas.microsoft.com/office/drawing/2014/main" id="{A945109A-2FAB-E986-3F21-F5DFABDA2CC9}"/>
              </a:ext>
            </a:extLst>
          </p:cNvPr>
          <p:cNvSpPr/>
          <p:nvPr/>
        </p:nvSpPr>
        <p:spPr>
          <a:xfrm>
            <a:off x="7099530" y="10004364"/>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16" name="Rettangolo 15">
            <a:extLst>
              <a:ext uri="{FF2B5EF4-FFF2-40B4-BE49-F238E27FC236}">
                <a16:creationId xmlns:a16="http://schemas.microsoft.com/office/drawing/2014/main" id="{C37F8A91-2DE1-9905-57AA-9CBCD47A6E7E}"/>
              </a:ext>
            </a:extLst>
          </p:cNvPr>
          <p:cNvSpPr/>
          <p:nvPr/>
        </p:nvSpPr>
        <p:spPr>
          <a:xfrm>
            <a:off x="7255704" y="10004364"/>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23" name="CasellaDiTesto 22">
            <a:extLst>
              <a:ext uri="{FF2B5EF4-FFF2-40B4-BE49-F238E27FC236}">
                <a16:creationId xmlns:a16="http://schemas.microsoft.com/office/drawing/2014/main" id="{8DB38A34-0477-8223-6C5D-45DBA8B8B923}"/>
              </a:ext>
            </a:extLst>
          </p:cNvPr>
          <p:cNvSpPr txBox="1"/>
          <p:nvPr/>
        </p:nvSpPr>
        <p:spPr>
          <a:xfrm>
            <a:off x="6154380" y="9491034"/>
            <a:ext cx="1277133" cy="415498"/>
          </a:xfrm>
          <a:prstGeom prst="rect">
            <a:avLst/>
          </a:prstGeom>
          <a:noFill/>
          <a:ln>
            <a:noFill/>
          </a:ln>
        </p:spPr>
        <p:txBody>
          <a:bodyPr wrap="square" lIns="0" tIns="0" rIns="0" bIns="0" rtlCol="0">
            <a:spAutoFit/>
          </a:bodyPr>
          <a:lstStyle/>
          <a:p>
            <a:r>
              <a:rPr lang="it-IT" sz="900" dirty="0">
                <a:solidFill>
                  <a:srgbClr val="FAF6EF"/>
                </a:solidFill>
              </a:rPr>
              <a:t>Indirizzo blocco della memoria associato in una posizione nella cache  </a:t>
            </a:r>
            <a:endParaRPr lang="it-IT" sz="1100" dirty="0">
              <a:solidFill>
                <a:srgbClr val="FAF6EF"/>
              </a:solidFill>
            </a:endParaRPr>
          </a:p>
        </p:txBody>
      </p:sp>
      <p:sp>
        <p:nvSpPr>
          <p:cNvPr id="27" name="Freccia a pentagono 26">
            <a:extLst>
              <a:ext uri="{FF2B5EF4-FFF2-40B4-BE49-F238E27FC236}">
                <a16:creationId xmlns:a16="http://schemas.microsoft.com/office/drawing/2014/main" id="{BB574B91-3F39-C95F-3B4F-E92F9A698FD1}"/>
              </a:ext>
            </a:extLst>
          </p:cNvPr>
          <p:cNvSpPr/>
          <p:nvPr/>
        </p:nvSpPr>
        <p:spPr>
          <a:xfrm>
            <a:off x="1388475" y="7731691"/>
            <a:ext cx="459549" cy="135472"/>
          </a:xfrm>
          <a:prstGeom prst="homePlate">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200" dirty="0"/>
          </a:p>
        </p:txBody>
      </p:sp>
      <p:cxnSp>
        <p:nvCxnSpPr>
          <p:cNvPr id="33" name="Connettore diritto 32">
            <a:extLst>
              <a:ext uri="{FF2B5EF4-FFF2-40B4-BE49-F238E27FC236}">
                <a16:creationId xmlns:a16="http://schemas.microsoft.com/office/drawing/2014/main" id="{596668AE-B7F6-3719-DAF0-0E0A2FC4A5BF}"/>
              </a:ext>
            </a:extLst>
          </p:cNvPr>
          <p:cNvCxnSpPr/>
          <p:nvPr/>
        </p:nvCxnSpPr>
        <p:spPr>
          <a:xfrm>
            <a:off x="3050328" y="6994507"/>
            <a:ext cx="0" cy="920498"/>
          </a:xfrm>
          <a:prstGeom prst="line">
            <a:avLst/>
          </a:prstGeom>
          <a:ln w="38100">
            <a:solidFill>
              <a:srgbClr val="FF654C"/>
            </a:solidFill>
          </a:ln>
        </p:spPr>
        <p:style>
          <a:lnRef idx="2">
            <a:schemeClr val="accent1"/>
          </a:lnRef>
          <a:fillRef idx="0">
            <a:schemeClr val="accent1"/>
          </a:fillRef>
          <a:effectRef idx="1">
            <a:schemeClr val="accent1"/>
          </a:effectRef>
          <a:fontRef idx="minor">
            <a:schemeClr val="tx1"/>
          </a:fontRef>
        </p:style>
      </p:cxnSp>
      <p:cxnSp>
        <p:nvCxnSpPr>
          <p:cNvPr id="34" name="Connettore diritto 33">
            <a:extLst>
              <a:ext uri="{FF2B5EF4-FFF2-40B4-BE49-F238E27FC236}">
                <a16:creationId xmlns:a16="http://schemas.microsoft.com/office/drawing/2014/main" id="{8C694E38-B977-8160-2B73-4AA1CE03144A}"/>
              </a:ext>
            </a:extLst>
          </p:cNvPr>
          <p:cNvCxnSpPr/>
          <p:nvPr/>
        </p:nvCxnSpPr>
        <p:spPr>
          <a:xfrm>
            <a:off x="3054668" y="8076512"/>
            <a:ext cx="0" cy="920498"/>
          </a:xfrm>
          <a:prstGeom prst="line">
            <a:avLst/>
          </a:prstGeom>
          <a:ln w="3810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0" name="Connettore diritto 39">
            <a:extLst>
              <a:ext uri="{FF2B5EF4-FFF2-40B4-BE49-F238E27FC236}">
                <a16:creationId xmlns:a16="http://schemas.microsoft.com/office/drawing/2014/main" id="{1528F037-63A9-43CE-DA59-85903DD5EBC0}"/>
              </a:ext>
            </a:extLst>
          </p:cNvPr>
          <p:cNvCxnSpPr/>
          <p:nvPr/>
        </p:nvCxnSpPr>
        <p:spPr>
          <a:xfrm>
            <a:off x="3066947" y="9199981"/>
            <a:ext cx="0" cy="920498"/>
          </a:xfrm>
          <a:prstGeom prst="line">
            <a:avLst/>
          </a:prstGeom>
          <a:ln w="38100">
            <a:solidFill>
              <a:srgbClr val="BFBFBF"/>
            </a:solidFill>
          </a:ln>
        </p:spPr>
        <p:style>
          <a:lnRef idx="2">
            <a:schemeClr val="accent1"/>
          </a:lnRef>
          <a:fillRef idx="0">
            <a:schemeClr val="accent1"/>
          </a:fillRef>
          <a:effectRef idx="1">
            <a:schemeClr val="accent1"/>
          </a:effectRef>
          <a:fontRef idx="minor">
            <a:schemeClr val="tx1"/>
          </a:fontRef>
        </p:style>
      </p:cxnSp>
      <p:sp>
        <p:nvSpPr>
          <p:cNvPr id="68" name="Rettangolo con angoli arrotondati 67">
            <a:extLst>
              <a:ext uri="{FF2B5EF4-FFF2-40B4-BE49-F238E27FC236}">
                <a16:creationId xmlns:a16="http://schemas.microsoft.com/office/drawing/2014/main" id="{E0DB2386-A784-B6F3-6E0F-3A198B65B634}"/>
              </a:ext>
            </a:extLst>
          </p:cNvPr>
          <p:cNvSpPr/>
          <p:nvPr/>
        </p:nvSpPr>
        <p:spPr>
          <a:xfrm>
            <a:off x="5615229" y="860099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76" name="Rettangolo con angoli arrotondati 75">
            <a:extLst>
              <a:ext uri="{FF2B5EF4-FFF2-40B4-BE49-F238E27FC236}">
                <a16:creationId xmlns:a16="http://schemas.microsoft.com/office/drawing/2014/main" id="{AC814A4F-38D8-E727-1938-86C348F9D569}"/>
              </a:ext>
            </a:extLst>
          </p:cNvPr>
          <p:cNvSpPr/>
          <p:nvPr/>
        </p:nvSpPr>
        <p:spPr>
          <a:xfrm>
            <a:off x="6473209" y="8611454"/>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78" name="Rettangolo con angoli arrotondati 77">
            <a:extLst>
              <a:ext uri="{FF2B5EF4-FFF2-40B4-BE49-F238E27FC236}">
                <a16:creationId xmlns:a16="http://schemas.microsoft.com/office/drawing/2014/main" id="{CD08959D-4255-BCBD-E125-D68FF94F8D51}"/>
              </a:ext>
            </a:extLst>
          </p:cNvPr>
          <p:cNvSpPr/>
          <p:nvPr/>
        </p:nvSpPr>
        <p:spPr>
          <a:xfrm>
            <a:off x="5615229" y="8317114"/>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79" name="Rettangolo con angoli arrotondati 78">
            <a:extLst>
              <a:ext uri="{FF2B5EF4-FFF2-40B4-BE49-F238E27FC236}">
                <a16:creationId xmlns:a16="http://schemas.microsoft.com/office/drawing/2014/main" id="{840DE0C7-12AE-0844-AE8C-235D72DEAFC9}"/>
              </a:ext>
            </a:extLst>
          </p:cNvPr>
          <p:cNvSpPr/>
          <p:nvPr/>
        </p:nvSpPr>
        <p:spPr>
          <a:xfrm>
            <a:off x="6484909" y="831560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80" name="CasellaDiTesto 79">
            <a:extLst>
              <a:ext uri="{FF2B5EF4-FFF2-40B4-BE49-F238E27FC236}">
                <a16:creationId xmlns:a16="http://schemas.microsoft.com/office/drawing/2014/main" id="{8F55CA7C-4E82-43B7-4A41-1B4EAA2C4EEA}"/>
              </a:ext>
            </a:extLst>
          </p:cNvPr>
          <p:cNvSpPr txBox="1"/>
          <p:nvPr/>
        </p:nvSpPr>
        <p:spPr>
          <a:xfrm>
            <a:off x="6277090" y="8349563"/>
            <a:ext cx="182742" cy="138499"/>
          </a:xfrm>
          <a:prstGeom prst="rect">
            <a:avLst/>
          </a:prstGeom>
          <a:noFill/>
          <a:ln>
            <a:noFill/>
          </a:ln>
        </p:spPr>
        <p:txBody>
          <a:bodyPr wrap="none" lIns="0" tIns="0" rIns="0" bIns="0" rtlCol="0">
            <a:spAutoFit/>
          </a:bodyPr>
          <a:lstStyle/>
          <a:p>
            <a:r>
              <a:rPr lang="it-IT" sz="900" dirty="0">
                <a:solidFill>
                  <a:srgbClr val="997E71"/>
                </a:solidFill>
              </a:rPr>
              <a:t>101</a:t>
            </a:r>
            <a:endParaRPr lang="it-IT" sz="1100" dirty="0">
              <a:solidFill>
                <a:srgbClr val="997E71"/>
              </a:solidFill>
            </a:endParaRPr>
          </a:p>
        </p:txBody>
      </p:sp>
      <p:sp>
        <p:nvSpPr>
          <p:cNvPr id="81" name="CasellaDiTesto 80">
            <a:extLst>
              <a:ext uri="{FF2B5EF4-FFF2-40B4-BE49-F238E27FC236}">
                <a16:creationId xmlns:a16="http://schemas.microsoft.com/office/drawing/2014/main" id="{AA17763A-EA67-A410-EB27-34C0619475B1}"/>
              </a:ext>
            </a:extLst>
          </p:cNvPr>
          <p:cNvSpPr txBox="1"/>
          <p:nvPr/>
        </p:nvSpPr>
        <p:spPr>
          <a:xfrm>
            <a:off x="5396674" y="8357100"/>
            <a:ext cx="182742" cy="138499"/>
          </a:xfrm>
          <a:prstGeom prst="rect">
            <a:avLst/>
          </a:prstGeom>
          <a:noFill/>
          <a:ln>
            <a:noFill/>
          </a:ln>
        </p:spPr>
        <p:txBody>
          <a:bodyPr wrap="none" lIns="0" tIns="0" rIns="0" bIns="0" rtlCol="0">
            <a:spAutoFit/>
          </a:bodyPr>
          <a:lstStyle/>
          <a:p>
            <a:r>
              <a:rPr lang="it-IT" sz="900" dirty="0">
                <a:solidFill>
                  <a:srgbClr val="997E71"/>
                </a:solidFill>
              </a:rPr>
              <a:t>100</a:t>
            </a:r>
            <a:endParaRPr lang="it-IT" sz="1100" dirty="0">
              <a:solidFill>
                <a:srgbClr val="997E71"/>
              </a:solidFill>
            </a:endParaRPr>
          </a:p>
        </p:txBody>
      </p:sp>
      <p:sp>
        <p:nvSpPr>
          <p:cNvPr id="82" name="CasellaDiTesto 81">
            <a:extLst>
              <a:ext uri="{FF2B5EF4-FFF2-40B4-BE49-F238E27FC236}">
                <a16:creationId xmlns:a16="http://schemas.microsoft.com/office/drawing/2014/main" id="{2440845D-078A-E3B3-3F09-C951128E6964}"/>
              </a:ext>
            </a:extLst>
          </p:cNvPr>
          <p:cNvSpPr txBox="1"/>
          <p:nvPr/>
        </p:nvSpPr>
        <p:spPr>
          <a:xfrm>
            <a:off x="5391279" y="8637196"/>
            <a:ext cx="182742" cy="138499"/>
          </a:xfrm>
          <a:prstGeom prst="rect">
            <a:avLst/>
          </a:prstGeom>
          <a:noFill/>
          <a:ln>
            <a:noFill/>
          </a:ln>
        </p:spPr>
        <p:txBody>
          <a:bodyPr wrap="none" lIns="0" tIns="0" rIns="0" bIns="0" rtlCol="0">
            <a:spAutoFit/>
          </a:bodyPr>
          <a:lstStyle/>
          <a:p>
            <a:r>
              <a:rPr lang="it-IT" sz="900" dirty="0">
                <a:solidFill>
                  <a:srgbClr val="997E71"/>
                </a:solidFill>
              </a:rPr>
              <a:t>110</a:t>
            </a:r>
            <a:endParaRPr lang="it-IT" sz="1100" dirty="0">
              <a:solidFill>
                <a:srgbClr val="997E71"/>
              </a:solidFill>
            </a:endParaRPr>
          </a:p>
        </p:txBody>
      </p:sp>
      <p:sp>
        <p:nvSpPr>
          <p:cNvPr id="83" name="CasellaDiTesto 82">
            <a:extLst>
              <a:ext uri="{FF2B5EF4-FFF2-40B4-BE49-F238E27FC236}">
                <a16:creationId xmlns:a16="http://schemas.microsoft.com/office/drawing/2014/main" id="{0999FBF0-0000-0B65-FA9C-104E2050BC2D}"/>
              </a:ext>
            </a:extLst>
          </p:cNvPr>
          <p:cNvSpPr txBox="1"/>
          <p:nvPr/>
        </p:nvSpPr>
        <p:spPr>
          <a:xfrm>
            <a:off x="6266192" y="8661135"/>
            <a:ext cx="182742" cy="138499"/>
          </a:xfrm>
          <a:prstGeom prst="rect">
            <a:avLst/>
          </a:prstGeom>
          <a:noFill/>
          <a:ln>
            <a:noFill/>
          </a:ln>
        </p:spPr>
        <p:txBody>
          <a:bodyPr wrap="none" lIns="0" tIns="0" rIns="0" bIns="0" rtlCol="0">
            <a:spAutoFit/>
          </a:bodyPr>
          <a:lstStyle/>
          <a:p>
            <a:r>
              <a:rPr lang="it-IT" sz="900" dirty="0">
                <a:solidFill>
                  <a:srgbClr val="997E71"/>
                </a:solidFill>
              </a:rPr>
              <a:t>111</a:t>
            </a:r>
            <a:endParaRPr lang="it-IT" sz="1100" dirty="0">
              <a:solidFill>
                <a:srgbClr val="997E71"/>
              </a:solidFill>
            </a:endParaRPr>
          </a:p>
        </p:txBody>
      </p:sp>
      <p:sp>
        <p:nvSpPr>
          <p:cNvPr id="84" name="Rettangolo 83">
            <a:extLst>
              <a:ext uri="{FF2B5EF4-FFF2-40B4-BE49-F238E27FC236}">
                <a16:creationId xmlns:a16="http://schemas.microsoft.com/office/drawing/2014/main" id="{5C9D918B-DFD4-6E29-9BC2-382CB9D93025}"/>
              </a:ext>
            </a:extLst>
          </p:cNvPr>
          <p:cNvSpPr/>
          <p:nvPr/>
        </p:nvSpPr>
        <p:spPr>
          <a:xfrm>
            <a:off x="6603712" y="6564741"/>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87" name="Rettangolo 86">
            <a:extLst>
              <a:ext uri="{FF2B5EF4-FFF2-40B4-BE49-F238E27FC236}">
                <a16:creationId xmlns:a16="http://schemas.microsoft.com/office/drawing/2014/main" id="{955F238E-CB44-25D7-814B-0320D54E972F}"/>
              </a:ext>
            </a:extLst>
          </p:cNvPr>
          <p:cNvSpPr/>
          <p:nvPr/>
        </p:nvSpPr>
        <p:spPr>
          <a:xfrm>
            <a:off x="6943356" y="10004364"/>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88" name="CasellaDiTesto 87">
            <a:extLst>
              <a:ext uri="{FF2B5EF4-FFF2-40B4-BE49-F238E27FC236}">
                <a16:creationId xmlns:a16="http://schemas.microsoft.com/office/drawing/2014/main" id="{3FD7C875-71EB-6DEF-35C9-F617D2A5A7D4}"/>
              </a:ext>
            </a:extLst>
          </p:cNvPr>
          <p:cNvSpPr txBox="1"/>
          <p:nvPr/>
        </p:nvSpPr>
        <p:spPr>
          <a:xfrm>
            <a:off x="3768747" y="6832796"/>
            <a:ext cx="599733" cy="1083566"/>
          </a:xfrm>
          <a:prstGeom prst="rect">
            <a:avLst/>
          </a:prstGeom>
          <a:noFill/>
        </p:spPr>
        <p:txBody>
          <a:bodyPr wrap="square" rtlCol="0">
            <a:spAutoFit/>
          </a:bodyPr>
          <a:lstStyle/>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FF654C"/>
                </a:solidFill>
              </a:rPr>
              <a:t>blocco</a:t>
            </a:r>
          </a:p>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997E71"/>
                </a:solidFill>
              </a:rPr>
              <a:t>blocco</a:t>
            </a:r>
          </a:p>
        </p:txBody>
      </p:sp>
      <p:sp>
        <p:nvSpPr>
          <p:cNvPr id="89" name="CasellaDiTesto 88">
            <a:extLst>
              <a:ext uri="{FF2B5EF4-FFF2-40B4-BE49-F238E27FC236}">
                <a16:creationId xmlns:a16="http://schemas.microsoft.com/office/drawing/2014/main" id="{66B81973-A515-56DA-FDB0-3EBB26743192}"/>
              </a:ext>
            </a:extLst>
          </p:cNvPr>
          <p:cNvSpPr txBox="1"/>
          <p:nvPr/>
        </p:nvSpPr>
        <p:spPr>
          <a:xfrm>
            <a:off x="3790780" y="7945769"/>
            <a:ext cx="599733" cy="1083566"/>
          </a:xfrm>
          <a:prstGeom prst="rect">
            <a:avLst/>
          </a:prstGeom>
          <a:noFill/>
        </p:spPr>
        <p:txBody>
          <a:bodyPr wrap="square" rtlCol="0">
            <a:spAutoFit/>
          </a:bodyPr>
          <a:lstStyle/>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997E71"/>
                </a:solidFill>
              </a:rPr>
              <a:t>blocco</a:t>
            </a:r>
          </a:p>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997E71"/>
                </a:solidFill>
              </a:rPr>
              <a:t>blocco</a:t>
            </a:r>
          </a:p>
        </p:txBody>
      </p:sp>
      <p:sp>
        <p:nvSpPr>
          <p:cNvPr id="90" name="CasellaDiTesto 89">
            <a:extLst>
              <a:ext uri="{FF2B5EF4-FFF2-40B4-BE49-F238E27FC236}">
                <a16:creationId xmlns:a16="http://schemas.microsoft.com/office/drawing/2014/main" id="{5DE06E98-77B0-DF6F-5DD9-BA380A256464}"/>
              </a:ext>
            </a:extLst>
          </p:cNvPr>
          <p:cNvSpPr txBox="1"/>
          <p:nvPr/>
        </p:nvSpPr>
        <p:spPr>
          <a:xfrm>
            <a:off x="3790780" y="9058742"/>
            <a:ext cx="599733" cy="1083566"/>
          </a:xfrm>
          <a:prstGeom prst="rect">
            <a:avLst/>
          </a:prstGeom>
          <a:noFill/>
        </p:spPr>
        <p:txBody>
          <a:bodyPr wrap="square" rtlCol="0">
            <a:spAutoFit/>
          </a:bodyPr>
          <a:lstStyle/>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997E71"/>
                </a:solidFill>
              </a:rPr>
              <a:t>blocco</a:t>
            </a:r>
          </a:p>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997E71"/>
                </a:solidFill>
              </a:rPr>
              <a:t>blocco</a:t>
            </a:r>
          </a:p>
        </p:txBody>
      </p:sp>
      <p:sp>
        <p:nvSpPr>
          <p:cNvPr id="94" name="Freccia a pentagono 93">
            <a:extLst>
              <a:ext uri="{FF2B5EF4-FFF2-40B4-BE49-F238E27FC236}">
                <a16:creationId xmlns:a16="http://schemas.microsoft.com/office/drawing/2014/main" id="{5E448C9F-E06F-69AE-9F35-D95C6F7E4C87}"/>
              </a:ext>
            </a:extLst>
          </p:cNvPr>
          <p:cNvSpPr/>
          <p:nvPr/>
        </p:nvSpPr>
        <p:spPr>
          <a:xfrm>
            <a:off x="1388475" y="7978437"/>
            <a:ext cx="459549" cy="135472"/>
          </a:xfrm>
          <a:prstGeom prst="homePlate">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200" dirty="0"/>
          </a:p>
        </p:txBody>
      </p:sp>
      <p:sp>
        <p:nvSpPr>
          <p:cNvPr id="95" name="Freccia a pentagono 94">
            <a:extLst>
              <a:ext uri="{FF2B5EF4-FFF2-40B4-BE49-F238E27FC236}">
                <a16:creationId xmlns:a16="http://schemas.microsoft.com/office/drawing/2014/main" id="{860733C4-E5A3-8885-BD96-B15EBAE84187}"/>
              </a:ext>
            </a:extLst>
          </p:cNvPr>
          <p:cNvSpPr/>
          <p:nvPr/>
        </p:nvSpPr>
        <p:spPr>
          <a:xfrm>
            <a:off x="1388475" y="8225182"/>
            <a:ext cx="459549" cy="135472"/>
          </a:xfrm>
          <a:prstGeom prst="homePlate">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200" dirty="0"/>
          </a:p>
        </p:txBody>
      </p:sp>
      <p:sp>
        <p:nvSpPr>
          <p:cNvPr id="220" name="Rettangolo 219">
            <a:extLst>
              <a:ext uri="{FF2B5EF4-FFF2-40B4-BE49-F238E27FC236}">
                <a16:creationId xmlns:a16="http://schemas.microsoft.com/office/drawing/2014/main" id="{5CEE0A21-5B51-6B03-0557-48F004A858E5}"/>
              </a:ext>
            </a:extLst>
          </p:cNvPr>
          <p:cNvSpPr/>
          <p:nvPr/>
        </p:nvSpPr>
        <p:spPr>
          <a:xfrm>
            <a:off x="3013722" y="6529299"/>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3" name="Rettangolo 222">
            <a:extLst>
              <a:ext uri="{FF2B5EF4-FFF2-40B4-BE49-F238E27FC236}">
                <a16:creationId xmlns:a16="http://schemas.microsoft.com/office/drawing/2014/main" id="{C0D8E52F-185D-6364-05FF-FD5D343C9427}"/>
              </a:ext>
            </a:extLst>
          </p:cNvPr>
          <p:cNvSpPr/>
          <p:nvPr/>
        </p:nvSpPr>
        <p:spPr>
          <a:xfrm>
            <a:off x="3222446" y="6527736"/>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4" name="Rettangolo 223">
            <a:extLst>
              <a:ext uri="{FF2B5EF4-FFF2-40B4-BE49-F238E27FC236}">
                <a16:creationId xmlns:a16="http://schemas.microsoft.com/office/drawing/2014/main" id="{D53E34F5-BC0F-B60F-9033-072469212E5E}"/>
              </a:ext>
            </a:extLst>
          </p:cNvPr>
          <p:cNvSpPr/>
          <p:nvPr/>
        </p:nvSpPr>
        <p:spPr>
          <a:xfrm>
            <a:off x="3251881" y="6547180"/>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225" name="Rettangolo 224">
            <a:extLst>
              <a:ext uri="{FF2B5EF4-FFF2-40B4-BE49-F238E27FC236}">
                <a16:creationId xmlns:a16="http://schemas.microsoft.com/office/drawing/2014/main" id="{76DA047F-F9BA-D365-D05A-2525E9A65CDE}"/>
              </a:ext>
            </a:extLst>
          </p:cNvPr>
          <p:cNvSpPr/>
          <p:nvPr/>
        </p:nvSpPr>
        <p:spPr>
          <a:xfrm>
            <a:off x="3408055" y="6547180"/>
            <a:ext cx="128618" cy="205409"/>
          </a:xfrm>
          <a:prstGeom prst="rect">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cxnSp>
        <p:nvCxnSpPr>
          <p:cNvPr id="104" name="Connettore diritto 103">
            <a:extLst>
              <a:ext uri="{FF2B5EF4-FFF2-40B4-BE49-F238E27FC236}">
                <a16:creationId xmlns:a16="http://schemas.microsoft.com/office/drawing/2014/main" id="{2960633B-2020-3D01-3295-DA2703922235}"/>
              </a:ext>
            </a:extLst>
          </p:cNvPr>
          <p:cNvCxnSpPr>
            <a:cxnSpLocks/>
            <a:stCxn id="215" idx="2"/>
          </p:cNvCxnSpPr>
          <p:nvPr/>
        </p:nvCxnSpPr>
        <p:spPr>
          <a:xfrm>
            <a:off x="904478" y="6907336"/>
            <a:ext cx="527539" cy="433745"/>
          </a:xfrm>
          <a:prstGeom prst="line">
            <a:avLst/>
          </a:prstGeom>
          <a:ln>
            <a:solidFill>
              <a:srgbClr val="FF654C"/>
            </a:solidFill>
            <a:prstDash val="sysDot"/>
          </a:ln>
        </p:spPr>
        <p:style>
          <a:lnRef idx="2">
            <a:schemeClr val="accent1"/>
          </a:lnRef>
          <a:fillRef idx="0">
            <a:schemeClr val="accent1"/>
          </a:fillRef>
          <a:effectRef idx="1">
            <a:schemeClr val="accent1"/>
          </a:effectRef>
          <a:fontRef idx="minor">
            <a:schemeClr val="tx1"/>
          </a:fontRef>
        </p:style>
      </p:cxnSp>
      <p:sp>
        <p:nvSpPr>
          <p:cNvPr id="111" name="object 168">
            <a:extLst>
              <a:ext uri="{FF2B5EF4-FFF2-40B4-BE49-F238E27FC236}">
                <a16:creationId xmlns:a16="http://schemas.microsoft.com/office/drawing/2014/main" id="{C8E101FA-0164-EBF5-0208-E9D3343BBDAF}"/>
              </a:ext>
            </a:extLst>
          </p:cNvPr>
          <p:cNvSpPr txBox="1"/>
          <p:nvPr/>
        </p:nvSpPr>
        <p:spPr>
          <a:xfrm>
            <a:off x="5884537" y="1097902"/>
            <a:ext cx="863555" cy="321882"/>
          </a:xfrm>
          <a:prstGeom prst="rect">
            <a:avLst/>
          </a:prstGeom>
        </p:spPr>
        <p:txBody>
          <a:bodyPr vert="horz" wrap="square" lIns="0" tIns="13970" rIns="0" bIns="0" rtlCol="0" anchor="b">
            <a:spAutoFit/>
          </a:bodyPr>
          <a:lstStyle/>
          <a:p>
            <a:pPr marL="12700" algn="ctr">
              <a:lnSpc>
                <a:spcPct val="100000"/>
              </a:lnSpc>
              <a:spcBef>
                <a:spcPts val="110"/>
              </a:spcBef>
            </a:pPr>
            <a:r>
              <a:rPr lang="it-IT" sz="2000" dirty="0">
                <a:solidFill>
                  <a:srgbClr val="B85237"/>
                </a:solidFill>
                <a:latin typeface="A Font 1" panose="02000503000000000000" pitchFamily="2" charset="0"/>
                <a:cs typeface="Trebuchet MS"/>
              </a:rPr>
              <a:t>MEMORIA</a:t>
            </a:r>
            <a:endParaRPr sz="2000" dirty="0">
              <a:latin typeface="A Font 1" panose="02000503000000000000" pitchFamily="2" charset="0"/>
              <a:cs typeface="Trebuchet MS"/>
            </a:endParaRPr>
          </a:p>
        </p:txBody>
      </p:sp>
      <p:sp>
        <p:nvSpPr>
          <p:cNvPr id="98" name="CasellaDiTesto 97">
            <a:extLst>
              <a:ext uri="{FF2B5EF4-FFF2-40B4-BE49-F238E27FC236}">
                <a16:creationId xmlns:a16="http://schemas.microsoft.com/office/drawing/2014/main" id="{B1F639A4-306C-A30A-4EEC-E3292AEE58AB}"/>
              </a:ext>
            </a:extLst>
          </p:cNvPr>
          <p:cNvSpPr txBox="1"/>
          <p:nvPr/>
        </p:nvSpPr>
        <p:spPr>
          <a:xfrm>
            <a:off x="6215216" y="7314156"/>
            <a:ext cx="1178361" cy="261610"/>
          </a:xfrm>
          <a:prstGeom prst="rect">
            <a:avLst/>
          </a:prstGeom>
          <a:noFill/>
        </p:spPr>
        <p:txBody>
          <a:bodyPr wrap="square">
            <a:spAutoFit/>
          </a:bodyPr>
          <a:lstStyle/>
          <a:p>
            <a:r>
              <a:rPr lang="it-IT" sz="1100" b="1" dirty="0">
                <a:solidFill>
                  <a:srgbClr val="997E71"/>
                </a:solidFill>
              </a:rPr>
              <a:t>BLOCCO/SET</a:t>
            </a:r>
            <a:endParaRPr lang="it-IT" sz="1100" b="1" dirty="0"/>
          </a:p>
        </p:txBody>
      </p:sp>
    </p:spTree>
    <p:extLst>
      <p:ext uri="{BB962C8B-B14F-4D97-AF65-F5344CB8AC3E}">
        <p14:creationId xmlns:p14="http://schemas.microsoft.com/office/powerpoint/2010/main" val="455409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352" name="Rettangolo con angoli arrotondati 351">
            <a:extLst>
              <a:ext uri="{FF2B5EF4-FFF2-40B4-BE49-F238E27FC236}">
                <a16:creationId xmlns:a16="http://schemas.microsoft.com/office/drawing/2014/main" id="{39F90B86-5B0D-03B9-E150-954F7BE54F30}"/>
              </a:ext>
            </a:extLst>
          </p:cNvPr>
          <p:cNvSpPr/>
          <p:nvPr/>
        </p:nvSpPr>
        <p:spPr>
          <a:xfrm>
            <a:off x="5430358" y="9404848"/>
            <a:ext cx="1365660" cy="955168"/>
          </a:xfrm>
          <a:custGeom>
            <a:avLst/>
            <a:gdLst>
              <a:gd name="connsiteX0" fmla="*/ 0 w 1365660"/>
              <a:gd name="connsiteY0" fmla="*/ 35628 h 955168"/>
              <a:gd name="connsiteX1" fmla="*/ 35628 w 1365660"/>
              <a:gd name="connsiteY1" fmla="*/ 0 h 955168"/>
              <a:gd name="connsiteX2" fmla="*/ 669886 w 1365660"/>
              <a:gd name="connsiteY2" fmla="*/ 0 h 955168"/>
              <a:gd name="connsiteX3" fmla="*/ 1330032 w 1365660"/>
              <a:gd name="connsiteY3" fmla="*/ 0 h 955168"/>
              <a:gd name="connsiteX4" fmla="*/ 1365660 w 1365660"/>
              <a:gd name="connsiteY4" fmla="*/ 35628 h 955168"/>
              <a:gd name="connsiteX5" fmla="*/ 1365660 w 1365660"/>
              <a:gd name="connsiteY5" fmla="*/ 486423 h 955168"/>
              <a:gd name="connsiteX6" fmla="*/ 1365660 w 1365660"/>
              <a:gd name="connsiteY6" fmla="*/ 919540 h 955168"/>
              <a:gd name="connsiteX7" fmla="*/ 1330032 w 1365660"/>
              <a:gd name="connsiteY7" fmla="*/ 955168 h 955168"/>
              <a:gd name="connsiteX8" fmla="*/ 682830 w 1365660"/>
              <a:gd name="connsiteY8" fmla="*/ 955168 h 955168"/>
              <a:gd name="connsiteX9" fmla="*/ 35628 w 1365660"/>
              <a:gd name="connsiteY9" fmla="*/ 955168 h 955168"/>
              <a:gd name="connsiteX10" fmla="*/ 0 w 1365660"/>
              <a:gd name="connsiteY10" fmla="*/ 919540 h 955168"/>
              <a:gd name="connsiteX11" fmla="*/ 0 w 1365660"/>
              <a:gd name="connsiteY11" fmla="*/ 477584 h 955168"/>
              <a:gd name="connsiteX12" fmla="*/ 0 w 1365660"/>
              <a:gd name="connsiteY12" fmla="*/ 35628 h 955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5660" h="955168" fill="none" extrusionOk="0">
                <a:moveTo>
                  <a:pt x="0" y="35628"/>
                </a:moveTo>
                <a:cubicBezTo>
                  <a:pt x="132" y="14501"/>
                  <a:pt x="20562" y="637"/>
                  <a:pt x="35628" y="0"/>
                </a:cubicBezTo>
                <a:cubicBezTo>
                  <a:pt x="214711" y="-5300"/>
                  <a:pt x="512860" y="2677"/>
                  <a:pt x="669886" y="0"/>
                </a:cubicBezTo>
                <a:cubicBezTo>
                  <a:pt x="826912" y="-2677"/>
                  <a:pt x="1177178" y="16658"/>
                  <a:pt x="1330032" y="0"/>
                </a:cubicBezTo>
                <a:cubicBezTo>
                  <a:pt x="1350080" y="1139"/>
                  <a:pt x="1365371" y="15170"/>
                  <a:pt x="1365660" y="35628"/>
                </a:cubicBezTo>
                <a:cubicBezTo>
                  <a:pt x="1383645" y="197317"/>
                  <a:pt x="1344339" y="345669"/>
                  <a:pt x="1365660" y="486423"/>
                </a:cubicBezTo>
                <a:cubicBezTo>
                  <a:pt x="1386981" y="627178"/>
                  <a:pt x="1344368" y="759711"/>
                  <a:pt x="1365660" y="919540"/>
                </a:cubicBezTo>
                <a:cubicBezTo>
                  <a:pt x="1364943" y="941518"/>
                  <a:pt x="1349480" y="954559"/>
                  <a:pt x="1330032" y="955168"/>
                </a:cubicBezTo>
                <a:cubicBezTo>
                  <a:pt x="1175204" y="965174"/>
                  <a:pt x="902517" y="966099"/>
                  <a:pt x="682830" y="955168"/>
                </a:cubicBezTo>
                <a:cubicBezTo>
                  <a:pt x="463143" y="944237"/>
                  <a:pt x="211706" y="959433"/>
                  <a:pt x="35628" y="955168"/>
                </a:cubicBezTo>
                <a:cubicBezTo>
                  <a:pt x="16300" y="956078"/>
                  <a:pt x="2144" y="939210"/>
                  <a:pt x="0" y="919540"/>
                </a:cubicBezTo>
                <a:cubicBezTo>
                  <a:pt x="11121" y="805384"/>
                  <a:pt x="-1901" y="644485"/>
                  <a:pt x="0" y="477584"/>
                </a:cubicBezTo>
                <a:cubicBezTo>
                  <a:pt x="1901" y="310683"/>
                  <a:pt x="-6131" y="156328"/>
                  <a:pt x="0" y="35628"/>
                </a:cubicBezTo>
                <a:close/>
              </a:path>
              <a:path w="1365660" h="955168" stroke="0" extrusionOk="0">
                <a:moveTo>
                  <a:pt x="0" y="35628"/>
                </a:moveTo>
                <a:cubicBezTo>
                  <a:pt x="417" y="16191"/>
                  <a:pt x="17825" y="291"/>
                  <a:pt x="35628" y="0"/>
                </a:cubicBezTo>
                <a:cubicBezTo>
                  <a:pt x="263700" y="11913"/>
                  <a:pt x="526395" y="30800"/>
                  <a:pt x="695774" y="0"/>
                </a:cubicBezTo>
                <a:cubicBezTo>
                  <a:pt x="865153" y="-30800"/>
                  <a:pt x="1179398" y="-17735"/>
                  <a:pt x="1330032" y="0"/>
                </a:cubicBezTo>
                <a:cubicBezTo>
                  <a:pt x="1352857" y="2989"/>
                  <a:pt x="1361959" y="18423"/>
                  <a:pt x="1365660" y="35628"/>
                </a:cubicBezTo>
                <a:cubicBezTo>
                  <a:pt x="1359397" y="159208"/>
                  <a:pt x="1368171" y="339908"/>
                  <a:pt x="1365660" y="495262"/>
                </a:cubicBezTo>
                <a:cubicBezTo>
                  <a:pt x="1363149" y="650616"/>
                  <a:pt x="1358800" y="738974"/>
                  <a:pt x="1365660" y="919540"/>
                </a:cubicBezTo>
                <a:cubicBezTo>
                  <a:pt x="1365589" y="943635"/>
                  <a:pt x="1350805" y="955804"/>
                  <a:pt x="1330032" y="955168"/>
                </a:cubicBezTo>
                <a:cubicBezTo>
                  <a:pt x="1150116" y="972351"/>
                  <a:pt x="828421" y="923387"/>
                  <a:pt x="682830" y="955168"/>
                </a:cubicBezTo>
                <a:cubicBezTo>
                  <a:pt x="537239" y="986949"/>
                  <a:pt x="198483" y="926129"/>
                  <a:pt x="35628" y="955168"/>
                </a:cubicBezTo>
                <a:cubicBezTo>
                  <a:pt x="16695" y="956369"/>
                  <a:pt x="728" y="940368"/>
                  <a:pt x="0" y="919540"/>
                </a:cubicBezTo>
                <a:cubicBezTo>
                  <a:pt x="6168" y="806028"/>
                  <a:pt x="3613" y="653565"/>
                  <a:pt x="0" y="504101"/>
                </a:cubicBezTo>
                <a:cubicBezTo>
                  <a:pt x="-3613" y="354637"/>
                  <a:pt x="10670" y="241229"/>
                  <a:pt x="0" y="35628"/>
                </a:cubicBezTo>
                <a:close/>
              </a:path>
            </a:pathLst>
          </a:custGeom>
          <a:solidFill>
            <a:srgbClr val="C2D9E5">
              <a:alpha val="62000"/>
            </a:srgbClr>
          </a:solidFill>
          <a:ln>
            <a:solidFill>
              <a:srgbClr val="BFBFBF"/>
            </a:solidFill>
            <a:extLst>
              <a:ext uri="{C807C97D-BFC1-408E-A445-0C87EB9F89A2}">
                <ask:lineSketchStyleProps xmlns:ask="http://schemas.microsoft.com/office/drawing/2018/sketchyshapes" sd="1869115980">
                  <a:prstGeom prst="roundRect">
                    <a:avLst>
                      <a:gd name="adj" fmla="val 3730"/>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 name="Rettangolo con angoli arrotondati 31">
            <a:extLst>
              <a:ext uri="{FF2B5EF4-FFF2-40B4-BE49-F238E27FC236}">
                <a16:creationId xmlns:a16="http://schemas.microsoft.com/office/drawing/2014/main" id="{57A79891-7F46-46EC-215B-6A0D6BFF0AC0}"/>
              </a:ext>
            </a:extLst>
          </p:cNvPr>
          <p:cNvSpPr/>
          <p:nvPr/>
        </p:nvSpPr>
        <p:spPr>
          <a:xfrm>
            <a:off x="5460953" y="7174113"/>
            <a:ext cx="1313590" cy="955168"/>
          </a:xfrm>
          <a:custGeom>
            <a:avLst/>
            <a:gdLst>
              <a:gd name="connsiteX0" fmla="*/ 0 w 1313590"/>
              <a:gd name="connsiteY0" fmla="*/ 0 h 955168"/>
              <a:gd name="connsiteX1" fmla="*/ 0 w 1313590"/>
              <a:gd name="connsiteY1" fmla="*/ 0 h 955168"/>
              <a:gd name="connsiteX2" fmla="*/ 669931 w 1313590"/>
              <a:gd name="connsiteY2" fmla="*/ 0 h 955168"/>
              <a:gd name="connsiteX3" fmla="*/ 1313590 w 1313590"/>
              <a:gd name="connsiteY3" fmla="*/ 0 h 955168"/>
              <a:gd name="connsiteX4" fmla="*/ 1313590 w 1313590"/>
              <a:gd name="connsiteY4" fmla="*/ 0 h 955168"/>
              <a:gd name="connsiteX5" fmla="*/ 1313590 w 1313590"/>
              <a:gd name="connsiteY5" fmla="*/ 448929 h 955168"/>
              <a:gd name="connsiteX6" fmla="*/ 1313590 w 1313590"/>
              <a:gd name="connsiteY6" fmla="*/ 955168 h 955168"/>
              <a:gd name="connsiteX7" fmla="*/ 1313590 w 1313590"/>
              <a:gd name="connsiteY7" fmla="*/ 955168 h 955168"/>
              <a:gd name="connsiteX8" fmla="*/ 656795 w 1313590"/>
              <a:gd name="connsiteY8" fmla="*/ 955168 h 955168"/>
              <a:gd name="connsiteX9" fmla="*/ 0 w 1313590"/>
              <a:gd name="connsiteY9" fmla="*/ 955168 h 955168"/>
              <a:gd name="connsiteX10" fmla="*/ 0 w 1313590"/>
              <a:gd name="connsiteY10" fmla="*/ 955168 h 955168"/>
              <a:gd name="connsiteX11" fmla="*/ 0 w 1313590"/>
              <a:gd name="connsiteY11" fmla="*/ 477584 h 955168"/>
              <a:gd name="connsiteX12" fmla="*/ 0 w 1313590"/>
              <a:gd name="connsiteY12" fmla="*/ 0 h 955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13590" h="955168" fill="none" extrusionOk="0">
                <a:moveTo>
                  <a:pt x="0" y="0"/>
                </a:moveTo>
                <a:lnTo>
                  <a:pt x="0" y="0"/>
                </a:lnTo>
                <a:cubicBezTo>
                  <a:pt x="319152" y="16910"/>
                  <a:pt x="494150" y="5496"/>
                  <a:pt x="669931" y="0"/>
                </a:cubicBezTo>
                <a:cubicBezTo>
                  <a:pt x="845712" y="-5496"/>
                  <a:pt x="1073185" y="-10163"/>
                  <a:pt x="1313590" y="0"/>
                </a:cubicBezTo>
                <a:lnTo>
                  <a:pt x="1313590" y="0"/>
                </a:lnTo>
                <a:cubicBezTo>
                  <a:pt x="1323013" y="123868"/>
                  <a:pt x="1308409" y="248347"/>
                  <a:pt x="1313590" y="448929"/>
                </a:cubicBezTo>
                <a:cubicBezTo>
                  <a:pt x="1318771" y="649511"/>
                  <a:pt x="1311927" y="727565"/>
                  <a:pt x="1313590" y="955168"/>
                </a:cubicBezTo>
                <a:lnTo>
                  <a:pt x="1313590" y="955168"/>
                </a:lnTo>
                <a:cubicBezTo>
                  <a:pt x="1122731" y="926502"/>
                  <a:pt x="976456" y="957492"/>
                  <a:pt x="656795" y="955168"/>
                </a:cubicBezTo>
                <a:cubicBezTo>
                  <a:pt x="337135" y="952844"/>
                  <a:pt x="169990" y="986572"/>
                  <a:pt x="0" y="955168"/>
                </a:cubicBezTo>
                <a:lnTo>
                  <a:pt x="0" y="955168"/>
                </a:lnTo>
                <a:cubicBezTo>
                  <a:pt x="23753" y="854458"/>
                  <a:pt x="22125" y="654604"/>
                  <a:pt x="0" y="477584"/>
                </a:cubicBezTo>
                <a:cubicBezTo>
                  <a:pt x="-22125" y="300564"/>
                  <a:pt x="681" y="155379"/>
                  <a:pt x="0" y="0"/>
                </a:cubicBezTo>
                <a:close/>
              </a:path>
              <a:path w="1313590" h="955168" stroke="0" extrusionOk="0">
                <a:moveTo>
                  <a:pt x="0" y="0"/>
                </a:moveTo>
                <a:lnTo>
                  <a:pt x="0" y="0"/>
                </a:lnTo>
                <a:cubicBezTo>
                  <a:pt x="310865" y="10613"/>
                  <a:pt x="429291" y="-10096"/>
                  <a:pt x="683067" y="0"/>
                </a:cubicBezTo>
                <a:cubicBezTo>
                  <a:pt x="936843" y="10096"/>
                  <a:pt x="1009355" y="24183"/>
                  <a:pt x="1313590" y="0"/>
                </a:cubicBezTo>
                <a:lnTo>
                  <a:pt x="1313590" y="0"/>
                </a:lnTo>
                <a:cubicBezTo>
                  <a:pt x="1320178" y="103887"/>
                  <a:pt x="1305233" y="259370"/>
                  <a:pt x="1313590" y="448929"/>
                </a:cubicBezTo>
                <a:cubicBezTo>
                  <a:pt x="1321947" y="638488"/>
                  <a:pt x="1312748" y="742594"/>
                  <a:pt x="1313590" y="955168"/>
                </a:cubicBezTo>
                <a:lnTo>
                  <a:pt x="1313590" y="955168"/>
                </a:lnTo>
                <a:cubicBezTo>
                  <a:pt x="1123815" y="964338"/>
                  <a:pt x="959307" y="937188"/>
                  <a:pt x="630523" y="955168"/>
                </a:cubicBezTo>
                <a:cubicBezTo>
                  <a:pt x="301739" y="973148"/>
                  <a:pt x="181798" y="986019"/>
                  <a:pt x="0" y="955168"/>
                </a:cubicBezTo>
                <a:lnTo>
                  <a:pt x="0" y="955168"/>
                </a:lnTo>
                <a:cubicBezTo>
                  <a:pt x="-20418" y="849638"/>
                  <a:pt x="-16385" y="648405"/>
                  <a:pt x="0" y="487136"/>
                </a:cubicBezTo>
                <a:cubicBezTo>
                  <a:pt x="16385" y="325867"/>
                  <a:pt x="9552" y="122156"/>
                  <a:pt x="0" y="0"/>
                </a:cubicBezTo>
                <a:close/>
              </a:path>
            </a:pathLst>
          </a:custGeom>
          <a:solidFill>
            <a:srgbClr val="C8B8B0">
              <a:alpha val="20784"/>
            </a:srgbClr>
          </a:solidFill>
          <a:ln>
            <a:solidFill>
              <a:srgbClr val="BFBFBF"/>
            </a:solidFill>
            <a:extLst>
              <a:ext uri="{C807C97D-BFC1-408E-A445-0C87EB9F89A2}">
                <ask:lineSketchStyleProps xmlns:ask="http://schemas.microsoft.com/office/drawing/2018/sketchyshapes" sd="1869115980">
                  <a:prstGeom prst="roundRect">
                    <a:avLst>
                      <a:gd name="adj" fmla="val 0"/>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object 241">
            <a:extLst>
              <a:ext uri="{FF2B5EF4-FFF2-40B4-BE49-F238E27FC236}">
                <a16:creationId xmlns:a16="http://schemas.microsoft.com/office/drawing/2014/main" id="{4C99DF51-BF81-0413-00CA-F1B68858AF16}"/>
              </a:ext>
            </a:extLst>
          </p:cNvPr>
          <p:cNvSpPr txBox="1"/>
          <p:nvPr/>
        </p:nvSpPr>
        <p:spPr>
          <a:xfrm>
            <a:off x="114209" y="79841"/>
            <a:ext cx="6972391" cy="1024351"/>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COME ASSOCIARE UN BLOCCO IN MEMORIA AD UNA POSIZIONE IN CACHE</a:t>
            </a:r>
          </a:p>
        </p:txBody>
      </p:sp>
      <p:sp>
        <p:nvSpPr>
          <p:cNvPr id="10" name="object 166">
            <a:extLst>
              <a:ext uri="{FF2B5EF4-FFF2-40B4-BE49-F238E27FC236}">
                <a16:creationId xmlns:a16="http://schemas.microsoft.com/office/drawing/2014/main" id="{DF5000CC-A9B9-78AC-A62D-B4313AD18120}"/>
              </a:ext>
            </a:extLst>
          </p:cNvPr>
          <p:cNvSpPr/>
          <p:nvPr/>
        </p:nvSpPr>
        <p:spPr>
          <a:xfrm>
            <a:off x="-4263692" y="883960"/>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2" name="object 168">
            <a:extLst>
              <a:ext uri="{FF2B5EF4-FFF2-40B4-BE49-F238E27FC236}">
                <a16:creationId xmlns:a16="http://schemas.microsoft.com/office/drawing/2014/main" id="{6A095960-656B-8CB8-8008-CEDAE28A045B}"/>
              </a:ext>
            </a:extLst>
          </p:cNvPr>
          <p:cNvSpPr txBox="1"/>
          <p:nvPr/>
        </p:nvSpPr>
        <p:spPr>
          <a:xfrm>
            <a:off x="-2105550" y="2225084"/>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3" name="CasellaDiTesto 2">
            <a:extLst>
              <a:ext uri="{FF2B5EF4-FFF2-40B4-BE49-F238E27FC236}">
                <a16:creationId xmlns:a16="http://schemas.microsoft.com/office/drawing/2014/main" id="{C170CF44-3A75-2DB4-7386-2C0970067C7C}"/>
              </a:ext>
            </a:extLst>
          </p:cNvPr>
          <p:cNvSpPr txBox="1"/>
          <p:nvPr/>
        </p:nvSpPr>
        <p:spPr>
          <a:xfrm>
            <a:off x="-6963846" y="4805340"/>
            <a:ext cx="4523874" cy="2308324"/>
          </a:xfrm>
          <a:prstGeom prst="rect">
            <a:avLst/>
          </a:prstGeom>
          <a:noFill/>
        </p:spPr>
        <p:txBody>
          <a:bodyPr wrap="square">
            <a:spAutoFit/>
          </a:bodyPr>
          <a:lstStyle/>
          <a:p>
            <a:r>
              <a:rPr lang="it-IT" dirty="0"/>
              <a:t>Visto che la cache è molto più piccola della </a:t>
            </a:r>
            <a:r>
              <a:rPr lang="it-IT" dirty="0" err="1"/>
              <a:t>ram</a:t>
            </a:r>
            <a:r>
              <a:rPr lang="it-IT" dirty="0"/>
              <a:t> non la devi sprecare. La dividi in parti che si chiamano set, ogni set ha più blocchi. Ogni blocco in </a:t>
            </a:r>
            <a:r>
              <a:rPr lang="it-IT" dirty="0" err="1"/>
              <a:t>ram</a:t>
            </a:r>
            <a:r>
              <a:rPr lang="it-IT" dirty="0"/>
              <a:t> può finire in uno specifico set in modo da gestire più velocemente la RAM visto che non puoi mettere i blocchi a caso, altrimenti non sapresti come andare a pescarteli</a:t>
            </a:r>
          </a:p>
        </p:txBody>
      </p:sp>
      <p:sp>
        <p:nvSpPr>
          <p:cNvPr id="17" name="CasellaDiTesto 16">
            <a:extLst>
              <a:ext uri="{FF2B5EF4-FFF2-40B4-BE49-F238E27FC236}">
                <a16:creationId xmlns:a16="http://schemas.microsoft.com/office/drawing/2014/main" id="{CCB9766D-0BBB-6B00-3DA3-C22CE258EC8C}"/>
              </a:ext>
            </a:extLst>
          </p:cNvPr>
          <p:cNvSpPr txBox="1"/>
          <p:nvPr/>
        </p:nvSpPr>
        <p:spPr>
          <a:xfrm>
            <a:off x="2625825" y="631205"/>
            <a:ext cx="3543391" cy="385072"/>
          </a:xfrm>
          <a:prstGeom prst="rect">
            <a:avLst/>
          </a:prstGeom>
          <a:solidFill>
            <a:schemeClr val="bg1"/>
          </a:solidFill>
        </p:spPr>
        <p:txBody>
          <a:bodyPr wrap="square" anchor="ctr">
            <a:noAutofit/>
          </a:bodyPr>
          <a:lstStyle/>
          <a:p>
            <a:r>
              <a:rPr lang="it-IT" sz="2800" dirty="0">
                <a:solidFill>
                  <a:srgbClr val="FF654C"/>
                </a:solidFill>
                <a:latin typeface="A Font 1" panose="02000503000000000000" pitchFamily="2" charset="0"/>
                <a:cs typeface="Carlito"/>
              </a:rPr>
              <a:t>METODI DI INDIRIZZAMENTO</a:t>
            </a:r>
            <a:endParaRPr lang="it-IT" sz="2800" dirty="0">
              <a:solidFill>
                <a:srgbClr val="FF654C"/>
              </a:solidFill>
            </a:endParaRPr>
          </a:p>
        </p:txBody>
      </p:sp>
      <p:sp>
        <p:nvSpPr>
          <p:cNvPr id="19" name="CasellaDiTesto 18">
            <a:extLst>
              <a:ext uri="{FF2B5EF4-FFF2-40B4-BE49-F238E27FC236}">
                <a16:creationId xmlns:a16="http://schemas.microsoft.com/office/drawing/2014/main" id="{A2C49E7F-5B3D-8D00-CEF6-66547EFD996B}"/>
              </a:ext>
            </a:extLst>
          </p:cNvPr>
          <p:cNvSpPr txBox="1"/>
          <p:nvPr/>
        </p:nvSpPr>
        <p:spPr>
          <a:xfrm>
            <a:off x="114209" y="1360362"/>
            <a:ext cx="3130848" cy="383332"/>
          </a:xfrm>
          <a:prstGeom prst="rect">
            <a:avLst/>
          </a:prstGeom>
          <a:solidFill>
            <a:srgbClr val="795548"/>
          </a:solidFill>
        </p:spPr>
        <p:txBody>
          <a:bodyPr wrap="square" anchor="ctr">
            <a:noAutofit/>
          </a:bodyPr>
          <a:lstStyle>
            <a:defPPr>
              <a:defRPr lang="en-US"/>
            </a:defPPr>
            <a:lvl1pPr>
              <a:defRPr sz="2800">
                <a:solidFill>
                  <a:srgbClr val="FAF6EF"/>
                </a:solidFill>
                <a:latin typeface="A Font 1" panose="02000503000000000000" pitchFamily="2" charset="0"/>
              </a:defRPr>
            </a:lvl1pPr>
          </a:lstStyle>
          <a:p>
            <a:r>
              <a:rPr lang="it-IT" dirty="0"/>
              <a:t>ASSOCIATIVO A GRUPPI</a:t>
            </a:r>
          </a:p>
        </p:txBody>
      </p:sp>
      <p:sp>
        <p:nvSpPr>
          <p:cNvPr id="20" name="object 123">
            <a:extLst>
              <a:ext uri="{FF2B5EF4-FFF2-40B4-BE49-F238E27FC236}">
                <a16:creationId xmlns:a16="http://schemas.microsoft.com/office/drawing/2014/main" id="{A4BC3734-24E5-E160-BEF1-989CABB3ED4E}"/>
              </a:ext>
            </a:extLst>
          </p:cNvPr>
          <p:cNvSpPr/>
          <p:nvPr/>
        </p:nvSpPr>
        <p:spPr>
          <a:xfrm>
            <a:off x="8411394" y="6286187"/>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53965613-F021-8EE1-4324-B582490CDDDB}"/>
              </a:ext>
            </a:extLst>
          </p:cNvPr>
          <p:cNvSpPr/>
          <p:nvPr/>
        </p:nvSpPr>
        <p:spPr>
          <a:xfrm>
            <a:off x="5961145" y="1682087"/>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2" name="object 123">
            <a:extLst>
              <a:ext uri="{FF2B5EF4-FFF2-40B4-BE49-F238E27FC236}">
                <a16:creationId xmlns:a16="http://schemas.microsoft.com/office/drawing/2014/main" id="{1B67DCA1-7892-1026-5329-9A2ACA03E4FD}"/>
              </a:ext>
            </a:extLst>
          </p:cNvPr>
          <p:cNvSpPr/>
          <p:nvPr/>
        </p:nvSpPr>
        <p:spPr>
          <a:xfrm>
            <a:off x="5988789" y="2945201"/>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9" name="CasellaDiTesto 28">
            <a:extLst>
              <a:ext uri="{FF2B5EF4-FFF2-40B4-BE49-F238E27FC236}">
                <a16:creationId xmlns:a16="http://schemas.microsoft.com/office/drawing/2014/main" id="{420A9846-1A8C-A1B5-EC08-FC4E60824392}"/>
              </a:ext>
            </a:extLst>
          </p:cNvPr>
          <p:cNvSpPr txBox="1"/>
          <p:nvPr/>
        </p:nvSpPr>
        <p:spPr>
          <a:xfrm>
            <a:off x="2392019" y="2318156"/>
            <a:ext cx="902811" cy="738664"/>
          </a:xfrm>
          <a:prstGeom prst="rect">
            <a:avLst/>
          </a:prstGeom>
          <a:noFill/>
        </p:spPr>
        <p:txBody>
          <a:bodyPr wrap="none" rtlCol="0">
            <a:spAutoFit/>
          </a:bodyPr>
          <a:lstStyle/>
          <a:p>
            <a:r>
              <a:rPr lang="it-IT" sz="1400" dirty="0">
                <a:solidFill>
                  <a:srgbClr val="997E71"/>
                </a:solidFill>
              </a:rPr>
              <a:t>gruppo  1</a:t>
            </a:r>
          </a:p>
          <a:p>
            <a:endParaRPr lang="it-IT" sz="1400" dirty="0">
              <a:solidFill>
                <a:srgbClr val="997E71"/>
              </a:solidFill>
            </a:endParaRPr>
          </a:p>
          <a:p>
            <a:r>
              <a:rPr lang="it-IT" sz="1400" dirty="0">
                <a:solidFill>
                  <a:srgbClr val="997E71"/>
                </a:solidFill>
              </a:rPr>
              <a:t>gruppo  2</a:t>
            </a:r>
          </a:p>
        </p:txBody>
      </p:sp>
      <p:sp>
        <p:nvSpPr>
          <p:cNvPr id="30" name="CasellaDiTesto 29">
            <a:extLst>
              <a:ext uri="{FF2B5EF4-FFF2-40B4-BE49-F238E27FC236}">
                <a16:creationId xmlns:a16="http://schemas.microsoft.com/office/drawing/2014/main" id="{78E5321D-5AF6-154E-9C20-6F13DCD8A2B9}"/>
              </a:ext>
            </a:extLst>
          </p:cNvPr>
          <p:cNvSpPr txBox="1"/>
          <p:nvPr/>
        </p:nvSpPr>
        <p:spPr>
          <a:xfrm>
            <a:off x="6001322" y="1648358"/>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31" name="CasellaDiTesto 30">
            <a:extLst>
              <a:ext uri="{FF2B5EF4-FFF2-40B4-BE49-F238E27FC236}">
                <a16:creationId xmlns:a16="http://schemas.microsoft.com/office/drawing/2014/main" id="{AE142E5A-109B-0753-BD1A-D70CD3535637}"/>
              </a:ext>
            </a:extLst>
          </p:cNvPr>
          <p:cNvSpPr txBox="1"/>
          <p:nvPr/>
        </p:nvSpPr>
        <p:spPr>
          <a:xfrm>
            <a:off x="5992109" y="2918767"/>
            <a:ext cx="293670" cy="1077218"/>
          </a:xfrm>
          <a:prstGeom prst="rect">
            <a:avLst/>
          </a:prstGeom>
          <a:noFill/>
        </p:spPr>
        <p:txBody>
          <a:bodyPr wrap="none" rtlCol="0">
            <a:spAutoFit/>
          </a:bodyPr>
          <a:lstStyle/>
          <a:p>
            <a:r>
              <a:rPr lang="it-IT" sz="1600" dirty="0">
                <a:solidFill>
                  <a:srgbClr val="997E71"/>
                </a:solidFill>
              </a:rPr>
              <a:t>5</a:t>
            </a:r>
            <a:br>
              <a:rPr lang="it-IT" sz="1600" dirty="0">
                <a:solidFill>
                  <a:srgbClr val="997E71"/>
                </a:solidFill>
              </a:rPr>
            </a:br>
            <a:r>
              <a:rPr lang="it-IT" sz="1600" dirty="0">
                <a:solidFill>
                  <a:srgbClr val="997E71"/>
                </a:solidFill>
              </a:rPr>
              <a:t>6</a:t>
            </a:r>
            <a:br>
              <a:rPr lang="it-IT" sz="1600" dirty="0">
                <a:solidFill>
                  <a:srgbClr val="997E71"/>
                </a:solidFill>
              </a:rPr>
            </a:br>
            <a:r>
              <a:rPr lang="it-IT" sz="1600" dirty="0">
                <a:solidFill>
                  <a:srgbClr val="997E71"/>
                </a:solidFill>
              </a:rPr>
              <a:t>7</a:t>
            </a:r>
            <a:br>
              <a:rPr lang="it-IT" sz="1600" dirty="0">
                <a:solidFill>
                  <a:srgbClr val="997E71"/>
                </a:solidFill>
              </a:rPr>
            </a:br>
            <a:r>
              <a:rPr lang="it-IT" sz="1600" dirty="0">
                <a:solidFill>
                  <a:srgbClr val="997E71"/>
                </a:solidFill>
              </a:rPr>
              <a:t>8</a:t>
            </a:r>
          </a:p>
        </p:txBody>
      </p:sp>
      <p:sp>
        <p:nvSpPr>
          <p:cNvPr id="42" name="object 192">
            <a:extLst>
              <a:ext uri="{FF2B5EF4-FFF2-40B4-BE49-F238E27FC236}">
                <a16:creationId xmlns:a16="http://schemas.microsoft.com/office/drawing/2014/main" id="{7C46EF8F-5DBE-D90E-EA01-DEA483EBD119}"/>
              </a:ext>
            </a:extLst>
          </p:cNvPr>
          <p:cNvSpPr/>
          <p:nvPr/>
        </p:nvSpPr>
        <p:spPr>
          <a:xfrm>
            <a:off x="-845855" y="1342387"/>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03" name="object 123">
            <a:extLst>
              <a:ext uri="{FF2B5EF4-FFF2-40B4-BE49-F238E27FC236}">
                <a16:creationId xmlns:a16="http://schemas.microsoft.com/office/drawing/2014/main" id="{A1CA16D5-CD5D-EC2E-2DBF-4D627EB8E0AD}"/>
              </a:ext>
            </a:extLst>
          </p:cNvPr>
          <p:cNvSpPr/>
          <p:nvPr/>
        </p:nvSpPr>
        <p:spPr>
          <a:xfrm>
            <a:off x="8418982" y="6859002"/>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08" name="CasellaDiTesto 107">
            <a:extLst>
              <a:ext uri="{FF2B5EF4-FFF2-40B4-BE49-F238E27FC236}">
                <a16:creationId xmlns:a16="http://schemas.microsoft.com/office/drawing/2014/main" id="{2560331B-CB75-BE10-83B5-0651CA101A1D}"/>
              </a:ext>
            </a:extLst>
          </p:cNvPr>
          <p:cNvSpPr txBox="1"/>
          <p:nvPr/>
        </p:nvSpPr>
        <p:spPr>
          <a:xfrm>
            <a:off x="8374133" y="6233199"/>
            <a:ext cx="250390" cy="1261884"/>
          </a:xfrm>
          <a:prstGeom prst="rect">
            <a:avLst/>
          </a:prstGeom>
          <a:noFill/>
        </p:spPr>
        <p:txBody>
          <a:bodyPr wrap="none" rtlCol="0">
            <a:spAutoFit/>
          </a:bodyPr>
          <a:lstStyle/>
          <a:p>
            <a:r>
              <a:rPr lang="it-IT" sz="950" dirty="0">
                <a:solidFill>
                  <a:srgbClr val="997E71"/>
                </a:solidFill>
              </a:rPr>
              <a:t>1</a:t>
            </a:r>
          </a:p>
          <a:p>
            <a:r>
              <a:rPr lang="it-IT" sz="950" dirty="0">
                <a:solidFill>
                  <a:srgbClr val="997E71"/>
                </a:solidFill>
              </a:rPr>
              <a:t>2</a:t>
            </a:r>
          </a:p>
          <a:p>
            <a:r>
              <a:rPr lang="it-IT" sz="950" dirty="0">
                <a:solidFill>
                  <a:srgbClr val="997E71"/>
                </a:solidFill>
              </a:rPr>
              <a:t>3</a:t>
            </a:r>
          </a:p>
          <a:p>
            <a:r>
              <a:rPr lang="it-IT" sz="950" dirty="0">
                <a:solidFill>
                  <a:srgbClr val="997E71"/>
                </a:solidFill>
              </a:rPr>
              <a:t>4</a:t>
            </a:r>
          </a:p>
          <a:p>
            <a:r>
              <a:rPr lang="it-IT" sz="950" dirty="0">
                <a:solidFill>
                  <a:srgbClr val="997E71"/>
                </a:solidFill>
              </a:rPr>
              <a:t>5</a:t>
            </a:r>
            <a:br>
              <a:rPr lang="it-IT" sz="950" dirty="0">
                <a:solidFill>
                  <a:srgbClr val="997E71"/>
                </a:solidFill>
              </a:rPr>
            </a:br>
            <a:r>
              <a:rPr lang="it-IT" sz="950" dirty="0">
                <a:solidFill>
                  <a:srgbClr val="997E71"/>
                </a:solidFill>
              </a:rPr>
              <a:t>6</a:t>
            </a:r>
            <a:br>
              <a:rPr lang="it-IT" sz="950" dirty="0">
                <a:solidFill>
                  <a:srgbClr val="997E71"/>
                </a:solidFill>
              </a:rPr>
            </a:br>
            <a:r>
              <a:rPr lang="it-IT" sz="950" dirty="0">
                <a:solidFill>
                  <a:srgbClr val="997E71"/>
                </a:solidFill>
              </a:rPr>
              <a:t>7</a:t>
            </a:r>
            <a:br>
              <a:rPr lang="it-IT" sz="950" dirty="0">
                <a:solidFill>
                  <a:srgbClr val="997E71"/>
                </a:solidFill>
              </a:rPr>
            </a:br>
            <a:r>
              <a:rPr lang="it-IT" sz="950" dirty="0">
                <a:solidFill>
                  <a:srgbClr val="997E71"/>
                </a:solidFill>
              </a:rPr>
              <a:t>8</a:t>
            </a:r>
          </a:p>
        </p:txBody>
      </p:sp>
      <p:sp>
        <p:nvSpPr>
          <p:cNvPr id="110" name="Arco 109">
            <a:extLst>
              <a:ext uri="{FF2B5EF4-FFF2-40B4-BE49-F238E27FC236}">
                <a16:creationId xmlns:a16="http://schemas.microsoft.com/office/drawing/2014/main" id="{EBB201B5-2F93-D160-6702-81FE34BCC257}"/>
              </a:ext>
            </a:extLst>
          </p:cNvPr>
          <p:cNvSpPr/>
          <p:nvPr/>
        </p:nvSpPr>
        <p:spPr>
          <a:xfrm rot="20577976" flipV="1">
            <a:off x="5997038" y="5746637"/>
            <a:ext cx="1380014" cy="1339857"/>
          </a:xfrm>
          <a:prstGeom prst="arc">
            <a:avLst/>
          </a:prstGeom>
          <a:noFill/>
          <a:ln w="28575">
            <a:solidFill>
              <a:srgbClr val="997E71"/>
            </a:soli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nvGrpSpPr>
          <p:cNvPr id="146" name="Gruppo 145">
            <a:extLst>
              <a:ext uri="{FF2B5EF4-FFF2-40B4-BE49-F238E27FC236}">
                <a16:creationId xmlns:a16="http://schemas.microsoft.com/office/drawing/2014/main" id="{194F3B46-DF9C-A4B2-585B-43FD5A778EC2}"/>
              </a:ext>
            </a:extLst>
          </p:cNvPr>
          <p:cNvGrpSpPr/>
          <p:nvPr/>
        </p:nvGrpSpPr>
        <p:grpSpPr>
          <a:xfrm>
            <a:off x="8931737" y="6308173"/>
            <a:ext cx="153520" cy="98707"/>
            <a:chOff x="6635280" y="5132018"/>
            <a:chExt cx="153520" cy="98707"/>
          </a:xfrm>
        </p:grpSpPr>
        <p:sp>
          <p:nvSpPr>
            <p:cNvPr id="113" name="Rettangolo con angoli arrotondati 112">
              <a:extLst>
                <a:ext uri="{FF2B5EF4-FFF2-40B4-BE49-F238E27FC236}">
                  <a16:creationId xmlns:a16="http://schemas.microsoft.com/office/drawing/2014/main" id="{FE9DE6ED-A553-5446-B49A-16DAB4BC7A7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5" name="Rettangolo con angoli arrotondati 144">
              <a:extLst>
                <a:ext uri="{FF2B5EF4-FFF2-40B4-BE49-F238E27FC236}">
                  <a16:creationId xmlns:a16="http://schemas.microsoft.com/office/drawing/2014/main" id="{5006BA10-2313-3D9B-0653-71D7DD2D2259}"/>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47" name="Gruppo 146">
            <a:extLst>
              <a:ext uri="{FF2B5EF4-FFF2-40B4-BE49-F238E27FC236}">
                <a16:creationId xmlns:a16="http://schemas.microsoft.com/office/drawing/2014/main" id="{8A67E918-274F-EFAF-886B-995782D0366D}"/>
              </a:ext>
            </a:extLst>
          </p:cNvPr>
          <p:cNvGrpSpPr/>
          <p:nvPr/>
        </p:nvGrpSpPr>
        <p:grpSpPr>
          <a:xfrm>
            <a:off x="8931737" y="6450145"/>
            <a:ext cx="153520" cy="98707"/>
            <a:chOff x="6635280" y="5132018"/>
            <a:chExt cx="153520" cy="98707"/>
          </a:xfrm>
        </p:grpSpPr>
        <p:sp>
          <p:nvSpPr>
            <p:cNvPr id="148" name="Rettangolo con angoli arrotondati 147">
              <a:extLst>
                <a:ext uri="{FF2B5EF4-FFF2-40B4-BE49-F238E27FC236}">
                  <a16:creationId xmlns:a16="http://schemas.microsoft.com/office/drawing/2014/main" id="{22FF6D32-CE04-949E-CBF2-DF54A09D31B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9" name="Rettangolo con angoli arrotondati 148">
              <a:extLst>
                <a:ext uri="{FF2B5EF4-FFF2-40B4-BE49-F238E27FC236}">
                  <a16:creationId xmlns:a16="http://schemas.microsoft.com/office/drawing/2014/main" id="{09545140-CB54-E021-A311-35CB87CD17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0" name="Gruppo 149">
            <a:extLst>
              <a:ext uri="{FF2B5EF4-FFF2-40B4-BE49-F238E27FC236}">
                <a16:creationId xmlns:a16="http://schemas.microsoft.com/office/drawing/2014/main" id="{C4C064A7-4112-7CBB-78BC-C48046AD7F22}"/>
              </a:ext>
            </a:extLst>
          </p:cNvPr>
          <p:cNvGrpSpPr/>
          <p:nvPr/>
        </p:nvGrpSpPr>
        <p:grpSpPr>
          <a:xfrm>
            <a:off x="8931737" y="6592117"/>
            <a:ext cx="153520" cy="98707"/>
            <a:chOff x="6635280" y="5132018"/>
            <a:chExt cx="153520" cy="98707"/>
          </a:xfrm>
        </p:grpSpPr>
        <p:sp>
          <p:nvSpPr>
            <p:cNvPr id="151" name="Rettangolo con angoli arrotondati 150">
              <a:extLst>
                <a:ext uri="{FF2B5EF4-FFF2-40B4-BE49-F238E27FC236}">
                  <a16:creationId xmlns:a16="http://schemas.microsoft.com/office/drawing/2014/main" id="{D70DE328-3A3F-AABA-DBFB-2CC2E7BA6FFD}"/>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2" name="Rettangolo con angoli arrotondati 151">
              <a:extLst>
                <a:ext uri="{FF2B5EF4-FFF2-40B4-BE49-F238E27FC236}">
                  <a16:creationId xmlns:a16="http://schemas.microsoft.com/office/drawing/2014/main" id="{B50C2D7A-9E58-5A23-35FD-660265889673}"/>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3" name="Gruppo 152">
            <a:extLst>
              <a:ext uri="{FF2B5EF4-FFF2-40B4-BE49-F238E27FC236}">
                <a16:creationId xmlns:a16="http://schemas.microsoft.com/office/drawing/2014/main" id="{197C7B12-49B1-D242-E079-5148DC213C8C}"/>
              </a:ext>
            </a:extLst>
          </p:cNvPr>
          <p:cNvGrpSpPr/>
          <p:nvPr/>
        </p:nvGrpSpPr>
        <p:grpSpPr>
          <a:xfrm>
            <a:off x="8931737" y="6734089"/>
            <a:ext cx="153520" cy="98707"/>
            <a:chOff x="6635280" y="5132018"/>
            <a:chExt cx="153520" cy="98707"/>
          </a:xfrm>
        </p:grpSpPr>
        <p:sp>
          <p:nvSpPr>
            <p:cNvPr id="154" name="Rettangolo con angoli arrotondati 153">
              <a:extLst>
                <a:ext uri="{FF2B5EF4-FFF2-40B4-BE49-F238E27FC236}">
                  <a16:creationId xmlns:a16="http://schemas.microsoft.com/office/drawing/2014/main" id="{3823CBE8-3319-67FE-10C7-6BFD907F0370}"/>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5" name="Rettangolo con angoli arrotondati 154">
              <a:extLst>
                <a:ext uri="{FF2B5EF4-FFF2-40B4-BE49-F238E27FC236}">
                  <a16:creationId xmlns:a16="http://schemas.microsoft.com/office/drawing/2014/main" id="{EF76334D-C931-C52A-A505-778085F63BB7}"/>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6" name="Gruppo 155">
            <a:extLst>
              <a:ext uri="{FF2B5EF4-FFF2-40B4-BE49-F238E27FC236}">
                <a16:creationId xmlns:a16="http://schemas.microsoft.com/office/drawing/2014/main" id="{137A10B2-2B9E-7A9F-F53F-6E7B5CDF03C7}"/>
              </a:ext>
            </a:extLst>
          </p:cNvPr>
          <p:cNvGrpSpPr/>
          <p:nvPr/>
        </p:nvGrpSpPr>
        <p:grpSpPr>
          <a:xfrm>
            <a:off x="8931737" y="6876061"/>
            <a:ext cx="153520" cy="98707"/>
            <a:chOff x="6635280" y="5132018"/>
            <a:chExt cx="153520" cy="98707"/>
          </a:xfrm>
        </p:grpSpPr>
        <p:sp>
          <p:nvSpPr>
            <p:cNvPr id="157" name="Rettangolo con angoli arrotondati 156">
              <a:extLst>
                <a:ext uri="{FF2B5EF4-FFF2-40B4-BE49-F238E27FC236}">
                  <a16:creationId xmlns:a16="http://schemas.microsoft.com/office/drawing/2014/main" id="{44F8A67E-BE90-6E22-0BFD-0415F6AF16E2}"/>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8" name="Rettangolo con angoli arrotondati 157">
              <a:extLst>
                <a:ext uri="{FF2B5EF4-FFF2-40B4-BE49-F238E27FC236}">
                  <a16:creationId xmlns:a16="http://schemas.microsoft.com/office/drawing/2014/main" id="{BCD4B5BE-7C17-5485-250F-BD738C062DED}"/>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9" name="Gruppo 158">
            <a:extLst>
              <a:ext uri="{FF2B5EF4-FFF2-40B4-BE49-F238E27FC236}">
                <a16:creationId xmlns:a16="http://schemas.microsoft.com/office/drawing/2014/main" id="{2654C971-2788-A20A-EC84-9C8A4B78A9F2}"/>
              </a:ext>
            </a:extLst>
          </p:cNvPr>
          <p:cNvGrpSpPr/>
          <p:nvPr/>
        </p:nvGrpSpPr>
        <p:grpSpPr>
          <a:xfrm>
            <a:off x="8931737" y="7018033"/>
            <a:ext cx="153520" cy="98707"/>
            <a:chOff x="6635280" y="5132018"/>
            <a:chExt cx="153520" cy="98707"/>
          </a:xfrm>
        </p:grpSpPr>
        <p:sp>
          <p:nvSpPr>
            <p:cNvPr id="160" name="Rettangolo con angoli arrotondati 159">
              <a:extLst>
                <a:ext uri="{FF2B5EF4-FFF2-40B4-BE49-F238E27FC236}">
                  <a16:creationId xmlns:a16="http://schemas.microsoft.com/office/drawing/2014/main" id="{456A544C-D9A5-67D0-AC75-6035687EF83F}"/>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1" name="Rettangolo con angoli arrotondati 160">
              <a:extLst>
                <a:ext uri="{FF2B5EF4-FFF2-40B4-BE49-F238E27FC236}">
                  <a16:creationId xmlns:a16="http://schemas.microsoft.com/office/drawing/2014/main" id="{9F7F4BFB-78B9-2C0E-9AAB-F2ECA6ECF344}"/>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2" name="Gruppo 161">
            <a:extLst>
              <a:ext uri="{FF2B5EF4-FFF2-40B4-BE49-F238E27FC236}">
                <a16:creationId xmlns:a16="http://schemas.microsoft.com/office/drawing/2014/main" id="{A2F8A304-11EE-39A7-F672-D52D5F2372D0}"/>
              </a:ext>
            </a:extLst>
          </p:cNvPr>
          <p:cNvGrpSpPr/>
          <p:nvPr/>
        </p:nvGrpSpPr>
        <p:grpSpPr>
          <a:xfrm>
            <a:off x="8931737" y="7160005"/>
            <a:ext cx="153520" cy="98707"/>
            <a:chOff x="6635280" y="5132018"/>
            <a:chExt cx="153520" cy="98707"/>
          </a:xfrm>
        </p:grpSpPr>
        <p:sp>
          <p:nvSpPr>
            <p:cNvPr id="163" name="Rettangolo con angoli arrotondati 162">
              <a:extLst>
                <a:ext uri="{FF2B5EF4-FFF2-40B4-BE49-F238E27FC236}">
                  <a16:creationId xmlns:a16="http://schemas.microsoft.com/office/drawing/2014/main" id="{60319705-B00D-3DB3-3210-E3CFC3D229B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4" name="Rettangolo con angoli arrotondati 163">
              <a:extLst>
                <a:ext uri="{FF2B5EF4-FFF2-40B4-BE49-F238E27FC236}">
                  <a16:creationId xmlns:a16="http://schemas.microsoft.com/office/drawing/2014/main" id="{6F3B5F23-4D94-C023-7CF0-CDF7FA2D66EC}"/>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8" name="Gruppo 167">
            <a:extLst>
              <a:ext uri="{FF2B5EF4-FFF2-40B4-BE49-F238E27FC236}">
                <a16:creationId xmlns:a16="http://schemas.microsoft.com/office/drawing/2014/main" id="{4DD656D2-E444-7452-E955-A2E653E9F1A9}"/>
              </a:ext>
            </a:extLst>
          </p:cNvPr>
          <p:cNvGrpSpPr/>
          <p:nvPr/>
        </p:nvGrpSpPr>
        <p:grpSpPr>
          <a:xfrm>
            <a:off x="9114129" y="6308173"/>
            <a:ext cx="153520" cy="98707"/>
            <a:chOff x="6635280" y="5132018"/>
            <a:chExt cx="153520" cy="98707"/>
          </a:xfrm>
        </p:grpSpPr>
        <p:sp>
          <p:nvSpPr>
            <p:cNvPr id="169" name="Rettangolo con angoli arrotondati 168">
              <a:extLst>
                <a:ext uri="{FF2B5EF4-FFF2-40B4-BE49-F238E27FC236}">
                  <a16:creationId xmlns:a16="http://schemas.microsoft.com/office/drawing/2014/main" id="{1EA12D9D-C5C2-62C7-12F7-D9A127435027}"/>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0" name="Rettangolo con angoli arrotondati 169">
              <a:extLst>
                <a:ext uri="{FF2B5EF4-FFF2-40B4-BE49-F238E27FC236}">
                  <a16:creationId xmlns:a16="http://schemas.microsoft.com/office/drawing/2014/main" id="{2A3E34A1-BE79-B777-C249-F3B2BCDEB96A}"/>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1" name="Gruppo 170">
            <a:extLst>
              <a:ext uri="{FF2B5EF4-FFF2-40B4-BE49-F238E27FC236}">
                <a16:creationId xmlns:a16="http://schemas.microsoft.com/office/drawing/2014/main" id="{50366B34-70B8-8594-A1E8-285C63A0E23B}"/>
              </a:ext>
            </a:extLst>
          </p:cNvPr>
          <p:cNvGrpSpPr/>
          <p:nvPr/>
        </p:nvGrpSpPr>
        <p:grpSpPr>
          <a:xfrm>
            <a:off x="9114129" y="6450145"/>
            <a:ext cx="153520" cy="98707"/>
            <a:chOff x="6635280" y="5132018"/>
            <a:chExt cx="153520" cy="98707"/>
          </a:xfrm>
        </p:grpSpPr>
        <p:sp>
          <p:nvSpPr>
            <p:cNvPr id="172" name="Rettangolo con angoli arrotondati 171">
              <a:extLst>
                <a:ext uri="{FF2B5EF4-FFF2-40B4-BE49-F238E27FC236}">
                  <a16:creationId xmlns:a16="http://schemas.microsoft.com/office/drawing/2014/main" id="{07C9BFEC-5DE3-329E-D6A5-0D43CFAC3D6A}"/>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3" name="Rettangolo con angoli arrotondati 172">
              <a:extLst>
                <a:ext uri="{FF2B5EF4-FFF2-40B4-BE49-F238E27FC236}">
                  <a16:creationId xmlns:a16="http://schemas.microsoft.com/office/drawing/2014/main" id="{F660EA41-5BB5-00AB-F602-00A5A7023CF2}"/>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4" name="Gruppo 173">
            <a:extLst>
              <a:ext uri="{FF2B5EF4-FFF2-40B4-BE49-F238E27FC236}">
                <a16:creationId xmlns:a16="http://schemas.microsoft.com/office/drawing/2014/main" id="{520D97A1-AF8E-AC9F-B8A3-5BC81F25F055}"/>
              </a:ext>
            </a:extLst>
          </p:cNvPr>
          <p:cNvGrpSpPr/>
          <p:nvPr/>
        </p:nvGrpSpPr>
        <p:grpSpPr>
          <a:xfrm>
            <a:off x="9114129" y="6592117"/>
            <a:ext cx="153520" cy="98707"/>
            <a:chOff x="6635280" y="5132018"/>
            <a:chExt cx="153520" cy="98707"/>
          </a:xfrm>
        </p:grpSpPr>
        <p:sp>
          <p:nvSpPr>
            <p:cNvPr id="175" name="Rettangolo con angoli arrotondati 174">
              <a:extLst>
                <a:ext uri="{FF2B5EF4-FFF2-40B4-BE49-F238E27FC236}">
                  <a16:creationId xmlns:a16="http://schemas.microsoft.com/office/drawing/2014/main" id="{B6449A9C-C4E7-46B8-EE2B-8343EC32CA0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6" name="Rettangolo con angoli arrotondati 175">
              <a:extLst>
                <a:ext uri="{FF2B5EF4-FFF2-40B4-BE49-F238E27FC236}">
                  <a16:creationId xmlns:a16="http://schemas.microsoft.com/office/drawing/2014/main" id="{61726305-33DF-9CF8-88DE-76E7E5D0C0D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7" name="Gruppo 176">
            <a:extLst>
              <a:ext uri="{FF2B5EF4-FFF2-40B4-BE49-F238E27FC236}">
                <a16:creationId xmlns:a16="http://schemas.microsoft.com/office/drawing/2014/main" id="{D68D7F03-A067-E49B-7996-02D7BCC455B5}"/>
              </a:ext>
            </a:extLst>
          </p:cNvPr>
          <p:cNvGrpSpPr/>
          <p:nvPr/>
        </p:nvGrpSpPr>
        <p:grpSpPr>
          <a:xfrm>
            <a:off x="9114129" y="6734089"/>
            <a:ext cx="153520" cy="98707"/>
            <a:chOff x="6635280" y="5132018"/>
            <a:chExt cx="153520" cy="98707"/>
          </a:xfrm>
        </p:grpSpPr>
        <p:sp>
          <p:nvSpPr>
            <p:cNvPr id="178" name="Rettangolo con angoli arrotondati 177">
              <a:extLst>
                <a:ext uri="{FF2B5EF4-FFF2-40B4-BE49-F238E27FC236}">
                  <a16:creationId xmlns:a16="http://schemas.microsoft.com/office/drawing/2014/main" id="{F93BDE60-FC62-648F-79FD-3C53BE7F4CF5}"/>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9" name="Rettangolo con angoli arrotondati 178">
              <a:extLst>
                <a:ext uri="{FF2B5EF4-FFF2-40B4-BE49-F238E27FC236}">
                  <a16:creationId xmlns:a16="http://schemas.microsoft.com/office/drawing/2014/main" id="{1B77ED52-1863-6ACA-E402-5E63F136E4A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0" name="Gruppo 179">
            <a:extLst>
              <a:ext uri="{FF2B5EF4-FFF2-40B4-BE49-F238E27FC236}">
                <a16:creationId xmlns:a16="http://schemas.microsoft.com/office/drawing/2014/main" id="{CE5D3FC5-D864-D7D7-34A9-45871D23C82A}"/>
              </a:ext>
            </a:extLst>
          </p:cNvPr>
          <p:cNvGrpSpPr/>
          <p:nvPr/>
        </p:nvGrpSpPr>
        <p:grpSpPr>
          <a:xfrm>
            <a:off x="9114129" y="6876061"/>
            <a:ext cx="153520" cy="98707"/>
            <a:chOff x="6635280" y="5132018"/>
            <a:chExt cx="153520" cy="98707"/>
          </a:xfrm>
        </p:grpSpPr>
        <p:sp>
          <p:nvSpPr>
            <p:cNvPr id="181" name="Rettangolo con angoli arrotondati 180">
              <a:extLst>
                <a:ext uri="{FF2B5EF4-FFF2-40B4-BE49-F238E27FC236}">
                  <a16:creationId xmlns:a16="http://schemas.microsoft.com/office/drawing/2014/main" id="{67D67D2A-4513-62C3-EF45-C12F69506978}"/>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2" name="Rettangolo con angoli arrotondati 181">
              <a:extLst>
                <a:ext uri="{FF2B5EF4-FFF2-40B4-BE49-F238E27FC236}">
                  <a16:creationId xmlns:a16="http://schemas.microsoft.com/office/drawing/2014/main" id="{F51B8297-ACC0-3041-F285-7D0EF7B17400}"/>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3" name="Gruppo 182">
            <a:extLst>
              <a:ext uri="{FF2B5EF4-FFF2-40B4-BE49-F238E27FC236}">
                <a16:creationId xmlns:a16="http://schemas.microsoft.com/office/drawing/2014/main" id="{3674CBE5-A9A9-3D71-F1BF-24B76566F376}"/>
              </a:ext>
            </a:extLst>
          </p:cNvPr>
          <p:cNvGrpSpPr/>
          <p:nvPr/>
        </p:nvGrpSpPr>
        <p:grpSpPr>
          <a:xfrm>
            <a:off x="9114129" y="7018033"/>
            <a:ext cx="153520" cy="98707"/>
            <a:chOff x="6635280" y="5132018"/>
            <a:chExt cx="153520" cy="98707"/>
          </a:xfrm>
        </p:grpSpPr>
        <p:sp>
          <p:nvSpPr>
            <p:cNvPr id="184" name="Rettangolo con angoli arrotondati 183">
              <a:extLst>
                <a:ext uri="{FF2B5EF4-FFF2-40B4-BE49-F238E27FC236}">
                  <a16:creationId xmlns:a16="http://schemas.microsoft.com/office/drawing/2014/main" id="{BA5E0163-E34E-40F5-D7CD-680C48C92B9C}"/>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5" name="Rettangolo con angoli arrotondati 184">
              <a:extLst>
                <a:ext uri="{FF2B5EF4-FFF2-40B4-BE49-F238E27FC236}">
                  <a16:creationId xmlns:a16="http://schemas.microsoft.com/office/drawing/2014/main" id="{28812AD3-C922-54B5-5467-7ADBDABD4E4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6" name="Gruppo 185">
            <a:extLst>
              <a:ext uri="{FF2B5EF4-FFF2-40B4-BE49-F238E27FC236}">
                <a16:creationId xmlns:a16="http://schemas.microsoft.com/office/drawing/2014/main" id="{048B4945-5E79-E334-F3C0-F34619E6D840}"/>
              </a:ext>
            </a:extLst>
          </p:cNvPr>
          <p:cNvGrpSpPr/>
          <p:nvPr/>
        </p:nvGrpSpPr>
        <p:grpSpPr>
          <a:xfrm>
            <a:off x="9114129" y="7160005"/>
            <a:ext cx="153520" cy="98707"/>
            <a:chOff x="6635280" y="5132018"/>
            <a:chExt cx="153520" cy="98707"/>
          </a:xfrm>
        </p:grpSpPr>
        <p:sp>
          <p:nvSpPr>
            <p:cNvPr id="187" name="Rettangolo con angoli arrotondati 186">
              <a:extLst>
                <a:ext uri="{FF2B5EF4-FFF2-40B4-BE49-F238E27FC236}">
                  <a16:creationId xmlns:a16="http://schemas.microsoft.com/office/drawing/2014/main" id="{857DC28E-D8F1-A6CF-0814-1BF8F309BF6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8" name="Rettangolo con angoli arrotondati 187">
              <a:extLst>
                <a:ext uri="{FF2B5EF4-FFF2-40B4-BE49-F238E27FC236}">
                  <a16:creationId xmlns:a16="http://schemas.microsoft.com/office/drawing/2014/main" id="{AAD3E453-D328-D62F-EE22-C1A9417898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sp>
        <p:nvSpPr>
          <p:cNvPr id="194" name="CasellaDiTesto 193">
            <a:extLst>
              <a:ext uri="{FF2B5EF4-FFF2-40B4-BE49-F238E27FC236}">
                <a16:creationId xmlns:a16="http://schemas.microsoft.com/office/drawing/2014/main" id="{6A090AF4-3678-07EE-DEC2-43C2D2F8188B}"/>
              </a:ext>
            </a:extLst>
          </p:cNvPr>
          <p:cNvSpPr txBox="1"/>
          <p:nvPr/>
        </p:nvSpPr>
        <p:spPr>
          <a:xfrm>
            <a:off x="8603889" y="6120585"/>
            <a:ext cx="373500" cy="138499"/>
          </a:xfrm>
          <a:prstGeom prst="rect">
            <a:avLst/>
          </a:prstGeom>
          <a:noFill/>
          <a:ln>
            <a:noFill/>
          </a:ln>
        </p:spPr>
        <p:txBody>
          <a:bodyPr wrap="none" lIns="0" tIns="0" rIns="0" bIns="0" rtlCol="0">
            <a:spAutoFit/>
          </a:bodyPr>
          <a:lstStyle/>
          <a:p>
            <a:r>
              <a:rPr lang="it-IT" sz="900" dirty="0">
                <a:solidFill>
                  <a:srgbClr val="997E71"/>
                </a:solidFill>
              </a:rPr>
              <a:t>CACHE</a:t>
            </a:r>
            <a:endParaRPr lang="it-IT" sz="1100" dirty="0">
              <a:solidFill>
                <a:srgbClr val="997E71"/>
              </a:solidFill>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7709134" y="8264156"/>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8252807" y="8861309"/>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8445566" y="9297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9234315" y="93075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8445566" y="901317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9246015" y="901167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9105697" y="9045627"/>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8288273" y="9055920"/>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8287925" y="9336773"/>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9082871" y="9351766"/>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97" name="Rettangolo 96">
            <a:extLst>
              <a:ext uri="{FF2B5EF4-FFF2-40B4-BE49-F238E27FC236}">
                <a16:creationId xmlns:a16="http://schemas.microsoft.com/office/drawing/2014/main" id="{1AF46F6D-A4FB-4AF2-2265-5272A2E72F2D}"/>
              </a:ext>
            </a:extLst>
          </p:cNvPr>
          <p:cNvSpPr/>
          <p:nvPr/>
        </p:nvSpPr>
        <p:spPr>
          <a:xfrm>
            <a:off x="2550915" y="6711576"/>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0" name="Rettangolo con angoli arrotondati 189">
            <a:extLst>
              <a:ext uri="{FF2B5EF4-FFF2-40B4-BE49-F238E27FC236}">
                <a16:creationId xmlns:a16="http://schemas.microsoft.com/office/drawing/2014/main" id="{566E8DA5-70D4-D099-A165-A8D1FF6F6E20}"/>
              </a:ext>
            </a:extLst>
          </p:cNvPr>
          <p:cNvSpPr/>
          <p:nvPr/>
        </p:nvSpPr>
        <p:spPr>
          <a:xfrm>
            <a:off x="6207838" y="7195046"/>
            <a:ext cx="233848" cy="75664"/>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95" name="object 123">
            <a:extLst>
              <a:ext uri="{FF2B5EF4-FFF2-40B4-BE49-F238E27FC236}">
                <a16:creationId xmlns:a16="http://schemas.microsoft.com/office/drawing/2014/main" id="{302B45CB-BA80-CF69-0AE5-0F50680A3E88}"/>
              </a:ext>
            </a:extLst>
          </p:cNvPr>
          <p:cNvSpPr/>
          <p:nvPr/>
        </p:nvSpPr>
        <p:spPr>
          <a:xfrm>
            <a:off x="5416104" y="7148523"/>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04" name="object 123">
            <a:extLst>
              <a:ext uri="{FF2B5EF4-FFF2-40B4-BE49-F238E27FC236}">
                <a16:creationId xmlns:a16="http://schemas.microsoft.com/office/drawing/2014/main" id="{9A145C81-8AF4-7301-DC67-BB9B70AC06A7}"/>
              </a:ext>
            </a:extLst>
          </p:cNvPr>
          <p:cNvSpPr/>
          <p:nvPr/>
        </p:nvSpPr>
        <p:spPr>
          <a:xfrm>
            <a:off x="2775401" y="7736337"/>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5" name="Rettangolo 214">
            <a:extLst>
              <a:ext uri="{FF2B5EF4-FFF2-40B4-BE49-F238E27FC236}">
                <a16:creationId xmlns:a16="http://schemas.microsoft.com/office/drawing/2014/main" id="{8D3A1239-96CD-BE30-0790-529E53591206}"/>
              </a:ext>
            </a:extLst>
          </p:cNvPr>
          <p:cNvSpPr/>
          <p:nvPr/>
        </p:nvSpPr>
        <p:spPr>
          <a:xfrm>
            <a:off x="2548237" y="6714189"/>
            <a:ext cx="381147" cy="254511"/>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6" name="Rettangolo 215">
            <a:extLst>
              <a:ext uri="{FF2B5EF4-FFF2-40B4-BE49-F238E27FC236}">
                <a16:creationId xmlns:a16="http://schemas.microsoft.com/office/drawing/2014/main" id="{AB37B38A-5EDF-93B8-3FB8-2AAAD17D4E00}"/>
              </a:ext>
            </a:extLst>
          </p:cNvPr>
          <p:cNvSpPr/>
          <p:nvPr/>
        </p:nvSpPr>
        <p:spPr>
          <a:xfrm>
            <a:off x="2577673" y="6733634"/>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7" name="Rettangolo 216">
            <a:extLst>
              <a:ext uri="{FF2B5EF4-FFF2-40B4-BE49-F238E27FC236}">
                <a16:creationId xmlns:a16="http://schemas.microsoft.com/office/drawing/2014/main" id="{998AFC47-0765-FF6B-57B3-0731C4DD4FA2}"/>
              </a:ext>
            </a:extLst>
          </p:cNvPr>
          <p:cNvSpPr/>
          <p:nvPr/>
        </p:nvSpPr>
        <p:spPr>
          <a:xfrm>
            <a:off x="2733847" y="6733634"/>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6" name="CasellaDiTesto 225">
            <a:extLst>
              <a:ext uri="{FF2B5EF4-FFF2-40B4-BE49-F238E27FC236}">
                <a16:creationId xmlns:a16="http://schemas.microsoft.com/office/drawing/2014/main" id="{7DAA4770-3E58-161D-84DE-0129F2670CA5}"/>
              </a:ext>
            </a:extLst>
          </p:cNvPr>
          <p:cNvSpPr txBox="1"/>
          <p:nvPr/>
        </p:nvSpPr>
        <p:spPr>
          <a:xfrm>
            <a:off x="2771780" y="7711879"/>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27" name="object 123">
            <a:extLst>
              <a:ext uri="{FF2B5EF4-FFF2-40B4-BE49-F238E27FC236}">
                <a16:creationId xmlns:a16="http://schemas.microsoft.com/office/drawing/2014/main" id="{4E5983C1-3662-0073-95F2-68B6D05829F3}"/>
              </a:ext>
            </a:extLst>
          </p:cNvPr>
          <p:cNvSpPr/>
          <p:nvPr/>
        </p:nvSpPr>
        <p:spPr>
          <a:xfrm>
            <a:off x="5421537" y="9374471"/>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a:latin typeface="A Font 1" panose="02000503000000000000" pitchFamily="2" charset="0"/>
            </a:endParaRPr>
          </a:p>
        </p:txBody>
      </p:sp>
      <p:sp>
        <p:nvSpPr>
          <p:cNvPr id="260" name="Rettangolo con angoli arrotondati 259">
            <a:extLst>
              <a:ext uri="{FF2B5EF4-FFF2-40B4-BE49-F238E27FC236}">
                <a16:creationId xmlns:a16="http://schemas.microsoft.com/office/drawing/2014/main" id="{C21E3396-27E6-D92C-7B36-C4FB724E6756}"/>
              </a:ext>
            </a:extLst>
          </p:cNvPr>
          <p:cNvSpPr/>
          <p:nvPr/>
        </p:nvSpPr>
        <p:spPr>
          <a:xfrm>
            <a:off x="2912538" y="6702413"/>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261" name="CasellaDiTesto 260">
            <a:extLst>
              <a:ext uri="{FF2B5EF4-FFF2-40B4-BE49-F238E27FC236}">
                <a16:creationId xmlns:a16="http://schemas.microsoft.com/office/drawing/2014/main" id="{268D6058-BAF3-A62B-2966-8392E6D23D70}"/>
              </a:ext>
            </a:extLst>
          </p:cNvPr>
          <p:cNvSpPr txBox="1"/>
          <p:nvPr/>
        </p:nvSpPr>
        <p:spPr>
          <a:xfrm>
            <a:off x="-10595" y="6077563"/>
            <a:ext cx="2108875" cy="646331"/>
          </a:xfrm>
          <a:prstGeom prst="rect">
            <a:avLst/>
          </a:prstGeom>
          <a:noFill/>
        </p:spPr>
        <p:txBody>
          <a:bodyPr wrap="square">
            <a:spAutoFit/>
          </a:bodyPr>
          <a:lstStyle/>
          <a:p>
            <a:pPr algn="ctr"/>
            <a:r>
              <a:rPr lang="it-IT" sz="1800" b="1" dirty="0">
                <a:solidFill>
                  <a:srgbClr val="997E71"/>
                </a:solidFill>
              </a:rPr>
              <a:t>CAMPO DI GRUPPO</a:t>
            </a:r>
            <a:endParaRPr lang="it-IT" b="1" dirty="0"/>
          </a:p>
        </p:txBody>
      </p:sp>
      <p:sp>
        <p:nvSpPr>
          <p:cNvPr id="275" name="Rettangolo 274">
            <a:extLst>
              <a:ext uri="{FF2B5EF4-FFF2-40B4-BE49-F238E27FC236}">
                <a16:creationId xmlns:a16="http://schemas.microsoft.com/office/drawing/2014/main" id="{7C7F9B80-8374-E7FF-531F-1FA992377A4C}"/>
              </a:ext>
            </a:extLst>
          </p:cNvPr>
          <p:cNvSpPr/>
          <p:nvPr/>
        </p:nvSpPr>
        <p:spPr>
          <a:xfrm>
            <a:off x="5794587" y="5998967"/>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6" name="Rettangolo 275">
            <a:extLst>
              <a:ext uri="{FF2B5EF4-FFF2-40B4-BE49-F238E27FC236}">
                <a16:creationId xmlns:a16="http://schemas.microsoft.com/office/drawing/2014/main" id="{64E7ACBA-ECC1-85AE-D4EE-1F058B544931}"/>
              </a:ext>
            </a:extLst>
          </p:cNvPr>
          <p:cNvSpPr/>
          <p:nvPr/>
        </p:nvSpPr>
        <p:spPr>
          <a:xfrm>
            <a:off x="6862773" y="5998967"/>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7" name="Rettangolo 276">
            <a:extLst>
              <a:ext uri="{FF2B5EF4-FFF2-40B4-BE49-F238E27FC236}">
                <a16:creationId xmlns:a16="http://schemas.microsoft.com/office/drawing/2014/main" id="{EF487072-EC79-75EC-FB88-25089CA690EC}"/>
              </a:ext>
            </a:extLst>
          </p:cNvPr>
          <p:cNvSpPr/>
          <p:nvPr/>
        </p:nvSpPr>
        <p:spPr>
          <a:xfrm>
            <a:off x="6892208" y="6018411"/>
            <a:ext cx="128618" cy="205409"/>
          </a:xfrm>
          <a:prstGeom prst="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8" name="Rettangolo 277">
            <a:extLst>
              <a:ext uri="{FF2B5EF4-FFF2-40B4-BE49-F238E27FC236}">
                <a16:creationId xmlns:a16="http://schemas.microsoft.com/office/drawing/2014/main" id="{5525D853-E3F0-E784-B36C-5BEFFF7479E4}"/>
              </a:ext>
            </a:extLst>
          </p:cNvPr>
          <p:cNvSpPr/>
          <p:nvPr/>
        </p:nvSpPr>
        <p:spPr>
          <a:xfrm>
            <a:off x="7048382" y="6018411"/>
            <a:ext cx="128618" cy="205409"/>
          </a:xfrm>
          <a:prstGeom prst="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9" name="Rettangolo con angoli arrotondati 278">
            <a:extLst>
              <a:ext uri="{FF2B5EF4-FFF2-40B4-BE49-F238E27FC236}">
                <a16:creationId xmlns:a16="http://schemas.microsoft.com/office/drawing/2014/main" id="{DFB9AB4A-32E0-D150-C378-EEBBC54B33C2}"/>
              </a:ext>
            </a:extLst>
          </p:cNvPr>
          <p:cNvSpPr/>
          <p:nvPr/>
        </p:nvSpPr>
        <p:spPr>
          <a:xfrm>
            <a:off x="6103459" y="6007616"/>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280" name="CasellaDiTesto 279">
            <a:extLst>
              <a:ext uri="{FF2B5EF4-FFF2-40B4-BE49-F238E27FC236}">
                <a16:creationId xmlns:a16="http://schemas.microsoft.com/office/drawing/2014/main" id="{0FD2F88F-1E89-BF3D-1466-1FD1818B0B7C}"/>
              </a:ext>
            </a:extLst>
          </p:cNvPr>
          <p:cNvSpPr txBox="1"/>
          <p:nvPr/>
        </p:nvSpPr>
        <p:spPr>
          <a:xfrm>
            <a:off x="5244350" y="5524459"/>
            <a:ext cx="2399081" cy="338554"/>
          </a:xfrm>
          <a:prstGeom prst="rect">
            <a:avLst/>
          </a:prstGeom>
          <a:noFill/>
        </p:spPr>
        <p:txBody>
          <a:bodyPr wrap="square">
            <a:spAutoFit/>
          </a:bodyPr>
          <a:lstStyle/>
          <a:p>
            <a:r>
              <a:rPr lang="it-IT" sz="1600" b="1" dirty="0">
                <a:solidFill>
                  <a:srgbClr val="997E71"/>
                </a:solidFill>
              </a:rPr>
              <a:t>CAMPO SPIAZZAMENTO </a:t>
            </a:r>
            <a:endParaRPr lang="it-IT" sz="1600" b="1" dirty="0"/>
          </a:p>
        </p:txBody>
      </p:sp>
      <p:sp>
        <p:nvSpPr>
          <p:cNvPr id="281" name="Rettangolo con angoli arrotondati 280">
            <a:extLst>
              <a:ext uri="{FF2B5EF4-FFF2-40B4-BE49-F238E27FC236}">
                <a16:creationId xmlns:a16="http://schemas.microsoft.com/office/drawing/2014/main" id="{835BCAE4-628B-BE16-6960-DFF3B25BD603}"/>
              </a:ext>
            </a:extLst>
          </p:cNvPr>
          <p:cNvSpPr/>
          <p:nvPr/>
        </p:nvSpPr>
        <p:spPr>
          <a:xfrm>
            <a:off x="6490560" y="7190750"/>
            <a:ext cx="233848" cy="78917"/>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2" name="Rettangolo con angoli arrotondati 281">
            <a:extLst>
              <a:ext uri="{FF2B5EF4-FFF2-40B4-BE49-F238E27FC236}">
                <a16:creationId xmlns:a16="http://schemas.microsoft.com/office/drawing/2014/main" id="{74DEDC05-EBA9-6304-0AC9-5AB8CEF1059B}"/>
              </a:ext>
            </a:extLst>
          </p:cNvPr>
          <p:cNvSpPr/>
          <p:nvPr/>
        </p:nvSpPr>
        <p:spPr>
          <a:xfrm>
            <a:off x="6207838" y="7291299"/>
            <a:ext cx="233848" cy="75664"/>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3" name="Rettangolo con angoli arrotondati 282">
            <a:extLst>
              <a:ext uri="{FF2B5EF4-FFF2-40B4-BE49-F238E27FC236}">
                <a16:creationId xmlns:a16="http://schemas.microsoft.com/office/drawing/2014/main" id="{CD3ACD72-D915-C0DD-D66E-24E7C9C6366E}"/>
              </a:ext>
            </a:extLst>
          </p:cNvPr>
          <p:cNvSpPr/>
          <p:nvPr/>
        </p:nvSpPr>
        <p:spPr>
          <a:xfrm>
            <a:off x="6490560" y="7287003"/>
            <a:ext cx="233848" cy="78917"/>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287" name="Rettangolo 286">
            <a:extLst>
              <a:ext uri="{FF2B5EF4-FFF2-40B4-BE49-F238E27FC236}">
                <a16:creationId xmlns:a16="http://schemas.microsoft.com/office/drawing/2014/main" id="{F5BC1EF8-44EC-C7D5-F95A-CA367B472C79}"/>
              </a:ext>
            </a:extLst>
          </p:cNvPr>
          <p:cNvSpPr/>
          <p:nvPr/>
        </p:nvSpPr>
        <p:spPr>
          <a:xfrm>
            <a:off x="1240228" y="10001021"/>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2</a:t>
            </a:r>
          </a:p>
        </p:txBody>
      </p:sp>
      <p:sp>
        <p:nvSpPr>
          <p:cNvPr id="288" name="Rettangolo 287">
            <a:extLst>
              <a:ext uri="{FF2B5EF4-FFF2-40B4-BE49-F238E27FC236}">
                <a16:creationId xmlns:a16="http://schemas.microsoft.com/office/drawing/2014/main" id="{2026BA6C-D730-B30F-B821-70C118546418}"/>
              </a:ext>
            </a:extLst>
          </p:cNvPr>
          <p:cNvSpPr/>
          <p:nvPr/>
        </p:nvSpPr>
        <p:spPr>
          <a:xfrm>
            <a:off x="1833248" y="9997913"/>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2</a:t>
            </a:r>
          </a:p>
        </p:txBody>
      </p:sp>
      <p:cxnSp>
        <p:nvCxnSpPr>
          <p:cNvPr id="27" name="Connettore diritto 26">
            <a:extLst>
              <a:ext uri="{FF2B5EF4-FFF2-40B4-BE49-F238E27FC236}">
                <a16:creationId xmlns:a16="http://schemas.microsoft.com/office/drawing/2014/main" id="{E61B85EB-6BF1-6CFE-C301-8614B1D19519}"/>
              </a:ext>
            </a:extLst>
          </p:cNvPr>
          <p:cNvCxnSpPr>
            <a:cxnSpLocks/>
          </p:cNvCxnSpPr>
          <p:nvPr/>
        </p:nvCxnSpPr>
        <p:spPr>
          <a:xfrm flipV="1">
            <a:off x="4811016" y="1769320"/>
            <a:ext cx="1145577" cy="613806"/>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cxnSp>
        <p:nvCxnSpPr>
          <p:cNvPr id="96" name="Connettore diritto 95">
            <a:extLst>
              <a:ext uri="{FF2B5EF4-FFF2-40B4-BE49-F238E27FC236}">
                <a16:creationId xmlns:a16="http://schemas.microsoft.com/office/drawing/2014/main" id="{734B691B-537A-682F-3A50-8C1E4B954AC8}"/>
              </a:ext>
            </a:extLst>
          </p:cNvPr>
          <p:cNvCxnSpPr>
            <a:cxnSpLocks/>
            <a:stCxn id="91" idx="3"/>
          </p:cNvCxnSpPr>
          <p:nvPr/>
        </p:nvCxnSpPr>
        <p:spPr>
          <a:xfrm flipV="1">
            <a:off x="4774422" y="2079782"/>
            <a:ext cx="1183172" cy="749418"/>
          </a:xfrm>
          <a:prstGeom prst="line">
            <a:avLst/>
          </a:prstGeom>
          <a:ln>
            <a:solidFill>
              <a:srgbClr val="A6CAEC"/>
            </a:solidFill>
            <a:prstDash val="dash"/>
          </a:ln>
        </p:spPr>
        <p:style>
          <a:lnRef idx="2">
            <a:schemeClr val="accent1"/>
          </a:lnRef>
          <a:fillRef idx="0">
            <a:schemeClr val="accent1"/>
          </a:fillRef>
          <a:effectRef idx="1">
            <a:schemeClr val="accent1"/>
          </a:effectRef>
          <a:fontRef idx="minor">
            <a:schemeClr val="tx1"/>
          </a:fontRef>
        </p:style>
      </p:cxnSp>
      <p:cxnSp>
        <p:nvCxnSpPr>
          <p:cNvPr id="104" name="Connettore diritto 103">
            <a:extLst>
              <a:ext uri="{FF2B5EF4-FFF2-40B4-BE49-F238E27FC236}">
                <a16:creationId xmlns:a16="http://schemas.microsoft.com/office/drawing/2014/main" id="{A6CB3059-A683-29DB-D354-42288ECC269C}"/>
              </a:ext>
            </a:extLst>
          </p:cNvPr>
          <p:cNvCxnSpPr>
            <a:cxnSpLocks/>
          </p:cNvCxnSpPr>
          <p:nvPr/>
        </p:nvCxnSpPr>
        <p:spPr>
          <a:xfrm>
            <a:off x="4793902" y="2383126"/>
            <a:ext cx="1207420" cy="606313"/>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sp>
        <p:nvSpPr>
          <p:cNvPr id="114" name="CasellaDiTesto 113">
            <a:extLst>
              <a:ext uri="{FF2B5EF4-FFF2-40B4-BE49-F238E27FC236}">
                <a16:creationId xmlns:a16="http://schemas.microsoft.com/office/drawing/2014/main" id="{2C5371E1-572C-8A70-4089-435D15AD8B93}"/>
              </a:ext>
            </a:extLst>
          </p:cNvPr>
          <p:cNvSpPr txBox="1"/>
          <p:nvPr/>
        </p:nvSpPr>
        <p:spPr>
          <a:xfrm>
            <a:off x="47525" y="1848351"/>
            <a:ext cx="2262811" cy="2308324"/>
          </a:xfrm>
          <a:prstGeom prst="rect">
            <a:avLst/>
          </a:prstGeom>
          <a:noFill/>
        </p:spPr>
        <p:txBody>
          <a:bodyPr wrap="square">
            <a:spAutoFit/>
          </a:bodyPr>
          <a:lstStyle/>
          <a:p>
            <a:r>
              <a:rPr lang="it-IT" sz="1200" dirty="0">
                <a:solidFill>
                  <a:srgbClr val="997E71"/>
                </a:solidFill>
              </a:rPr>
              <a:t>La CACHE ha dei gruppi in questo caso dispone di 2 gruppi, i blocchi </a:t>
            </a:r>
            <a:r>
              <a:rPr lang="it-IT" sz="1200" b="1" dirty="0">
                <a:solidFill>
                  <a:srgbClr val="997E71"/>
                </a:solidFill>
              </a:rPr>
              <a:t>numero 1, 5,9</a:t>
            </a:r>
            <a:r>
              <a:rPr lang="it-IT" sz="1200" dirty="0">
                <a:solidFill>
                  <a:srgbClr val="997E71"/>
                </a:solidFill>
              </a:rPr>
              <a:t>.. </a:t>
            </a:r>
            <a:r>
              <a:rPr lang="it-IT" sz="1200" b="1" dirty="0">
                <a:solidFill>
                  <a:srgbClr val="997E71"/>
                </a:solidFill>
              </a:rPr>
              <a:t>sono caricabili nel </a:t>
            </a:r>
          </a:p>
          <a:p>
            <a:r>
              <a:rPr lang="it-IT" sz="1200" b="1" dirty="0">
                <a:solidFill>
                  <a:srgbClr val="997E71"/>
                </a:solidFill>
              </a:rPr>
              <a:t>gruppo 1 </a:t>
            </a:r>
            <a:r>
              <a:rPr lang="it-IT" sz="1200" dirty="0">
                <a:solidFill>
                  <a:srgbClr val="997E71"/>
                </a:solidFill>
              </a:rPr>
              <a:t>(cioè in una delle due posizioni del gruppo),</a:t>
            </a:r>
            <a:r>
              <a:rPr lang="it-IT" sz="1200" b="1" dirty="0">
                <a:solidFill>
                  <a:srgbClr val="997E71"/>
                </a:solidFill>
              </a:rPr>
              <a:t>I blocchi 2, 6, 10.. sono caricabili nel gruppo 2</a:t>
            </a:r>
            <a:r>
              <a:rPr lang="it-IT" sz="1200" dirty="0">
                <a:solidFill>
                  <a:srgbClr val="997E71"/>
                </a:solidFill>
              </a:rPr>
              <a:t> e così via, in modo simile alla CACHE diretta, Il campo etichetta identifica il numero del  blocco a cui la parola appartiene. </a:t>
            </a:r>
          </a:p>
        </p:txBody>
      </p:sp>
      <p:cxnSp>
        <p:nvCxnSpPr>
          <p:cNvPr id="7" name="Connettore diritto 6">
            <a:extLst>
              <a:ext uri="{FF2B5EF4-FFF2-40B4-BE49-F238E27FC236}">
                <a16:creationId xmlns:a16="http://schemas.microsoft.com/office/drawing/2014/main" id="{78FD3A76-9006-C361-C796-4F9983D582CF}"/>
              </a:ext>
            </a:extLst>
          </p:cNvPr>
          <p:cNvCxnSpPr>
            <a:cxnSpLocks/>
            <a:stCxn id="91" idx="3"/>
          </p:cNvCxnSpPr>
          <p:nvPr/>
        </p:nvCxnSpPr>
        <p:spPr>
          <a:xfrm>
            <a:off x="4774422" y="2829200"/>
            <a:ext cx="1176673" cy="264203"/>
          </a:xfrm>
          <a:prstGeom prst="line">
            <a:avLst/>
          </a:prstGeom>
          <a:ln>
            <a:solidFill>
              <a:srgbClr val="A6CAEC"/>
            </a:solidFill>
            <a:prstDash val="dash"/>
          </a:ln>
        </p:spPr>
        <p:style>
          <a:lnRef idx="2">
            <a:schemeClr val="accent1"/>
          </a:lnRef>
          <a:fillRef idx="0">
            <a:schemeClr val="accent1"/>
          </a:fillRef>
          <a:effectRef idx="1">
            <a:schemeClr val="accent1"/>
          </a:effectRef>
          <a:fontRef idx="minor">
            <a:schemeClr val="tx1"/>
          </a:fontRef>
        </p:style>
      </p:cxnSp>
      <p:sp>
        <p:nvSpPr>
          <p:cNvPr id="83" name="Rettangolo con angoli arrotondati 82">
            <a:extLst>
              <a:ext uri="{FF2B5EF4-FFF2-40B4-BE49-F238E27FC236}">
                <a16:creationId xmlns:a16="http://schemas.microsoft.com/office/drawing/2014/main" id="{D9F06D65-3026-E33B-BF26-39D0AD57B08B}"/>
              </a:ext>
            </a:extLst>
          </p:cNvPr>
          <p:cNvSpPr/>
          <p:nvPr/>
        </p:nvSpPr>
        <p:spPr>
          <a:xfrm>
            <a:off x="3389196" y="2230803"/>
            <a:ext cx="1374350" cy="230432"/>
          </a:xfrm>
          <a:custGeom>
            <a:avLst/>
            <a:gdLst>
              <a:gd name="connsiteX0" fmla="*/ 0 w 1374350"/>
              <a:gd name="connsiteY0" fmla="*/ 38406 h 230432"/>
              <a:gd name="connsiteX1" fmla="*/ 38406 w 1374350"/>
              <a:gd name="connsiteY1" fmla="*/ 0 h 230432"/>
              <a:gd name="connsiteX2" fmla="*/ 674200 w 1374350"/>
              <a:gd name="connsiteY2" fmla="*/ 0 h 230432"/>
              <a:gd name="connsiteX3" fmla="*/ 1335944 w 1374350"/>
              <a:gd name="connsiteY3" fmla="*/ 0 h 230432"/>
              <a:gd name="connsiteX4" fmla="*/ 1374350 w 1374350"/>
              <a:gd name="connsiteY4" fmla="*/ 38406 h 230432"/>
              <a:gd name="connsiteX5" fmla="*/ 1374350 w 1374350"/>
              <a:gd name="connsiteY5" fmla="*/ 192026 h 230432"/>
              <a:gd name="connsiteX6" fmla="*/ 1335944 w 1374350"/>
              <a:gd name="connsiteY6" fmla="*/ 230432 h 230432"/>
              <a:gd name="connsiteX7" fmla="*/ 713126 w 1374350"/>
              <a:gd name="connsiteY7" fmla="*/ 230432 h 230432"/>
              <a:gd name="connsiteX8" fmla="*/ 38406 w 1374350"/>
              <a:gd name="connsiteY8" fmla="*/ 230432 h 230432"/>
              <a:gd name="connsiteX9" fmla="*/ 0 w 1374350"/>
              <a:gd name="connsiteY9" fmla="*/ 192026 h 230432"/>
              <a:gd name="connsiteX10" fmla="*/ 0 w 1374350"/>
              <a:gd name="connsiteY10" fmla="*/ 38406 h 23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4350" h="230432" extrusionOk="0">
                <a:moveTo>
                  <a:pt x="0" y="38406"/>
                </a:moveTo>
                <a:cubicBezTo>
                  <a:pt x="836" y="19811"/>
                  <a:pt x="14519" y="-964"/>
                  <a:pt x="38406" y="0"/>
                </a:cubicBezTo>
                <a:cubicBezTo>
                  <a:pt x="351232" y="-1294"/>
                  <a:pt x="410866" y="9622"/>
                  <a:pt x="674200" y="0"/>
                </a:cubicBezTo>
                <a:cubicBezTo>
                  <a:pt x="937534" y="-9622"/>
                  <a:pt x="1021705" y="-1014"/>
                  <a:pt x="1335944" y="0"/>
                </a:cubicBezTo>
                <a:cubicBezTo>
                  <a:pt x="1360301" y="2909"/>
                  <a:pt x="1369258" y="15943"/>
                  <a:pt x="1374350" y="38406"/>
                </a:cubicBezTo>
                <a:cubicBezTo>
                  <a:pt x="1379432" y="77235"/>
                  <a:pt x="1377259" y="125665"/>
                  <a:pt x="1374350" y="192026"/>
                </a:cubicBezTo>
                <a:cubicBezTo>
                  <a:pt x="1375239" y="208729"/>
                  <a:pt x="1356144" y="232087"/>
                  <a:pt x="1335944" y="230432"/>
                </a:cubicBezTo>
                <a:cubicBezTo>
                  <a:pt x="1108009" y="232706"/>
                  <a:pt x="952860" y="206650"/>
                  <a:pt x="713126" y="230432"/>
                </a:cubicBezTo>
                <a:cubicBezTo>
                  <a:pt x="473392" y="254214"/>
                  <a:pt x="213695" y="246198"/>
                  <a:pt x="38406" y="230432"/>
                </a:cubicBezTo>
                <a:cubicBezTo>
                  <a:pt x="21274" y="228147"/>
                  <a:pt x="-668" y="209931"/>
                  <a:pt x="0" y="192026"/>
                </a:cubicBezTo>
                <a:cubicBezTo>
                  <a:pt x="-6731" y="146697"/>
                  <a:pt x="-1957" y="72423"/>
                  <a:pt x="0" y="3840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5" name="Rettangolo con angoli arrotondati 84">
            <a:extLst>
              <a:ext uri="{FF2B5EF4-FFF2-40B4-BE49-F238E27FC236}">
                <a16:creationId xmlns:a16="http://schemas.microsoft.com/office/drawing/2014/main" id="{56EE77D8-C149-4360-F68A-9777EDDEBADF}"/>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con angoli arrotondati 85">
            <a:extLst>
              <a:ext uri="{FF2B5EF4-FFF2-40B4-BE49-F238E27FC236}">
                <a16:creationId xmlns:a16="http://schemas.microsoft.com/office/drawing/2014/main" id="{3F000491-9639-47BA-CD98-A84E3240DD14}"/>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con angoli arrotondati 86">
            <a:extLst>
              <a:ext uri="{FF2B5EF4-FFF2-40B4-BE49-F238E27FC236}">
                <a16:creationId xmlns:a16="http://schemas.microsoft.com/office/drawing/2014/main" id="{2D7F0DB7-85B9-762A-91B5-D8BDECB90DBB}"/>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FC4F1112-D270-C3A3-0BC4-2093B873E672}"/>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0" name="Rettangolo con angoli arrotondati 89">
            <a:extLst>
              <a:ext uri="{FF2B5EF4-FFF2-40B4-BE49-F238E27FC236}">
                <a16:creationId xmlns:a16="http://schemas.microsoft.com/office/drawing/2014/main" id="{C6293A1D-610C-3473-27A6-E7C1B9BD0AB7}"/>
              </a:ext>
            </a:extLst>
          </p:cNvPr>
          <p:cNvSpPr/>
          <p:nvPr/>
        </p:nvSpPr>
        <p:spPr>
          <a:xfrm>
            <a:off x="3388357" y="2470398"/>
            <a:ext cx="1374350" cy="230432"/>
          </a:xfrm>
          <a:custGeom>
            <a:avLst/>
            <a:gdLst>
              <a:gd name="connsiteX0" fmla="*/ 0 w 1374350"/>
              <a:gd name="connsiteY0" fmla="*/ 38406 h 230432"/>
              <a:gd name="connsiteX1" fmla="*/ 38406 w 1374350"/>
              <a:gd name="connsiteY1" fmla="*/ 0 h 230432"/>
              <a:gd name="connsiteX2" fmla="*/ 674200 w 1374350"/>
              <a:gd name="connsiteY2" fmla="*/ 0 h 230432"/>
              <a:gd name="connsiteX3" fmla="*/ 1335944 w 1374350"/>
              <a:gd name="connsiteY3" fmla="*/ 0 h 230432"/>
              <a:gd name="connsiteX4" fmla="*/ 1374350 w 1374350"/>
              <a:gd name="connsiteY4" fmla="*/ 38406 h 230432"/>
              <a:gd name="connsiteX5" fmla="*/ 1374350 w 1374350"/>
              <a:gd name="connsiteY5" fmla="*/ 192026 h 230432"/>
              <a:gd name="connsiteX6" fmla="*/ 1335944 w 1374350"/>
              <a:gd name="connsiteY6" fmla="*/ 230432 h 230432"/>
              <a:gd name="connsiteX7" fmla="*/ 713126 w 1374350"/>
              <a:gd name="connsiteY7" fmla="*/ 230432 h 230432"/>
              <a:gd name="connsiteX8" fmla="*/ 38406 w 1374350"/>
              <a:gd name="connsiteY8" fmla="*/ 230432 h 230432"/>
              <a:gd name="connsiteX9" fmla="*/ 0 w 1374350"/>
              <a:gd name="connsiteY9" fmla="*/ 192026 h 230432"/>
              <a:gd name="connsiteX10" fmla="*/ 0 w 1374350"/>
              <a:gd name="connsiteY10" fmla="*/ 38406 h 23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4350" h="230432" extrusionOk="0">
                <a:moveTo>
                  <a:pt x="0" y="38406"/>
                </a:moveTo>
                <a:cubicBezTo>
                  <a:pt x="836" y="19811"/>
                  <a:pt x="14519" y="-964"/>
                  <a:pt x="38406" y="0"/>
                </a:cubicBezTo>
                <a:cubicBezTo>
                  <a:pt x="351232" y="-1294"/>
                  <a:pt x="410866" y="9622"/>
                  <a:pt x="674200" y="0"/>
                </a:cubicBezTo>
                <a:cubicBezTo>
                  <a:pt x="937534" y="-9622"/>
                  <a:pt x="1021705" y="-1014"/>
                  <a:pt x="1335944" y="0"/>
                </a:cubicBezTo>
                <a:cubicBezTo>
                  <a:pt x="1360301" y="2909"/>
                  <a:pt x="1369258" y="15943"/>
                  <a:pt x="1374350" y="38406"/>
                </a:cubicBezTo>
                <a:cubicBezTo>
                  <a:pt x="1379432" y="77235"/>
                  <a:pt x="1377259" y="125665"/>
                  <a:pt x="1374350" y="192026"/>
                </a:cubicBezTo>
                <a:cubicBezTo>
                  <a:pt x="1375239" y="208729"/>
                  <a:pt x="1356144" y="232087"/>
                  <a:pt x="1335944" y="230432"/>
                </a:cubicBezTo>
                <a:cubicBezTo>
                  <a:pt x="1108009" y="232706"/>
                  <a:pt x="952860" y="206650"/>
                  <a:pt x="713126" y="230432"/>
                </a:cubicBezTo>
                <a:cubicBezTo>
                  <a:pt x="473392" y="254214"/>
                  <a:pt x="213695" y="246198"/>
                  <a:pt x="38406" y="230432"/>
                </a:cubicBezTo>
                <a:cubicBezTo>
                  <a:pt x="21274" y="228147"/>
                  <a:pt x="-668" y="209931"/>
                  <a:pt x="0" y="192026"/>
                </a:cubicBezTo>
                <a:cubicBezTo>
                  <a:pt x="-6731" y="146697"/>
                  <a:pt x="-1957" y="72423"/>
                  <a:pt x="0" y="3840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1" name="Rettangolo con angoli arrotondati 90">
            <a:extLst>
              <a:ext uri="{FF2B5EF4-FFF2-40B4-BE49-F238E27FC236}">
                <a16:creationId xmlns:a16="http://schemas.microsoft.com/office/drawing/2014/main" id="{733CFE54-ADB7-9784-1FF0-78EDA4D28F3E}"/>
              </a:ext>
            </a:extLst>
          </p:cNvPr>
          <p:cNvSpPr/>
          <p:nvPr/>
        </p:nvSpPr>
        <p:spPr>
          <a:xfrm>
            <a:off x="3400072" y="2713984"/>
            <a:ext cx="1374350" cy="230432"/>
          </a:xfrm>
          <a:custGeom>
            <a:avLst/>
            <a:gdLst>
              <a:gd name="connsiteX0" fmla="*/ 0 w 1374350"/>
              <a:gd name="connsiteY0" fmla="*/ 38406 h 230432"/>
              <a:gd name="connsiteX1" fmla="*/ 38406 w 1374350"/>
              <a:gd name="connsiteY1" fmla="*/ 0 h 230432"/>
              <a:gd name="connsiteX2" fmla="*/ 674200 w 1374350"/>
              <a:gd name="connsiteY2" fmla="*/ 0 h 230432"/>
              <a:gd name="connsiteX3" fmla="*/ 1335944 w 1374350"/>
              <a:gd name="connsiteY3" fmla="*/ 0 h 230432"/>
              <a:gd name="connsiteX4" fmla="*/ 1374350 w 1374350"/>
              <a:gd name="connsiteY4" fmla="*/ 38406 h 230432"/>
              <a:gd name="connsiteX5" fmla="*/ 1374350 w 1374350"/>
              <a:gd name="connsiteY5" fmla="*/ 192026 h 230432"/>
              <a:gd name="connsiteX6" fmla="*/ 1335944 w 1374350"/>
              <a:gd name="connsiteY6" fmla="*/ 230432 h 230432"/>
              <a:gd name="connsiteX7" fmla="*/ 713126 w 1374350"/>
              <a:gd name="connsiteY7" fmla="*/ 230432 h 230432"/>
              <a:gd name="connsiteX8" fmla="*/ 38406 w 1374350"/>
              <a:gd name="connsiteY8" fmla="*/ 230432 h 230432"/>
              <a:gd name="connsiteX9" fmla="*/ 0 w 1374350"/>
              <a:gd name="connsiteY9" fmla="*/ 192026 h 230432"/>
              <a:gd name="connsiteX10" fmla="*/ 0 w 1374350"/>
              <a:gd name="connsiteY10" fmla="*/ 38406 h 23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4350" h="230432" extrusionOk="0">
                <a:moveTo>
                  <a:pt x="0" y="38406"/>
                </a:moveTo>
                <a:cubicBezTo>
                  <a:pt x="836" y="19811"/>
                  <a:pt x="14519" y="-964"/>
                  <a:pt x="38406" y="0"/>
                </a:cubicBezTo>
                <a:cubicBezTo>
                  <a:pt x="351232" y="-1294"/>
                  <a:pt x="410866" y="9622"/>
                  <a:pt x="674200" y="0"/>
                </a:cubicBezTo>
                <a:cubicBezTo>
                  <a:pt x="937534" y="-9622"/>
                  <a:pt x="1021705" y="-1014"/>
                  <a:pt x="1335944" y="0"/>
                </a:cubicBezTo>
                <a:cubicBezTo>
                  <a:pt x="1360301" y="2909"/>
                  <a:pt x="1369258" y="15943"/>
                  <a:pt x="1374350" y="38406"/>
                </a:cubicBezTo>
                <a:cubicBezTo>
                  <a:pt x="1379432" y="77235"/>
                  <a:pt x="1377259" y="125665"/>
                  <a:pt x="1374350" y="192026"/>
                </a:cubicBezTo>
                <a:cubicBezTo>
                  <a:pt x="1375239" y="208729"/>
                  <a:pt x="1356144" y="232087"/>
                  <a:pt x="1335944" y="230432"/>
                </a:cubicBezTo>
                <a:cubicBezTo>
                  <a:pt x="1108009" y="232706"/>
                  <a:pt x="952860" y="206650"/>
                  <a:pt x="713126" y="230432"/>
                </a:cubicBezTo>
                <a:cubicBezTo>
                  <a:pt x="473392" y="254214"/>
                  <a:pt x="213695" y="246198"/>
                  <a:pt x="38406" y="230432"/>
                </a:cubicBezTo>
                <a:cubicBezTo>
                  <a:pt x="21274" y="228147"/>
                  <a:pt x="-668" y="209931"/>
                  <a:pt x="0" y="192026"/>
                </a:cubicBezTo>
                <a:cubicBezTo>
                  <a:pt x="-6731" y="146697"/>
                  <a:pt x="-1957" y="72423"/>
                  <a:pt x="0" y="3840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2" name="Rettangolo con angoli arrotondati 91">
            <a:extLst>
              <a:ext uri="{FF2B5EF4-FFF2-40B4-BE49-F238E27FC236}">
                <a16:creationId xmlns:a16="http://schemas.microsoft.com/office/drawing/2014/main" id="{D1672494-442C-F32D-A6F7-53C1D94606EF}"/>
              </a:ext>
            </a:extLst>
          </p:cNvPr>
          <p:cNvSpPr/>
          <p:nvPr/>
        </p:nvSpPr>
        <p:spPr>
          <a:xfrm>
            <a:off x="3399233" y="2953579"/>
            <a:ext cx="1374350" cy="230432"/>
          </a:xfrm>
          <a:custGeom>
            <a:avLst/>
            <a:gdLst>
              <a:gd name="connsiteX0" fmla="*/ 0 w 1374350"/>
              <a:gd name="connsiteY0" fmla="*/ 38406 h 230432"/>
              <a:gd name="connsiteX1" fmla="*/ 38406 w 1374350"/>
              <a:gd name="connsiteY1" fmla="*/ 0 h 230432"/>
              <a:gd name="connsiteX2" fmla="*/ 674200 w 1374350"/>
              <a:gd name="connsiteY2" fmla="*/ 0 h 230432"/>
              <a:gd name="connsiteX3" fmla="*/ 1335944 w 1374350"/>
              <a:gd name="connsiteY3" fmla="*/ 0 h 230432"/>
              <a:gd name="connsiteX4" fmla="*/ 1374350 w 1374350"/>
              <a:gd name="connsiteY4" fmla="*/ 38406 h 230432"/>
              <a:gd name="connsiteX5" fmla="*/ 1374350 w 1374350"/>
              <a:gd name="connsiteY5" fmla="*/ 192026 h 230432"/>
              <a:gd name="connsiteX6" fmla="*/ 1335944 w 1374350"/>
              <a:gd name="connsiteY6" fmla="*/ 230432 h 230432"/>
              <a:gd name="connsiteX7" fmla="*/ 713126 w 1374350"/>
              <a:gd name="connsiteY7" fmla="*/ 230432 h 230432"/>
              <a:gd name="connsiteX8" fmla="*/ 38406 w 1374350"/>
              <a:gd name="connsiteY8" fmla="*/ 230432 h 230432"/>
              <a:gd name="connsiteX9" fmla="*/ 0 w 1374350"/>
              <a:gd name="connsiteY9" fmla="*/ 192026 h 230432"/>
              <a:gd name="connsiteX10" fmla="*/ 0 w 1374350"/>
              <a:gd name="connsiteY10" fmla="*/ 38406 h 23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4350" h="230432" extrusionOk="0">
                <a:moveTo>
                  <a:pt x="0" y="38406"/>
                </a:moveTo>
                <a:cubicBezTo>
                  <a:pt x="836" y="19811"/>
                  <a:pt x="14519" y="-964"/>
                  <a:pt x="38406" y="0"/>
                </a:cubicBezTo>
                <a:cubicBezTo>
                  <a:pt x="351232" y="-1294"/>
                  <a:pt x="410866" y="9622"/>
                  <a:pt x="674200" y="0"/>
                </a:cubicBezTo>
                <a:cubicBezTo>
                  <a:pt x="937534" y="-9622"/>
                  <a:pt x="1021705" y="-1014"/>
                  <a:pt x="1335944" y="0"/>
                </a:cubicBezTo>
                <a:cubicBezTo>
                  <a:pt x="1360301" y="2909"/>
                  <a:pt x="1369258" y="15943"/>
                  <a:pt x="1374350" y="38406"/>
                </a:cubicBezTo>
                <a:cubicBezTo>
                  <a:pt x="1379432" y="77235"/>
                  <a:pt x="1377259" y="125665"/>
                  <a:pt x="1374350" y="192026"/>
                </a:cubicBezTo>
                <a:cubicBezTo>
                  <a:pt x="1375239" y="208729"/>
                  <a:pt x="1356144" y="232087"/>
                  <a:pt x="1335944" y="230432"/>
                </a:cubicBezTo>
                <a:cubicBezTo>
                  <a:pt x="1108009" y="232706"/>
                  <a:pt x="952860" y="206650"/>
                  <a:pt x="713126" y="230432"/>
                </a:cubicBezTo>
                <a:cubicBezTo>
                  <a:pt x="473392" y="254214"/>
                  <a:pt x="213695" y="246198"/>
                  <a:pt x="38406" y="230432"/>
                </a:cubicBezTo>
                <a:cubicBezTo>
                  <a:pt x="21274" y="228147"/>
                  <a:pt x="-668" y="209931"/>
                  <a:pt x="0" y="192026"/>
                </a:cubicBezTo>
                <a:cubicBezTo>
                  <a:pt x="-6731" y="146697"/>
                  <a:pt x="-1957" y="72423"/>
                  <a:pt x="0" y="3840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9" name="Parentesi quadra aperta 98">
            <a:extLst>
              <a:ext uri="{FF2B5EF4-FFF2-40B4-BE49-F238E27FC236}">
                <a16:creationId xmlns:a16="http://schemas.microsoft.com/office/drawing/2014/main" id="{7B8F78E7-9019-69FD-76A0-9A78AAB1F506}"/>
              </a:ext>
            </a:extLst>
          </p:cNvPr>
          <p:cNvSpPr/>
          <p:nvPr/>
        </p:nvSpPr>
        <p:spPr>
          <a:xfrm>
            <a:off x="3299346" y="2230803"/>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101" name="Parentesi quadra aperta 100">
            <a:extLst>
              <a:ext uri="{FF2B5EF4-FFF2-40B4-BE49-F238E27FC236}">
                <a16:creationId xmlns:a16="http://schemas.microsoft.com/office/drawing/2014/main" id="{A87D16F4-A4B3-4AA5-373C-8365317112D4}"/>
              </a:ext>
            </a:extLst>
          </p:cNvPr>
          <p:cNvSpPr/>
          <p:nvPr/>
        </p:nvSpPr>
        <p:spPr>
          <a:xfrm>
            <a:off x="3284159" y="2753611"/>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106" name="Parentesi quadra aperta 105">
            <a:extLst>
              <a:ext uri="{FF2B5EF4-FFF2-40B4-BE49-F238E27FC236}">
                <a16:creationId xmlns:a16="http://schemas.microsoft.com/office/drawing/2014/main" id="{E8E7DFBB-CE86-B1AE-9DC3-DDED90DD197D}"/>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cxnSp>
        <p:nvCxnSpPr>
          <p:cNvPr id="107" name="Connettore diritto 106">
            <a:extLst>
              <a:ext uri="{FF2B5EF4-FFF2-40B4-BE49-F238E27FC236}">
                <a16:creationId xmlns:a16="http://schemas.microsoft.com/office/drawing/2014/main" id="{67EC297A-729A-824E-CD20-7A3D09F8F4B5}"/>
              </a:ext>
            </a:extLst>
          </p:cNvPr>
          <p:cNvCxnSpPr>
            <a:cxnSpLocks/>
            <a:stCxn id="90" idx="3"/>
          </p:cNvCxnSpPr>
          <p:nvPr/>
        </p:nvCxnSpPr>
        <p:spPr>
          <a:xfrm flipV="1">
            <a:off x="4762707" y="1794492"/>
            <a:ext cx="1188388" cy="791122"/>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cxnSp>
        <p:nvCxnSpPr>
          <p:cNvPr id="112" name="Connettore diritto 111">
            <a:extLst>
              <a:ext uri="{FF2B5EF4-FFF2-40B4-BE49-F238E27FC236}">
                <a16:creationId xmlns:a16="http://schemas.microsoft.com/office/drawing/2014/main" id="{E9BE8D44-C00C-A5C0-B993-5DAA36368BD8}"/>
              </a:ext>
            </a:extLst>
          </p:cNvPr>
          <p:cNvCxnSpPr>
            <a:cxnSpLocks/>
            <a:stCxn id="90" idx="3"/>
          </p:cNvCxnSpPr>
          <p:nvPr/>
        </p:nvCxnSpPr>
        <p:spPr>
          <a:xfrm>
            <a:off x="4762707" y="2585614"/>
            <a:ext cx="1194887" cy="410362"/>
          </a:xfrm>
          <a:prstGeom prst="line">
            <a:avLst/>
          </a:prstGeom>
          <a:ln>
            <a:solidFill>
              <a:srgbClr val="F94D63"/>
            </a:solidFill>
            <a:prstDash val="dash"/>
          </a:ln>
        </p:spPr>
        <p:style>
          <a:lnRef idx="2">
            <a:schemeClr val="accent1"/>
          </a:lnRef>
          <a:fillRef idx="0">
            <a:schemeClr val="accent1"/>
          </a:fillRef>
          <a:effectRef idx="1">
            <a:schemeClr val="accent1"/>
          </a:effectRef>
          <a:fontRef idx="minor">
            <a:schemeClr val="tx1"/>
          </a:fontRef>
        </p:style>
      </p:cxnSp>
      <p:cxnSp>
        <p:nvCxnSpPr>
          <p:cNvPr id="127" name="Connettore diritto 126">
            <a:extLst>
              <a:ext uri="{FF2B5EF4-FFF2-40B4-BE49-F238E27FC236}">
                <a16:creationId xmlns:a16="http://schemas.microsoft.com/office/drawing/2014/main" id="{5BB73F4D-B8D4-B488-449F-CC3C452C76FD}"/>
              </a:ext>
            </a:extLst>
          </p:cNvPr>
          <p:cNvCxnSpPr>
            <a:cxnSpLocks/>
            <a:stCxn id="92" idx="3"/>
          </p:cNvCxnSpPr>
          <p:nvPr/>
        </p:nvCxnSpPr>
        <p:spPr>
          <a:xfrm flipV="1">
            <a:off x="4773583" y="2079594"/>
            <a:ext cx="1184011" cy="989201"/>
          </a:xfrm>
          <a:prstGeom prst="line">
            <a:avLst/>
          </a:prstGeom>
          <a:ln>
            <a:solidFill>
              <a:srgbClr val="A6CAEC"/>
            </a:solidFill>
            <a:prstDash val="dash"/>
          </a:ln>
        </p:spPr>
        <p:style>
          <a:lnRef idx="2">
            <a:schemeClr val="accent1"/>
          </a:lnRef>
          <a:fillRef idx="0">
            <a:schemeClr val="accent1"/>
          </a:fillRef>
          <a:effectRef idx="1">
            <a:schemeClr val="accent1"/>
          </a:effectRef>
          <a:fontRef idx="minor">
            <a:schemeClr val="tx1"/>
          </a:fontRef>
        </p:style>
      </p:cxnSp>
      <p:cxnSp>
        <p:nvCxnSpPr>
          <p:cNvPr id="136" name="Connettore diritto 135">
            <a:extLst>
              <a:ext uri="{FF2B5EF4-FFF2-40B4-BE49-F238E27FC236}">
                <a16:creationId xmlns:a16="http://schemas.microsoft.com/office/drawing/2014/main" id="{6768C912-1ADB-E967-C496-DFB1F3D611ED}"/>
              </a:ext>
            </a:extLst>
          </p:cNvPr>
          <p:cNvCxnSpPr>
            <a:cxnSpLocks/>
            <a:stCxn id="92" idx="3"/>
          </p:cNvCxnSpPr>
          <p:nvPr/>
        </p:nvCxnSpPr>
        <p:spPr>
          <a:xfrm>
            <a:off x="4773583" y="3068795"/>
            <a:ext cx="1225877" cy="229607"/>
          </a:xfrm>
          <a:prstGeom prst="line">
            <a:avLst/>
          </a:prstGeom>
          <a:ln>
            <a:solidFill>
              <a:srgbClr val="A6CAEC"/>
            </a:solidFill>
            <a:prstDash val="dash"/>
          </a:ln>
        </p:spPr>
        <p:style>
          <a:lnRef idx="2">
            <a:schemeClr val="accent1"/>
          </a:lnRef>
          <a:fillRef idx="0">
            <a:schemeClr val="accent1"/>
          </a:fillRef>
          <a:effectRef idx="1">
            <a:schemeClr val="accent1"/>
          </a:effectRef>
          <a:fontRef idx="minor">
            <a:schemeClr val="tx1"/>
          </a:fontRef>
        </p:style>
      </p:cxnSp>
      <p:sp>
        <p:nvSpPr>
          <p:cNvPr id="189" name="Rettangolo 188">
            <a:extLst>
              <a:ext uri="{FF2B5EF4-FFF2-40B4-BE49-F238E27FC236}">
                <a16:creationId xmlns:a16="http://schemas.microsoft.com/office/drawing/2014/main" id="{55D16B29-1A40-329E-172C-FD62393BF36E}"/>
              </a:ext>
            </a:extLst>
          </p:cNvPr>
          <p:cNvSpPr/>
          <p:nvPr/>
        </p:nvSpPr>
        <p:spPr>
          <a:xfrm>
            <a:off x="406745" y="6693452"/>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1" name="Rettangolo con angoli arrotondati 190">
            <a:extLst>
              <a:ext uri="{FF2B5EF4-FFF2-40B4-BE49-F238E27FC236}">
                <a16:creationId xmlns:a16="http://schemas.microsoft.com/office/drawing/2014/main" id="{2B6FA980-C7A9-6D5A-25D3-B448C4B59801}"/>
              </a:ext>
            </a:extLst>
          </p:cNvPr>
          <p:cNvSpPr/>
          <p:nvPr/>
        </p:nvSpPr>
        <p:spPr>
          <a:xfrm>
            <a:off x="1259501" y="6668722"/>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198" name="Rettangolo con angoli arrotondati 197">
            <a:extLst>
              <a:ext uri="{FF2B5EF4-FFF2-40B4-BE49-F238E27FC236}">
                <a16:creationId xmlns:a16="http://schemas.microsoft.com/office/drawing/2014/main" id="{9AA89240-A0F0-2EF1-05EE-C7C7F8C498BF}"/>
              </a:ext>
            </a:extLst>
          </p:cNvPr>
          <p:cNvSpPr/>
          <p:nvPr/>
        </p:nvSpPr>
        <p:spPr>
          <a:xfrm>
            <a:off x="768368" y="6684289"/>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202" name="Parentesi quadra aperta 201">
            <a:extLst>
              <a:ext uri="{FF2B5EF4-FFF2-40B4-BE49-F238E27FC236}">
                <a16:creationId xmlns:a16="http://schemas.microsoft.com/office/drawing/2014/main" id="{D6B411EA-23F9-FF6B-CDCB-E912BD7EE666}"/>
              </a:ext>
            </a:extLst>
          </p:cNvPr>
          <p:cNvSpPr/>
          <p:nvPr/>
        </p:nvSpPr>
        <p:spPr>
          <a:xfrm>
            <a:off x="1905247" y="7770527"/>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03" name="Parentesi quadra aperta 202">
            <a:extLst>
              <a:ext uri="{FF2B5EF4-FFF2-40B4-BE49-F238E27FC236}">
                <a16:creationId xmlns:a16="http://schemas.microsoft.com/office/drawing/2014/main" id="{DF670D35-53A5-CA23-A829-17DD2EFB7C51}"/>
              </a:ext>
            </a:extLst>
          </p:cNvPr>
          <p:cNvSpPr/>
          <p:nvPr/>
        </p:nvSpPr>
        <p:spPr>
          <a:xfrm>
            <a:off x="1911316" y="8329492"/>
            <a:ext cx="45719" cy="446443"/>
          </a:xfrm>
          <a:custGeom>
            <a:avLst/>
            <a:gdLst>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 name="connsiteX4" fmla="*/ 45719 w 45719"/>
              <a:gd name="connsiteY4" fmla="*/ 446443 h 446443"/>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Lst>
            <a:ahLst/>
            <a:cxnLst>
              <a:cxn ang="0">
                <a:pos x="connsiteX0" y="connsiteY0"/>
              </a:cxn>
              <a:cxn ang="0">
                <a:pos x="connsiteX1" y="connsiteY1"/>
              </a:cxn>
              <a:cxn ang="0">
                <a:pos x="connsiteX2" y="connsiteY2"/>
              </a:cxn>
              <a:cxn ang="0">
                <a:pos x="connsiteX3" y="connsiteY3"/>
              </a:cxn>
            </a:cxnLst>
            <a:rect l="l" t="t" r="r" b="b"/>
            <a:pathLst>
              <a:path w="45719" h="446443" stroke="0" extrusionOk="0">
                <a:moveTo>
                  <a:pt x="45719" y="446443"/>
                </a:moveTo>
                <a:cubicBezTo>
                  <a:pt x="20609" y="445966"/>
                  <a:pt x="-36" y="444705"/>
                  <a:pt x="0" y="442633"/>
                </a:cubicBezTo>
                <a:cubicBezTo>
                  <a:pt x="-13658" y="240444"/>
                  <a:pt x="15180" y="121500"/>
                  <a:pt x="0" y="3810"/>
                </a:cubicBezTo>
                <a:cubicBezTo>
                  <a:pt x="-2907" y="1450"/>
                  <a:pt x="17949" y="1325"/>
                  <a:pt x="45719" y="0"/>
                </a:cubicBezTo>
                <a:cubicBezTo>
                  <a:pt x="49976" y="220630"/>
                  <a:pt x="55262" y="282446"/>
                  <a:pt x="45719" y="446443"/>
                </a:cubicBezTo>
                <a:close/>
              </a:path>
              <a:path w="45719" h="446443" fill="none" extrusionOk="0">
                <a:moveTo>
                  <a:pt x="45719" y="446443"/>
                </a:moveTo>
                <a:cubicBezTo>
                  <a:pt x="20477" y="446220"/>
                  <a:pt x="-105" y="445081"/>
                  <a:pt x="0" y="442633"/>
                </a:cubicBezTo>
                <a:cubicBezTo>
                  <a:pt x="-11218" y="326027"/>
                  <a:pt x="-2049" y="140143"/>
                  <a:pt x="0" y="3810"/>
                </a:cubicBezTo>
                <a:cubicBezTo>
                  <a:pt x="887" y="5267"/>
                  <a:pt x="21528" y="-1574"/>
                  <a:pt x="45719" y="0"/>
                </a:cubicBezTo>
              </a:path>
            </a:pathLst>
          </a:custGeom>
          <a:noFill/>
          <a:ln>
            <a:solidFill>
              <a:srgbClr val="795548"/>
            </a:solidFill>
            <a:extLst>
              <a:ext uri="{C807C97D-BFC1-408E-A445-0C87EB9F89A2}">
                <ask:lineSketchStyleProps xmlns:ask="http://schemas.microsoft.com/office/drawing/2018/sketchyshapes" sd="3637668092">
                  <a:prstGeom prst="leftBracke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cxnSp>
        <p:nvCxnSpPr>
          <p:cNvPr id="129" name="Connettore diritto 128">
            <a:extLst>
              <a:ext uri="{FF2B5EF4-FFF2-40B4-BE49-F238E27FC236}">
                <a16:creationId xmlns:a16="http://schemas.microsoft.com/office/drawing/2014/main" id="{7675FD0E-2328-0E9A-950E-C4DB29EC1D1A}"/>
              </a:ext>
            </a:extLst>
          </p:cNvPr>
          <p:cNvCxnSpPr>
            <a:cxnSpLocks/>
          </p:cNvCxnSpPr>
          <p:nvPr/>
        </p:nvCxnSpPr>
        <p:spPr>
          <a:xfrm flipV="1">
            <a:off x="4152484" y="7344870"/>
            <a:ext cx="1176353" cy="507312"/>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09" name="Connettore diritto 208">
            <a:extLst>
              <a:ext uri="{FF2B5EF4-FFF2-40B4-BE49-F238E27FC236}">
                <a16:creationId xmlns:a16="http://schemas.microsoft.com/office/drawing/2014/main" id="{D44E97A1-D778-A3E6-D481-736050AB3390}"/>
              </a:ext>
            </a:extLst>
          </p:cNvPr>
          <p:cNvCxnSpPr>
            <a:cxnSpLocks/>
          </p:cNvCxnSpPr>
          <p:nvPr/>
        </p:nvCxnSpPr>
        <p:spPr>
          <a:xfrm>
            <a:off x="4174290" y="7878616"/>
            <a:ext cx="1286663" cy="1645443"/>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12" name="Connettore diritto 211">
            <a:extLst>
              <a:ext uri="{FF2B5EF4-FFF2-40B4-BE49-F238E27FC236}">
                <a16:creationId xmlns:a16="http://schemas.microsoft.com/office/drawing/2014/main" id="{EFF4AE02-9CA9-A6E3-1285-EA485750C6D6}"/>
              </a:ext>
            </a:extLst>
          </p:cNvPr>
          <p:cNvCxnSpPr>
            <a:cxnSpLocks/>
          </p:cNvCxnSpPr>
          <p:nvPr/>
        </p:nvCxnSpPr>
        <p:spPr>
          <a:xfrm flipV="1">
            <a:off x="4129292" y="7337153"/>
            <a:ext cx="1162323" cy="738090"/>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24" name="Connettore diritto 223">
            <a:extLst>
              <a:ext uri="{FF2B5EF4-FFF2-40B4-BE49-F238E27FC236}">
                <a16:creationId xmlns:a16="http://schemas.microsoft.com/office/drawing/2014/main" id="{C706FE81-6EF4-A5DA-15B3-EEB8D2EE78CF}"/>
              </a:ext>
            </a:extLst>
          </p:cNvPr>
          <p:cNvCxnSpPr>
            <a:cxnSpLocks/>
          </p:cNvCxnSpPr>
          <p:nvPr/>
        </p:nvCxnSpPr>
        <p:spPr>
          <a:xfrm>
            <a:off x="4151393" y="8097143"/>
            <a:ext cx="1263662" cy="1360257"/>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36" name="Connettore diritto 235">
            <a:extLst>
              <a:ext uri="{FF2B5EF4-FFF2-40B4-BE49-F238E27FC236}">
                <a16:creationId xmlns:a16="http://schemas.microsoft.com/office/drawing/2014/main" id="{B6C47632-0AC2-1903-1B00-40546D27E990}"/>
              </a:ext>
            </a:extLst>
          </p:cNvPr>
          <p:cNvCxnSpPr>
            <a:cxnSpLocks/>
          </p:cNvCxnSpPr>
          <p:nvPr/>
        </p:nvCxnSpPr>
        <p:spPr>
          <a:xfrm flipV="1">
            <a:off x="4119142" y="7560924"/>
            <a:ext cx="1209695" cy="795801"/>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38" name="Connettore diritto 237">
            <a:extLst>
              <a:ext uri="{FF2B5EF4-FFF2-40B4-BE49-F238E27FC236}">
                <a16:creationId xmlns:a16="http://schemas.microsoft.com/office/drawing/2014/main" id="{276A0705-56AF-3FFF-F853-46031287B31A}"/>
              </a:ext>
            </a:extLst>
          </p:cNvPr>
          <p:cNvCxnSpPr>
            <a:cxnSpLocks/>
          </p:cNvCxnSpPr>
          <p:nvPr/>
        </p:nvCxnSpPr>
        <p:spPr>
          <a:xfrm>
            <a:off x="4141243" y="8378625"/>
            <a:ext cx="1256551" cy="1330167"/>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39" name="Connettore diritto 238">
            <a:extLst>
              <a:ext uri="{FF2B5EF4-FFF2-40B4-BE49-F238E27FC236}">
                <a16:creationId xmlns:a16="http://schemas.microsoft.com/office/drawing/2014/main" id="{8A0E5323-FED5-DEFC-4D9E-9EB0455DA254}"/>
              </a:ext>
            </a:extLst>
          </p:cNvPr>
          <p:cNvCxnSpPr>
            <a:cxnSpLocks/>
          </p:cNvCxnSpPr>
          <p:nvPr/>
        </p:nvCxnSpPr>
        <p:spPr>
          <a:xfrm flipV="1">
            <a:off x="4128452" y="7573687"/>
            <a:ext cx="1181895" cy="1024394"/>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41" name="Connettore diritto 240">
            <a:extLst>
              <a:ext uri="{FF2B5EF4-FFF2-40B4-BE49-F238E27FC236}">
                <a16:creationId xmlns:a16="http://schemas.microsoft.com/office/drawing/2014/main" id="{4E7F786E-CA1A-B17F-89FD-8BCDD1AAC3FE}"/>
              </a:ext>
            </a:extLst>
          </p:cNvPr>
          <p:cNvCxnSpPr>
            <a:cxnSpLocks/>
          </p:cNvCxnSpPr>
          <p:nvPr/>
        </p:nvCxnSpPr>
        <p:spPr>
          <a:xfrm>
            <a:off x="4211533" y="8933607"/>
            <a:ext cx="1247241" cy="1077218"/>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sp>
        <p:nvSpPr>
          <p:cNvPr id="269" name="CasellaDiTesto 268">
            <a:extLst>
              <a:ext uri="{FF2B5EF4-FFF2-40B4-BE49-F238E27FC236}">
                <a16:creationId xmlns:a16="http://schemas.microsoft.com/office/drawing/2014/main" id="{3A1891CA-E301-A635-D987-09AF5E59A016}"/>
              </a:ext>
            </a:extLst>
          </p:cNvPr>
          <p:cNvSpPr txBox="1"/>
          <p:nvPr/>
        </p:nvSpPr>
        <p:spPr>
          <a:xfrm>
            <a:off x="147153" y="7063752"/>
            <a:ext cx="1833291" cy="600164"/>
          </a:xfrm>
          <a:prstGeom prst="rect">
            <a:avLst/>
          </a:prstGeom>
          <a:noFill/>
        </p:spPr>
        <p:txBody>
          <a:bodyPr wrap="square">
            <a:spAutoFit/>
          </a:bodyPr>
          <a:lstStyle/>
          <a:p>
            <a:pPr algn="ctr"/>
            <a:r>
              <a:rPr lang="it-IT" sz="1100" dirty="0">
                <a:solidFill>
                  <a:srgbClr val="997E71"/>
                </a:solidFill>
              </a:rPr>
              <a:t>il CAMPO GRUPPO in questo caso è di 2 bit essendoci fino a 4 gruppi</a:t>
            </a:r>
            <a:endParaRPr lang="it-IT" sz="1100" dirty="0"/>
          </a:p>
        </p:txBody>
      </p:sp>
      <p:sp>
        <p:nvSpPr>
          <p:cNvPr id="270" name="CasellaDiTesto 269">
            <a:extLst>
              <a:ext uri="{FF2B5EF4-FFF2-40B4-BE49-F238E27FC236}">
                <a16:creationId xmlns:a16="http://schemas.microsoft.com/office/drawing/2014/main" id="{82AD1ADD-F64E-09AC-8BF4-77B01EC79C75}"/>
              </a:ext>
            </a:extLst>
          </p:cNvPr>
          <p:cNvSpPr txBox="1"/>
          <p:nvPr/>
        </p:nvSpPr>
        <p:spPr>
          <a:xfrm>
            <a:off x="796382" y="7788366"/>
            <a:ext cx="1005403" cy="830997"/>
          </a:xfrm>
          <a:prstGeom prst="rect">
            <a:avLst/>
          </a:prstGeom>
          <a:noFill/>
        </p:spPr>
        <p:txBody>
          <a:bodyPr wrap="none" rtlCol="0">
            <a:spAutoFit/>
          </a:bodyPr>
          <a:lstStyle/>
          <a:p>
            <a:r>
              <a:rPr lang="it-IT" sz="1600" dirty="0">
                <a:solidFill>
                  <a:srgbClr val="997E71"/>
                </a:solidFill>
              </a:rPr>
              <a:t>gruppo  1</a:t>
            </a:r>
          </a:p>
          <a:p>
            <a:endParaRPr lang="it-IT" sz="1600" dirty="0">
              <a:solidFill>
                <a:srgbClr val="997E71"/>
              </a:solidFill>
            </a:endParaRPr>
          </a:p>
          <a:p>
            <a:r>
              <a:rPr lang="it-IT" sz="1600" dirty="0">
                <a:solidFill>
                  <a:srgbClr val="997E71"/>
                </a:solidFill>
              </a:rPr>
              <a:t>gruppo  2</a:t>
            </a:r>
          </a:p>
        </p:txBody>
      </p:sp>
      <p:sp>
        <p:nvSpPr>
          <p:cNvPr id="271" name="Parentesi quadra aperta 270">
            <a:extLst>
              <a:ext uri="{FF2B5EF4-FFF2-40B4-BE49-F238E27FC236}">
                <a16:creationId xmlns:a16="http://schemas.microsoft.com/office/drawing/2014/main" id="{40638298-8946-3B45-A817-85F722D66832}"/>
              </a:ext>
            </a:extLst>
          </p:cNvPr>
          <p:cNvSpPr/>
          <p:nvPr/>
        </p:nvSpPr>
        <p:spPr>
          <a:xfrm>
            <a:off x="214195" y="12638450"/>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72" name="Rettangolo 271">
            <a:extLst>
              <a:ext uri="{FF2B5EF4-FFF2-40B4-BE49-F238E27FC236}">
                <a16:creationId xmlns:a16="http://schemas.microsoft.com/office/drawing/2014/main" id="{5AD3A9E9-5AE1-9788-FE1A-11CBC6335225}"/>
              </a:ext>
            </a:extLst>
          </p:cNvPr>
          <p:cNvSpPr/>
          <p:nvPr/>
        </p:nvSpPr>
        <p:spPr>
          <a:xfrm>
            <a:off x="644921" y="9999817"/>
            <a:ext cx="593020" cy="253577"/>
          </a:xfrm>
          <a:prstGeom prst="rect">
            <a:avLst/>
          </a:prstGeom>
          <a:noFill/>
          <a:ln w="38100">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997E71"/>
                </a:solidFill>
              </a:rPr>
              <a:t>1</a:t>
            </a:r>
          </a:p>
        </p:txBody>
      </p:sp>
      <p:sp>
        <p:nvSpPr>
          <p:cNvPr id="274" name="CasellaDiTesto 273">
            <a:extLst>
              <a:ext uri="{FF2B5EF4-FFF2-40B4-BE49-F238E27FC236}">
                <a16:creationId xmlns:a16="http://schemas.microsoft.com/office/drawing/2014/main" id="{A747B071-0C63-BBC4-0B66-64D5B3300AD3}"/>
              </a:ext>
            </a:extLst>
          </p:cNvPr>
          <p:cNvSpPr txBox="1"/>
          <p:nvPr/>
        </p:nvSpPr>
        <p:spPr>
          <a:xfrm>
            <a:off x="2048918" y="5946039"/>
            <a:ext cx="2524325" cy="646331"/>
          </a:xfrm>
          <a:prstGeom prst="rect">
            <a:avLst/>
          </a:prstGeom>
          <a:noFill/>
        </p:spPr>
        <p:txBody>
          <a:bodyPr wrap="square">
            <a:spAutoFit/>
          </a:bodyPr>
          <a:lstStyle/>
          <a:p>
            <a:pPr algn="ctr"/>
            <a:r>
              <a:rPr lang="it-IT" sz="1800" b="1" dirty="0">
                <a:solidFill>
                  <a:srgbClr val="997E71"/>
                </a:solidFill>
              </a:rPr>
              <a:t>CAMPO DI INDIRIZZO ETICHETTA </a:t>
            </a:r>
            <a:endParaRPr lang="it-IT" b="1" dirty="0"/>
          </a:p>
        </p:txBody>
      </p:sp>
      <p:sp>
        <p:nvSpPr>
          <p:cNvPr id="316" name="CasellaDiTesto 315">
            <a:extLst>
              <a:ext uri="{FF2B5EF4-FFF2-40B4-BE49-F238E27FC236}">
                <a16:creationId xmlns:a16="http://schemas.microsoft.com/office/drawing/2014/main" id="{17A1B365-5C1D-432E-BA24-93EFC79E3482}"/>
              </a:ext>
            </a:extLst>
          </p:cNvPr>
          <p:cNvSpPr txBox="1"/>
          <p:nvPr/>
        </p:nvSpPr>
        <p:spPr>
          <a:xfrm>
            <a:off x="45959" y="4682306"/>
            <a:ext cx="5531508" cy="830997"/>
          </a:xfrm>
          <a:prstGeom prst="rect">
            <a:avLst/>
          </a:prstGeom>
          <a:noFill/>
        </p:spPr>
        <p:txBody>
          <a:bodyPr wrap="square">
            <a:spAutoFit/>
          </a:bodyPr>
          <a:lstStyle>
            <a:defPPr>
              <a:defRPr lang="en-US"/>
            </a:defPPr>
            <a:lvl1pPr>
              <a:defRPr sz="1200">
                <a:solidFill>
                  <a:srgbClr val="997E71"/>
                </a:solidFill>
              </a:defRPr>
            </a:lvl1pPr>
          </a:lstStyle>
          <a:p>
            <a:r>
              <a:rPr lang="it-IT" dirty="0"/>
              <a:t>Esso va confrontato, mediante  ricerca associativa, con le etichette di posizione registrate in CACHE e appartenenti al gruppo sotto esame, e la posizione in cui ci fosse coincidenza sarebbe quella dove si troverebbe la copia del blocco (cache hit) ; altrimenti il blocco non starebbe in CACHE (cache miss) </a:t>
            </a:r>
          </a:p>
        </p:txBody>
      </p:sp>
      <p:sp>
        <p:nvSpPr>
          <p:cNvPr id="318" name="Freccia a pentagono 317">
            <a:extLst>
              <a:ext uri="{FF2B5EF4-FFF2-40B4-BE49-F238E27FC236}">
                <a16:creationId xmlns:a16="http://schemas.microsoft.com/office/drawing/2014/main" id="{50D428F8-4C54-2F6D-6570-CE85CE411EB5}"/>
              </a:ext>
            </a:extLst>
          </p:cNvPr>
          <p:cNvSpPr/>
          <p:nvPr/>
        </p:nvSpPr>
        <p:spPr>
          <a:xfrm flipH="1">
            <a:off x="2045001" y="7799042"/>
            <a:ext cx="739753" cy="150531"/>
          </a:xfrm>
          <a:prstGeom prst="homePlate">
            <a:avLst/>
          </a:prstGeom>
          <a:solidFill>
            <a:srgbClr val="C2D9E5"/>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319" name="Freccia a pentagono 318">
            <a:extLst>
              <a:ext uri="{FF2B5EF4-FFF2-40B4-BE49-F238E27FC236}">
                <a16:creationId xmlns:a16="http://schemas.microsoft.com/office/drawing/2014/main" id="{5980DB36-28A2-A928-3731-180969EB7737}"/>
              </a:ext>
            </a:extLst>
          </p:cNvPr>
          <p:cNvSpPr/>
          <p:nvPr/>
        </p:nvSpPr>
        <p:spPr>
          <a:xfrm flipH="1">
            <a:off x="2026163" y="8030937"/>
            <a:ext cx="739753" cy="150531"/>
          </a:xfrm>
          <a:prstGeom prst="homePlate">
            <a:avLst/>
          </a:prstGeom>
          <a:solidFill>
            <a:srgbClr val="F0E9E2"/>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320" name="Freccia a pentagono 319">
            <a:extLst>
              <a:ext uri="{FF2B5EF4-FFF2-40B4-BE49-F238E27FC236}">
                <a16:creationId xmlns:a16="http://schemas.microsoft.com/office/drawing/2014/main" id="{31C28380-54C2-F490-7A6E-90E0960BFE6D}"/>
              </a:ext>
            </a:extLst>
          </p:cNvPr>
          <p:cNvSpPr/>
          <p:nvPr/>
        </p:nvSpPr>
        <p:spPr>
          <a:xfrm flipH="1">
            <a:off x="2034762" y="8268680"/>
            <a:ext cx="739753" cy="150531"/>
          </a:xfrm>
          <a:prstGeom prst="homePlate">
            <a:avLst/>
          </a:prstGeom>
          <a:solidFill>
            <a:srgbClr val="F0E9E2"/>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321" name="Freccia a pentagono 320">
            <a:extLst>
              <a:ext uri="{FF2B5EF4-FFF2-40B4-BE49-F238E27FC236}">
                <a16:creationId xmlns:a16="http://schemas.microsoft.com/office/drawing/2014/main" id="{C236F4E2-BDA5-9AED-15A7-0957EB752E99}"/>
              </a:ext>
            </a:extLst>
          </p:cNvPr>
          <p:cNvSpPr/>
          <p:nvPr/>
        </p:nvSpPr>
        <p:spPr>
          <a:xfrm flipH="1">
            <a:off x="2034762" y="8507042"/>
            <a:ext cx="739753" cy="150531"/>
          </a:xfrm>
          <a:prstGeom prst="homePlate">
            <a:avLst/>
          </a:prstGeom>
          <a:solidFill>
            <a:srgbClr val="C2D9E5"/>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324" name="Rettangolo con angoli arrotondati 323">
            <a:extLst>
              <a:ext uri="{FF2B5EF4-FFF2-40B4-BE49-F238E27FC236}">
                <a16:creationId xmlns:a16="http://schemas.microsoft.com/office/drawing/2014/main" id="{5DA0F437-B983-DD7A-4831-25F569E3F262}"/>
              </a:ext>
            </a:extLst>
          </p:cNvPr>
          <p:cNvSpPr/>
          <p:nvPr/>
        </p:nvSpPr>
        <p:spPr>
          <a:xfrm>
            <a:off x="6734578" y="4962294"/>
            <a:ext cx="463803" cy="137553"/>
          </a:xfrm>
          <a:custGeom>
            <a:avLst/>
            <a:gdLst>
              <a:gd name="connsiteX0" fmla="*/ 0 w 463803"/>
              <a:gd name="connsiteY0" fmla="*/ 22926 h 137553"/>
              <a:gd name="connsiteX1" fmla="*/ 22926 w 463803"/>
              <a:gd name="connsiteY1" fmla="*/ 0 h 137553"/>
              <a:gd name="connsiteX2" fmla="*/ 440877 w 463803"/>
              <a:gd name="connsiteY2" fmla="*/ 0 h 137553"/>
              <a:gd name="connsiteX3" fmla="*/ 463803 w 463803"/>
              <a:gd name="connsiteY3" fmla="*/ 22926 h 137553"/>
              <a:gd name="connsiteX4" fmla="*/ 463803 w 463803"/>
              <a:gd name="connsiteY4" fmla="*/ 114627 h 137553"/>
              <a:gd name="connsiteX5" fmla="*/ 440877 w 463803"/>
              <a:gd name="connsiteY5" fmla="*/ 137553 h 137553"/>
              <a:gd name="connsiteX6" fmla="*/ 22926 w 463803"/>
              <a:gd name="connsiteY6" fmla="*/ 137553 h 137553"/>
              <a:gd name="connsiteX7" fmla="*/ 0 w 463803"/>
              <a:gd name="connsiteY7" fmla="*/ 114627 h 137553"/>
              <a:gd name="connsiteX8" fmla="*/ 0 w 463803"/>
              <a:gd name="connsiteY8" fmla="*/ 22926 h 13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803" h="137553" extrusionOk="0">
                <a:moveTo>
                  <a:pt x="0" y="22926"/>
                </a:moveTo>
                <a:cubicBezTo>
                  <a:pt x="936" y="13191"/>
                  <a:pt x="7690" y="-927"/>
                  <a:pt x="22926" y="0"/>
                </a:cubicBezTo>
                <a:cubicBezTo>
                  <a:pt x="158889" y="20065"/>
                  <a:pt x="344430" y="3751"/>
                  <a:pt x="440877" y="0"/>
                </a:cubicBezTo>
                <a:cubicBezTo>
                  <a:pt x="454734" y="949"/>
                  <a:pt x="462503" y="10935"/>
                  <a:pt x="463803" y="22926"/>
                </a:cubicBezTo>
                <a:cubicBezTo>
                  <a:pt x="462620" y="50526"/>
                  <a:pt x="464820" y="72748"/>
                  <a:pt x="463803" y="114627"/>
                </a:cubicBezTo>
                <a:cubicBezTo>
                  <a:pt x="466263" y="127551"/>
                  <a:pt x="451116" y="139481"/>
                  <a:pt x="440877" y="137553"/>
                </a:cubicBezTo>
                <a:cubicBezTo>
                  <a:pt x="253860" y="130476"/>
                  <a:pt x="154062" y="147234"/>
                  <a:pt x="22926" y="137553"/>
                </a:cubicBezTo>
                <a:cubicBezTo>
                  <a:pt x="10433" y="137998"/>
                  <a:pt x="2389" y="129307"/>
                  <a:pt x="0" y="114627"/>
                </a:cubicBezTo>
                <a:cubicBezTo>
                  <a:pt x="-4293" y="77182"/>
                  <a:pt x="-1598" y="50696"/>
                  <a:pt x="0" y="2292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325" name="object 67">
            <a:extLst>
              <a:ext uri="{FF2B5EF4-FFF2-40B4-BE49-F238E27FC236}">
                <a16:creationId xmlns:a16="http://schemas.microsoft.com/office/drawing/2014/main" id="{A48F228C-4042-725F-ACCC-B6135D533D4C}"/>
              </a:ext>
            </a:extLst>
          </p:cNvPr>
          <p:cNvPicPr/>
          <p:nvPr/>
        </p:nvPicPr>
        <p:blipFill>
          <a:blip r:embed="rId2" cstate="print"/>
          <a:stretch>
            <a:fillRect/>
          </a:stretch>
        </p:blipFill>
        <p:spPr>
          <a:xfrm>
            <a:off x="6589705" y="4628190"/>
            <a:ext cx="81427" cy="82250"/>
          </a:xfrm>
          <a:prstGeom prst="rect">
            <a:avLst/>
          </a:prstGeom>
        </p:spPr>
      </p:pic>
      <p:pic>
        <p:nvPicPr>
          <p:cNvPr id="326" name="object 144">
            <a:extLst>
              <a:ext uri="{FF2B5EF4-FFF2-40B4-BE49-F238E27FC236}">
                <a16:creationId xmlns:a16="http://schemas.microsoft.com/office/drawing/2014/main" id="{F781FE2D-85AD-F6B2-6EB6-3EC27E8D0A28}"/>
              </a:ext>
            </a:extLst>
          </p:cNvPr>
          <p:cNvPicPr/>
          <p:nvPr/>
        </p:nvPicPr>
        <p:blipFill>
          <a:blip r:embed="rId3" cstate="print"/>
          <a:stretch>
            <a:fillRect/>
          </a:stretch>
        </p:blipFill>
        <p:spPr>
          <a:xfrm>
            <a:off x="6549695" y="4961697"/>
            <a:ext cx="151595" cy="135029"/>
          </a:xfrm>
          <a:prstGeom prst="rect">
            <a:avLst/>
          </a:prstGeom>
        </p:spPr>
      </p:pic>
      <p:sp>
        <p:nvSpPr>
          <p:cNvPr id="327" name="Rettangolo con angoli arrotondati 326">
            <a:extLst>
              <a:ext uri="{FF2B5EF4-FFF2-40B4-BE49-F238E27FC236}">
                <a16:creationId xmlns:a16="http://schemas.microsoft.com/office/drawing/2014/main" id="{1BCE0189-CB3A-C357-C774-2543E3622C75}"/>
              </a:ext>
            </a:extLst>
          </p:cNvPr>
          <p:cNvSpPr/>
          <p:nvPr/>
        </p:nvSpPr>
        <p:spPr>
          <a:xfrm>
            <a:off x="6734974" y="4689027"/>
            <a:ext cx="463803" cy="137553"/>
          </a:xfrm>
          <a:custGeom>
            <a:avLst/>
            <a:gdLst>
              <a:gd name="connsiteX0" fmla="*/ 0 w 463803"/>
              <a:gd name="connsiteY0" fmla="*/ 22926 h 137553"/>
              <a:gd name="connsiteX1" fmla="*/ 22926 w 463803"/>
              <a:gd name="connsiteY1" fmla="*/ 0 h 137553"/>
              <a:gd name="connsiteX2" fmla="*/ 440877 w 463803"/>
              <a:gd name="connsiteY2" fmla="*/ 0 h 137553"/>
              <a:gd name="connsiteX3" fmla="*/ 463803 w 463803"/>
              <a:gd name="connsiteY3" fmla="*/ 22926 h 137553"/>
              <a:gd name="connsiteX4" fmla="*/ 463803 w 463803"/>
              <a:gd name="connsiteY4" fmla="*/ 114627 h 137553"/>
              <a:gd name="connsiteX5" fmla="*/ 440877 w 463803"/>
              <a:gd name="connsiteY5" fmla="*/ 137553 h 137553"/>
              <a:gd name="connsiteX6" fmla="*/ 22926 w 463803"/>
              <a:gd name="connsiteY6" fmla="*/ 137553 h 137553"/>
              <a:gd name="connsiteX7" fmla="*/ 0 w 463803"/>
              <a:gd name="connsiteY7" fmla="*/ 114627 h 137553"/>
              <a:gd name="connsiteX8" fmla="*/ 0 w 463803"/>
              <a:gd name="connsiteY8" fmla="*/ 22926 h 13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803" h="137553" extrusionOk="0">
                <a:moveTo>
                  <a:pt x="0" y="22926"/>
                </a:moveTo>
                <a:cubicBezTo>
                  <a:pt x="936" y="13191"/>
                  <a:pt x="7690" y="-927"/>
                  <a:pt x="22926" y="0"/>
                </a:cubicBezTo>
                <a:cubicBezTo>
                  <a:pt x="158889" y="20065"/>
                  <a:pt x="344430" y="3751"/>
                  <a:pt x="440877" y="0"/>
                </a:cubicBezTo>
                <a:cubicBezTo>
                  <a:pt x="454734" y="949"/>
                  <a:pt x="462503" y="10935"/>
                  <a:pt x="463803" y="22926"/>
                </a:cubicBezTo>
                <a:cubicBezTo>
                  <a:pt x="462620" y="50526"/>
                  <a:pt x="464820" y="72748"/>
                  <a:pt x="463803" y="114627"/>
                </a:cubicBezTo>
                <a:cubicBezTo>
                  <a:pt x="466263" y="127551"/>
                  <a:pt x="451116" y="139481"/>
                  <a:pt x="440877" y="137553"/>
                </a:cubicBezTo>
                <a:cubicBezTo>
                  <a:pt x="253860" y="130476"/>
                  <a:pt x="154062" y="147234"/>
                  <a:pt x="22926" y="137553"/>
                </a:cubicBezTo>
                <a:cubicBezTo>
                  <a:pt x="10433" y="137998"/>
                  <a:pt x="2389" y="129307"/>
                  <a:pt x="0" y="114627"/>
                </a:cubicBezTo>
                <a:cubicBezTo>
                  <a:pt x="-4293" y="77182"/>
                  <a:pt x="-1598" y="50696"/>
                  <a:pt x="0" y="22926"/>
                </a:cubicBezTo>
                <a:close/>
              </a:path>
            </a:pathLst>
          </a:custGeom>
          <a:noFill/>
          <a:ln>
            <a:solidFill>
              <a:srgbClr val="CEBAB0"/>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8" name="Rettangolo con angoli arrotondati 327">
            <a:extLst>
              <a:ext uri="{FF2B5EF4-FFF2-40B4-BE49-F238E27FC236}">
                <a16:creationId xmlns:a16="http://schemas.microsoft.com/office/drawing/2014/main" id="{911DF066-1709-B9DE-20E8-91E2068877B8}"/>
              </a:ext>
            </a:extLst>
          </p:cNvPr>
          <p:cNvSpPr/>
          <p:nvPr/>
        </p:nvSpPr>
        <p:spPr>
          <a:xfrm>
            <a:off x="6734579" y="4817901"/>
            <a:ext cx="463803" cy="137553"/>
          </a:xfrm>
          <a:custGeom>
            <a:avLst/>
            <a:gdLst>
              <a:gd name="connsiteX0" fmla="*/ 0 w 463803"/>
              <a:gd name="connsiteY0" fmla="*/ 22926 h 137553"/>
              <a:gd name="connsiteX1" fmla="*/ 22926 w 463803"/>
              <a:gd name="connsiteY1" fmla="*/ 0 h 137553"/>
              <a:gd name="connsiteX2" fmla="*/ 440877 w 463803"/>
              <a:gd name="connsiteY2" fmla="*/ 0 h 137553"/>
              <a:gd name="connsiteX3" fmla="*/ 463803 w 463803"/>
              <a:gd name="connsiteY3" fmla="*/ 22926 h 137553"/>
              <a:gd name="connsiteX4" fmla="*/ 463803 w 463803"/>
              <a:gd name="connsiteY4" fmla="*/ 114627 h 137553"/>
              <a:gd name="connsiteX5" fmla="*/ 440877 w 463803"/>
              <a:gd name="connsiteY5" fmla="*/ 137553 h 137553"/>
              <a:gd name="connsiteX6" fmla="*/ 22926 w 463803"/>
              <a:gd name="connsiteY6" fmla="*/ 137553 h 137553"/>
              <a:gd name="connsiteX7" fmla="*/ 0 w 463803"/>
              <a:gd name="connsiteY7" fmla="*/ 114627 h 137553"/>
              <a:gd name="connsiteX8" fmla="*/ 0 w 463803"/>
              <a:gd name="connsiteY8" fmla="*/ 22926 h 13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803" h="137553" extrusionOk="0">
                <a:moveTo>
                  <a:pt x="0" y="22926"/>
                </a:moveTo>
                <a:cubicBezTo>
                  <a:pt x="936" y="13191"/>
                  <a:pt x="7690" y="-927"/>
                  <a:pt x="22926" y="0"/>
                </a:cubicBezTo>
                <a:cubicBezTo>
                  <a:pt x="158889" y="20065"/>
                  <a:pt x="344430" y="3751"/>
                  <a:pt x="440877" y="0"/>
                </a:cubicBezTo>
                <a:cubicBezTo>
                  <a:pt x="454734" y="949"/>
                  <a:pt x="462503" y="10935"/>
                  <a:pt x="463803" y="22926"/>
                </a:cubicBezTo>
                <a:cubicBezTo>
                  <a:pt x="462620" y="50526"/>
                  <a:pt x="464820" y="72748"/>
                  <a:pt x="463803" y="114627"/>
                </a:cubicBezTo>
                <a:cubicBezTo>
                  <a:pt x="466263" y="127551"/>
                  <a:pt x="451116" y="139481"/>
                  <a:pt x="440877" y="137553"/>
                </a:cubicBezTo>
                <a:cubicBezTo>
                  <a:pt x="253860" y="130476"/>
                  <a:pt x="154062" y="147234"/>
                  <a:pt x="22926" y="137553"/>
                </a:cubicBezTo>
                <a:cubicBezTo>
                  <a:pt x="10433" y="137998"/>
                  <a:pt x="2389" y="129307"/>
                  <a:pt x="0" y="114627"/>
                </a:cubicBezTo>
                <a:cubicBezTo>
                  <a:pt x="-4293" y="77182"/>
                  <a:pt x="-1598" y="50696"/>
                  <a:pt x="0" y="22926"/>
                </a:cubicBezTo>
                <a:close/>
              </a:path>
            </a:pathLst>
          </a:custGeom>
          <a:noFill/>
          <a:ln>
            <a:solidFill>
              <a:srgbClr val="CDB8AE"/>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3" name="Rettangolo con angoli arrotondati 322">
            <a:extLst>
              <a:ext uri="{FF2B5EF4-FFF2-40B4-BE49-F238E27FC236}">
                <a16:creationId xmlns:a16="http://schemas.microsoft.com/office/drawing/2014/main" id="{DD2242AB-FAB4-7C14-868D-4A70BA429854}"/>
              </a:ext>
            </a:extLst>
          </p:cNvPr>
          <p:cNvSpPr/>
          <p:nvPr/>
        </p:nvSpPr>
        <p:spPr>
          <a:xfrm>
            <a:off x="6736540" y="4550562"/>
            <a:ext cx="463803" cy="137553"/>
          </a:xfrm>
          <a:custGeom>
            <a:avLst/>
            <a:gdLst>
              <a:gd name="connsiteX0" fmla="*/ 0 w 463803"/>
              <a:gd name="connsiteY0" fmla="*/ 22926 h 137553"/>
              <a:gd name="connsiteX1" fmla="*/ 22926 w 463803"/>
              <a:gd name="connsiteY1" fmla="*/ 0 h 137553"/>
              <a:gd name="connsiteX2" fmla="*/ 440877 w 463803"/>
              <a:gd name="connsiteY2" fmla="*/ 0 h 137553"/>
              <a:gd name="connsiteX3" fmla="*/ 463803 w 463803"/>
              <a:gd name="connsiteY3" fmla="*/ 22926 h 137553"/>
              <a:gd name="connsiteX4" fmla="*/ 463803 w 463803"/>
              <a:gd name="connsiteY4" fmla="*/ 114627 h 137553"/>
              <a:gd name="connsiteX5" fmla="*/ 440877 w 463803"/>
              <a:gd name="connsiteY5" fmla="*/ 137553 h 137553"/>
              <a:gd name="connsiteX6" fmla="*/ 22926 w 463803"/>
              <a:gd name="connsiteY6" fmla="*/ 137553 h 137553"/>
              <a:gd name="connsiteX7" fmla="*/ 0 w 463803"/>
              <a:gd name="connsiteY7" fmla="*/ 114627 h 137553"/>
              <a:gd name="connsiteX8" fmla="*/ 0 w 463803"/>
              <a:gd name="connsiteY8" fmla="*/ 22926 h 13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803" h="137553" extrusionOk="0">
                <a:moveTo>
                  <a:pt x="0" y="22926"/>
                </a:moveTo>
                <a:cubicBezTo>
                  <a:pt x="936" y="13191"/>
                  <a:pt x="7690" y="-927"/>
                  <a:pt x="22926" y="0"/>
                </a:cubicBezTo>
                <a:cubicBezTo>
                  <a:pt x="158889" y="20065"/>
                  <a:pt x="344430" y="3751"/>
                  <a:pt x="440877" y="0"/>
                </a:cubicBezTo>
                <a:cubicBezTo>
                  <a:pt x="454734" y="949"/>
                  <a:pt x="462503" y="10935"/>
                  <a:pt x="463803" y="22926"/>
                </a:cubicBezTo>
                <a:cubicBezTo>
                  <a:pt x="462620" y="50526"/>
                  <a:pt x="464820" y="72748"/>
                  <a:pt x="463803" y="114627"/>
                </a:cubicBezTo>
                <a:cubicBezTo>
                  <a:pt x="466263" y="127551"/>
                  <a:pt x="451116" y="139481"/>
                  <a:pt x="440877" y="137553"/>
                </a:cubicBezTo>
                <a:cubicBezTo>
                  <a:pt x="253860" y="130476"/>
                  <a:pt x="154062" y="147234"/>
                  <a:pt x="22926" y="137553"/>
                </a:cubicBezTo>
                <a:cubicBezTo>
                  <a:pt x="10433" y="137998"/>
                  <a:pt x="2389" y="129307"/>
                  <a:pt x="0" y="114627"/>
                </a:cubicBezTo>
                <a:cubicBezTo>
                  <a:pt x="-4293" y="77182"/>
                  <a:pt x="-1598" y="50696"/>
                  <a:pt x="0" y="2292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32" name="Connettore diritto 331">
            <a:extLst>
              <a:ext uri="{FF2B5EF4-FFF2-40B4-BE49-F238E27FC236}">
                <a16:creationId xmlns:a16="http://schemas.microsoft.com/office/drawing/2014/main" id="{6D9B816D-9D63-CD9C-A58E-F06542E8F830}"/>
              </a:ext>
            </a:extLst>
          </p:cNvPr>
          <p:cNvCxnSpPr>
            <a:cxnSpLocks/>
            <a:stCxn id="89" idx="3"/>
          </p:cNvCxnSpPr>
          <p:nvPr/>
        </p:nvCxnSpPr>
        <p:spPr>
          <a:xfrm flipV="1">
            <a:off x="6133104" y="4721805"/>
            <a:ext cx="350765" cy="261829"/>
          </a:xfrm>
          <a:prstGeom prst="line">
            <a:avLst/>
          </a:prstGeom>
          <a:ln w="9525">
            <a:solidFill>
              <a:srgbClr val="CEBAB0"/>
            </a:solidFill>
            <a:prstDash val="dash"/>
          </a:ln>
        </p:spPr>
        <p:style>
          <a:lnRef idx="2">
            <a:schemeClr val="accent1"/>
          </a:lnRef>
          <a:fillRef idx="0">
            <a:schemeClr val="accent1"/>
          </a:fillRef>
          <a:effectRef idx="1">
            <a:schemeClr val="accent1"/>
          </a:effectRef>
          <a:fontRef idx="minor">
            <a:schemeClr val="tx1"/>
          </a:fontRef>
        </p:style>
      </p:cxnSp>
      <p:cxnSp>
        <p:nvCxnSpPr>
          <p:cNvPr id="335" name="Connettore diritto 334">
            <a:extLst>
              <a:ext uri="{FF2B5EF4-FFF2-40B4-BE49-F238E27FC236}">
                <a16:creationId xmlns:a16="http://schemas.microsoft.com/office/drawing/2014/main" id="{ED57541F-A36A-D5A9-8A01-46420C6B22C3}"/>
              </a:ext>
            </a:extLst>
          </p:cNvPr>
          <p:cNvCxnSpPr>
            <a:cxnSpLocks/>
            <a:stCxn id="89" idx="3"/>
          </p:cNvCxnSpPr>
          <p:nvPr/>
        </p:nvCxnSpPr>
        <p:spPr>
          <a:xfrm>
            <a:off x="6133104" y="4983634"/>
            <a:ext cx="333247" cy="48481"/>
          </a:xfrm>
          <a:prstGeom prst="line">
            <a:avLst/>
          </a:prstGeom>
          <a:ln w="9525">
            <a:solidFill>
              <a:srgbClr val="CEBAB0"/>
            </a:solidFill>
            <a:prstDash val="dash"/>
          </a:ln>
        </p:spPr>
        <p:style>
          <a:lnRef idx="2">
            <a:schemeClr val="accent1"/>
          </a:lnRef>
          <a:fillRef idx="0">
            <a:schemeClr val="accent1"/>
          </a:fillRef>
          <a:effectRef idx="1">
            <a:schemeClr val="accent1"/>
          </a:effectRef>
          <a:fontRef idx="minor">
            <a:schemeClr val="tx1"/>
          </a:fontRef>
        </p:style>
      </p:cxnSp>
      <p:sp>
        <p:nvSpPr>
          <p:cNvPr id="89" name="Rettangolo con angoli arrotondati 88">
            <a:extLst>
              <a:ext uri="{FF2B5EF4-FFF2-40B4-BE49-F238E27FC236}">
                <a16:creationId xmlns:a16="http://schemas.microsoft.com/office/drawing/2014/main" id="{4FA5E35F-D56A-32CC-C899-F81F739D5088}"/>
              </a:ext>
            </a:extLst>
          </p:cNvPr>
          <p:cNvSpPr/>
          <p:nvPr/>
        </p:nvSpPr>
        <p:spPr>
          <a:xfrm>
            <a:off x="5669301" y="4914857"/>
            <a:ext cx="463803" cy="137553"/>
          </a:xfrm>
          <a:custGeom>
            <a:avLst/>
            <a:gdLst>
              <a:gd name="connsiteX0" fmla="*/ 0 w 463803"/>
              <a:gd name="connsiteY0" fmla="*/ 22926 h 137553"/>
              <a:gd name="connsiteX1" fmla="*/ 22926 w 463803"/>
              <a:gd name="connsiteY1" fmla="*/ 0 h 137553"/>
              <a:gd name="connsiteX2" fmla="*/ 440877 w 463803"/>
              <a:gd name="connsiteY2" fmla="*/ 0 h 137553"/>
              <a:gd name="connsiteX3" fmla="*/ 463803 w 463803"/>
              <a:gd name="connsiteY3" fmla="*/ 22926 h 137553"/>
              <a:gd name="connsiteX4" fmla="*/ 463803 w 463803"/>
              <a:gd name="connsiteY4" fmla="*/ 114627 h 137553"/>
              <a:gd name="connsiteX5" fmla="*/ 440877 w 463803"/>
              <a:gd name="connsiteY5" fmla="*/ 137553 h 137553"/>
              <a:gd name="connsiteX6" fmla="*/ 22926 w 463803"/>
              <a:gd name="connsiteY6" fmla="*/ 137553 h 137553"/>
              <a:gd name="connsiteX7" fmla="*/ 0 w 463803"/>
              <a:gd name="connsiteY7" fmla="*/ 114627 h 137553"/>
              <a:gd name="connsiteX8" fmla="*/ 0 w 463803"/>
              <a:gd name="connsiteY8" fmla="*/ 22926 h 13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803" h="137553" extrusionOk="0">
                <a:moveTo>
                  <a:pt x="0" y="22926"/>
                </a:moveTo>
                <a:cubicBezTo>
                  <a:pt x="936" y="13191"/>
                  <a:pt x="7690" y="-927"/>
                  <a:pt x="22926" y="0"/>
                </a:cubicBezTo>
                <a:cubicBezTo>
                  <a:pt x="158889" y="20065"/>
                  <a:pt x="344430" y="3751"/>
                  <a:pt x="440877" y="0"/>
                </a:cubicBezTo>
                <a:cubicBezTo>
                  <a:pt x="454734" y="949"/>
                  <a:pt x="462503" y="10935"/>
                  <a:pt x="463803" y="22926"/>
                </a:cubicBezTo>
                <a:cubicBezTo>
                  <a:pt x="462620" y="50526"/>
                  <a:pt x="464820" y="72748"/>
                  <a:pt x="463803" y="114627"/>
                </a:cubicBezTo>
                <a:cubicBezTo>
                  <a:pt x="466263" y="127551"/>
                  <a:pt x="451116" y="139481"/>
                  <a:pt x="440877" y="137553"/>
                </a:cubicBezTo>
                <a:cubicBezTo>
                  <a:pt x="253860" y="130476"/>
                  <a:pt x="154062" y="147234"/>
                  <a:pt x="22926" y="137553"/>
                </a:cubicBezTo>
                <a:cubicBezTo>
                  <a:pt x="10433" y="137998"/>
                  <a:pt x="2389" y="129307"/>
                  <a:pt x="0" y="114627"/>
                </a:cubicBezTo>
                <a:cubicBezTo>
                  <a:pt x="-4293" y="77182"/>
                  <a:pt x="-1598" y="50696"/>
                  <a:pt x="0" y="2292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8" name="CasellaDiTesto 337">
            <a:extLst>
              <a:ext uri="{FF2B5EF4-FFF2-40B4-BE49-F238E27FC236}">
                <a16:creationId xmlns:a16="http://schemas.microsoft.com/office/drawing/2014/main" id="{8C3E372A-6D19-9839-E45A-6188B3B2C3DB}"/>
              </a:ext>
            </a:extLst>
          </p:cNvPr>
          <p:cNvSpPr txBox="1"/>
          <p:nvPr/>
        </p:nvSpPr>
        <p:spPr>
          <a:xfrm>
            <a:off x="1980444" y="7050064"/>
            <a:ext cx="2483266" cy="600164"/>
          </a:xfrm>
          <a:prstGeom prst="rect">
            <a:avLst/>
          </a:prstGeom>
          <a:noFill/>
        </p:spPr>
        <p:txBody>
          <a:bodyPr wrap="square">
            <a:spAutoFit/>
          </a:bodyPr>
          <a:lstStyle/>
          <a:p>
            <a:pPr algn="ctr"/>
            <a:r>
              <a:rPr lang="it-IT" sz="1100" dirty="0">
                <a:solidFill>
                  <a:srgbClr val="997E71"/>
                </a:solidFill>
              </a:rPr>
              <a:t>il CAMPO ETICHETTA è 2 bit, 12 blocchi/ 4 gruppi = 4 blocchi, bastano 2 bit per rappresentarli</a:t>
            </a:r>
            <a:endParaRPr lang="it-IT" sz="1100" dirty="0"/>
          </a:p>
        </p:txBody>
      </p:sp>
      <p:sp>
        <p:nvSpPr>
          <p:cNvPr id="339" name="object 168">
            <a:extLst>
              <a:ext uri="{FF2B5EF4-FFF2-40B4-BE49-F238E27FC236}">
                <a16:creationId xmlns:a16="http://schemas.microsoft.com/office/drawing/2014/main" id="{B5FF1B4E-F8C8-9A84-B4B6-D0D0BD66D336}"/>
              </a:ext>
            </a:extLst>
          </p:cNvPr>
          <p:cNvSpPr txBox="1"/>
          <p:nvPr/>
        </p:nvSpPr>
        <p:spPr>
          <a:xfrm>
            <a:off x="3584598" y="1717475"/>
            <a:ext cx="863555" cy="321882"/>
          </a:xfrm>
          <a:prstGeom prst="rect">
            <a:avLst/>
          </a:prstGeom>
        </p:spPr>
        <p:txBody>
          <a:bodyPr vert="horz" wrap="square" lIns="0" tIns="13970" rIns="0" bIns="0" rtlCol="0" anchor="b">
            <a:spAutoFit/>
          </a:bodyPr>
          <a:lstStyle/>
          <a:p>
            <a:pPr marL="12700" algn="ctr">
              <a:lnSpc>
                <a:spcPct val="100000"/>
              </a:lnSpc>
              <a:spcBef>
                <a:spcPts val="110"/>
              </a:spcBef>
            </a:pPr>
            <a:r>
              <a:rPr lang="it-IT" sz="2000" dirty="0">
                <a:solidFill>
                  <a:srgbClr val="B85237"/>
                </a:solidFill>
                <a:latin typeface="A Font 1" panose="02000503000000000000" pitchFamily="2" charset="0"/>
                <a:cs typeface="Trebuchet MS"/>
              </a:rPr>
              <a:t>CACHE</a:t>
            </a:r>
            <a:endParaRPr sz="2000" dirty="0">
              <a:latin typeface="A Font 1" panose="02000503000000000000" pitchFamily="2" charset="0"/>
              <a:cs typeface="Trebuchet MS"/>
            </a:endParaRPr>
          </a:p>
        </p:txBody>
      </p:sp>
      <p:sp>
        <p:nvSpPr>
          <p:cNvPr id="340" name="object 168">
            <a:extLst>
              <a:ext uri="{FF2B5EF4-FFF2-40B4-BE49-F238E27FC236}">
                <a16:creationId xmlns:a16="http://schemas.microsoft.com/office/drawing/2014/main" id="{A4055FF4-0112-7B40-6418-FE914457F928}"/>
              </a:ext>
            </a:extLst>
          </p:cNvPr>
          <p:cNvSpPr txBox="1"/>
          <p:nvPr/>
        </p:nvSpPr>
        <p:spPr>
          <a:xfrm>
            <a:off x="6144692" y="1237427"/>
            <a:ext cx="863555" cy="321882"/>
          </a:xfrm>
          <a:prstGeom prst="rect">
            <a:avLst/>
          </a:prstGeom>
        </p:spPr>
        <p:txBody>
          <a:bodyPr vert="horz" wrap="square" lIns="0" tIns="13970" rIns="0" bIns="0" rtlCol="0" anchor="b">
            <a:spAutoFit/>
          </a:bodyPr>
          <a:lstStyle/>
          <a:p>
            <a:pPr marL="12700" algn="ctr">
              <a:lnSpc>
                <a:spcPct val="100000"/>
              </a:lnSpc>
              <a:spcBef>
                <a:spcPts val="110"/>
              </a:spcBef>
            </a:pPr>
            <a:r>
              <a:rPr lang="it-IT" sz="2000" dirty="0">
                <a:solidFill>
                  <a:srgbClr val="B85237"/>
                </a:solidFill>
                <a:latin typeface="A Font 1" panose="02000503000000000000" pitchFamily="2" charset="0"/>
                <a:cs typeface="Trebuchet MS"/>
              </a:rPr>
              <a:t>MEMORIA</a:t>
            </a:r>
            <a:endParaRPr sz="2000" dirty="0">
              <a:latin typeface="A Font 1" panose="02000503000000000000" pitchFamily="2" charset="0"/>
              <a:cs typeface="Trebuchet MS"/>
            </a:endParaRPr>
          </a:p>
        </p:txBody>
      </p:sp>
      <p:sp>
        <p:nvSpPr>
          <p:cNvPr id="342" name="CasellaDiTesto 341">
            <a:extLst>
              <a:ext uri="{FF2B5EF4-FFF2-40B4-BE49-F238E27FC236}">
                <a16:creationId xmlns:a16="http://schemas.microsoft.com/office/drawing/2014/main" id="{7B123C58-8D6F-1698-BA95-D5FC70D2669F}"/>
              </a:ext>
            </a:extLst>
          </p:cNvPr>
          <p:cNvSpPr txBox="1"/>
          <p:nvPr/>
        </p:nvSpPr>
        <p:spPr>
          <a:xfrm>
            <a:off x="5899115" y="7109488"/>
            <a:ext cx="250296" cy="1077218"/>
          </a:xfrm>
          <a:prstGeom prst="rect">
            <a:avLst/>
          </a:prstGeom>
          <a:noFill/>
        </p:spPr>
        <p:txBody>
          <a:bodyPr wrap="square" rtlCol="0">
            <a:spAutoFit/>
          </a:bodyPr>
          <a:lstStyle/>
          <a:p>
            <a:pPr algn="ctr"/>
            <a:r>
              <a:rPr lang="it-IT" sz="1600" dirty="0">
                <a:solidFill>
                  <a:srgbClr val="AB9488"/>
                </a:solidFill>
              </a:rPr>
              <a:t>1</a:t>
            </a:r>
          </a:p>
          <a:p>
            <a:pPr algn="ctr"/>
            <a:r>
              <a:rPr lang="it-IT" sz="1600" dirty="0">
                <a:solidFill>
                  <a:srgbClr val="AB9488"/>
                </a:solidFill>
              </a:rPr>
              <a:t>2</a:t>
            </a:r>
          </a:p>
          <a:p>
            <a:pPr algn="ctr"/>
            <a:r>
              <a:rPr lang="it-IT" sz="1600" dirty="0">
                <a:solidFill>
                  <a:srgbClr val="AB9488"/>
                </a:solidFill>
              </a:rPr>
              <a:t>3</a:t>
            </a:r>
          </a:p>
          <a:p>
            <a:pPr algn="ctr"/>
            <a:r>
              <a:rPr lang="it-IT" sz="1600" dirty="0">
                <a:solidFill>
                  <a:srgbClr val="AB9488"/>
                </a:solidFill>
              </a:rPr>
              <a:t>4</a:t>
            </a:r>
          </a:p>
        </p:txBody>
      </p:sp>
      <p:sp>
        <p:nvSpPr>
          <p:cNvPr id="344" name="CasellaDiTesto 343">
            <a:extLst>
              <a:ext uri="{FF2B5EF4-FFF2-40B4-BE49-F238E27FC236}">
                <a16:creationId xmlns:a16="http://schemas.microsoft.com/office/drawing/2014/main" id="{47692B7C-A80B-BB46-7FDD-16A7E9D3C285}"/>
              </a:ext>
            </a:extLst>
          </p:cNvPr>
          <p:cNvSpPr txBox="1"/>
          <p:nvPr/>
        </p:nvSpPr>
        <p:spPr>
          <a:xfrm>
            <a:off x="5791198" y="9333109"/>
            <a:ext cx="443232" cy="1077218"/>
          </a:xfrm>
          <a:prstGeom prst="rect">
            <a:avLst/>
          </a:prstGeom>
          <a:noFill/>
        </p:spPr>
        <p:txBody>
          <a:bodyPr wrap="square">
            <a:spAutoFit/>
          </a:bodyPr>
          <a:lstStyle/>
          <a:p>
            <a:pPr algn="ctr"/>
            <a:r>
              <a:rPr lang="it-IT" sz="1600" dirty="0">
                <a:solidFill>
                  <a:srgbClr val="997E71"/>
                </a:solidFill>
              </a:rPr>
              <a:t>9</a:t>
            </a:r>
          </a:p>
          <a:p>
            <a:pPr algn="ctr"/>
            <a:r>
              <a:rPr lang="it-IT" sz="1600" dirty="0">
                <a:solidFill>
                  <a:srgbClr val="997E71"/>
                </a:solidFill>
              </a:rPr>
              <a:t>10</a:t>
            </a:r>
          </a:p>
          <a:p>
            <a:pPr algn="ctr"/>
            <a:r>
              <a:rPr lang="it-IT" sz="1600" dirty="0">
                <a:solidFill>
                  <a:srgbClr val="997E71"/>
                </a:solidFill>
              </a:rPr>
              <a:t>11</a:t>
            </a:r>
          </a:p>
          <a:p>
            <a:pPr algn="ctr"/>
            <a:r>
              <a:rPr lang="it-IT" sz="1600" dirty="0">
                <a:solidFill>
                  <a:srgbClr val="997E71"/>
                </a:solidFill>
              </a:rPr>
              <a:t>12</a:t>
            </a:r>
          </a:p>
        </p:txBody>
      </p:sp>
      <p:sp>
        <p:nvSpPr>
          <p:cNvPr id="345" name="CasellaDiTesto 344">
            <a:extLst>
              <a:ext uri="{FF2B5EF4-FFF2-40B4-BE49-F238E27FC236}">
                <a16:creationId xmlns:a16="http://schemas.microsoft.com/office/drawing/2014/main" id="{BE2DCE67-6E71-80BA-DB09-17773291696E}"/>
              </a:ext>
            </a:extLst>
          </p:cNvPr>
          <p:cNvSpPr txBox="1"/>
          <p:nvPr/>
        </p:nvSpPr>
        <p:spPr>
          <a:xfrm>
            <a:off x="5425189" y="7088324"/>
            <a:ext cx="599733" cy="1083566"/>
          </a:xfrm>
          <a:prstGeom prst="rect">
            <a:avLst/>
          </a:prstGeom>
          <a:noFill/>
        </p:spPr>
        <p:txBody>
          <a:bodyPr wrap="square" rtlCol="0">
            <a:spAutoFit/>
          </a:bodyPr>
          <a:lstStyle/>
          <a:p>
            <a:pPr algn="ctr">
              <a:lnSpc>
                <a:spcPct val="150000"/>
              </a:lnSpc>
            </a:pPr>
            <a:r>
              <a:rPr lang="it-IT" sz="1100" dirty="0">
                <a:solidFill>
                  <a:srgbClr val="AB9488"/>
                </a:solidFill>
              </a:rPr>
              <a:t>blocco</a:t>
            </a:r>
            <a:br>
              <a:rPr lang="it-IT" sz="1100" dirty="0">
                <a:solidFill>
                  <a:srgbClr val="AB9488"/>
                </a:solidFill>
              </a:rPr>
            </a:br>
            <a:r>
              <a:rPr lang="it-IT" sz="1100" dirty="0">
                <a:solidFill>
                  <a:srgbClr val="AB9488"/>
                </a:solidFill>
              </a:rPr>
              <a:t>blocco</a:t>
            </a:r>
          </a:p>
          <a:p>
            <a:pPr algn="ctr">
              <a:lnSpc>
                <a:spcPct val="150000"/>
              </a:lnSpc>
            </a:pPr>
            <a:r>
              <a:rPr lang="it-IT" sz="1100" dirty="0">
                <a:solidFill>
                  <a:srgbClr val="AB9488"/>
                </a:solidFill>
              </a:rPr>
              <a:t>blocco</a:t>
            </a:r>
            <a:br>
              <a:rPr lang="it-IT" sz="1100" dirty="0">
                <a:solidFill>
                  <a:srgbClr val="AB9488"/>
                </a:solidFill>
              </a:rPr>
            </a:br>
            <a:r>
              <a:rPr lang="it-IT" sz="1100" dirty="0">
                <a:solidFill>
                  <a:srgbClr val="AB9488"/>
                </a:solidFill>
              </a:rPr>
              <a:t>blocco</a:t>
            </a:r>
          </a:p>
        </p:txBody>
      </p:sp>
      <p:sp>
        <p:nvSpPr>
          <p:cNvPr id="347" name="CasellaDiTesto 346">
            <a:extLst>
              <a:ext uri="{FF2B5EF4-FFF2-40B4-BE49-F238E27FC236}">
                <a16:creationId xmlns:a16="http://schemas.microsoft.com/office/drawing/2014/main" id="{1CC3B681-C12A-B102-03FA-084F5388AF5A}"/>
              </a:ext>
            </a:extLst>
          </p:cNvPr>
          <p:cNvSpPr txBox="1"/>
          <p:nvPr/>
        </p:nvSpPr>
        <p:spPr>
          <a:xfrm>
            <a:off x="5397794" y="9314270"/>
            <a:ext cx="599733" cy="1083566"/>
          </a:xfrm>
          <a:prstGeom prst="rect">
            <a:avLst/>
          </a:prstGeom>
          <a:noFill/>
        </p:spPr>
        <p:txBody>
          <a:bodyPr wrap="square" rtlCol="0">
            <a:spAutoFit/>
          </a:bodyPr>
          <a:lstStyle/>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997E71"/>
                </a:solidFill>
              </a:rPr>
              <a:t>blocco</a:t>
            </a:r>
          </a:p>
          <a:p>
            <a:pPr algn="ctr">
              <a:lnSpc>
                <a:spcPct val="150000"/>
              </a:lnSpc>
            </a:pPr>
            <a:r>
              <a:rPr lang="it-IT" sz="1100" dirty="0">
                <a:solidFill>
                  <a:srgbClr val="997E71"/>
                </a:solidFill>
              </a:rPr>
              <a:t>blocco</a:t>
            </a:r>
            <a:br>
              <a:rPr lang="it-IT" sz="1100" dirty="0">
                <a:solidFill>
                  <a:srgbClr val="997E71"/>
                </a:solidFill>
              </a:rPr>
            </a:br>
            <a:r>
              <a:rPr lang="it-IT" sz="1100" dirty="0">
                <a:solidFill>
                  <a:srgbClr val="997E71"/>
                </a:solidFill>
              </a:rPr>
              <a:t>blocco</a:t>
            </a:r>
          </a:p>
        </p:txBody>
      </p:sp>
      <p:sp>
        <p:nvSpPr>
          <p:cNvPr id="348" name="CasellaDiTesto 347">
            <a:extLst>
              <a:ext uri="{FF2B5EF4-FFF2-40B4-BE49-F238E27FC236}">
                <a16:creationId xmlns:a16="http://schemas.microsoft.com/office/drawing/2014/main" id="{4E5612DF-E4E4-BD26-BC5D-C7211485DA12}"/>
              </a:ext>
            </a:extLst>
          </p:cNvPr>
          <p:cNvSpPr txBox="1"/>
          <p:nvPr/>
        </p:nvSpPr>
        <p:spPr>
          <a:xfrm>
            <a:off x="3991266" y="2150403"/>
            <a:ext cx="250296" cy="1077218"/>
          </a:xfrm>
          <a:prstGeom prst="rect">
            <a:avLst/>
          </a:prstGeom>
          <a:noFill/>
        </p:spPr>
        <p:txBody>
          <a:bodyPr wrap="square" rtlCol="0">
            <a:spAutoFit/>
          </a:bodyPr>
          <a:lstStyle/>
          <a:p>
            <a:pPr algn="ctr"/>
            <a:r>
              <a:rPr lang="it-IT" sz="1600" dirty="0">
                <a:solidFill>
                  <a:srgbClr val="AB9488"/>
                </a:solidFill>
              </a:rPr>
              <a:t>1</a:t>
            </a:r>
          </a:p>
          <a:p>
            <a:pPr algn="ctr"/>
            <a:r>
              <a:rPr lang="it-IT" sz="1600" dirty="0">
                <a:solidFill>
                  <a:srgbClr val="AB9488"/>
                </a:solidFill>
              </a:rPr>
              <a:t>2</a:t>
            </a:r>
          </a:p>
          <a:p>
            <a:pPr algn="ctr"/>
            <a:r>
              <a:rPr lang="it-IT" sz="1600" dirty="0">
                <a:solidFill>
                  <a:srgbClr val="AB9488"/>
                </a:solidFill>
              </a:rPr>
              <a:t>1</a:t>
            </a:r>
          </a:p>
          <a:p>
            <a:pPr algn="ctr"/>
            <a:r>
              <a:rPr lang="it-IT" sz="1600" dirty="0">
                <a:solidFill>
                  <a:srgbClr val="AB9488"/>
                </a:solidFill>
              </a:rPr>
              <a:t>2</a:t>
            </a:r>
          </a:p>
        </p:txBody>
      </p:sp>
      <p:sp>
        <p:nvSpPr>
          <p:cNvPr id="349" name="CasellaDiTesto 348">
            <a:extLst>
              <a:ext uri="{FF2B5EF4-FFF2-40B4-BE49-F238E27FC236}">
                <a16:creationId xmlns:a16="http://schemas.microsoft.com/office/drawing/2014/main" id="{9E94E617-6F71-2236-DD5B-B562AFC952A7}"/>
              </a:ext>
            </a:extLst>
          </p:cNvPr>
          <p:cNvSpPr txBox="1"/>
          <p:nvPr/>
        </p:nvSpPr>
        <p:spPr>
          <a:xfrm>
            <a:off x="3356965" y="2139941"/>
            <a:ext cx="792701" cy="1083566"/>
          </a:xfrm>
          <a:prstGeom prst="rect">
            <a:avLst/>
          </a:prstGeom>
          <a:noFill/>
        </p:spPr>
        <p:txBody>
          <a:bodyPr wrap="square" rtlCol="0">
            <a:spAutoFit/>
          </a:bodyPr>
          <a:lstStyle/>
          <a:p>
            <a:pPr algn="ctr">
              <a:lnSpc>
                <a:spcPct val="150000"/>
              </a:lnSpc>
            </a:pPr>
            <a:r>
              <a:rPr lang="it-IT" sz="1100" dirty="0">
                <a:solidFill>
                  <a:srgbClr val="AB9488"/>
                </a:solidFill>
              </a:rPr>
              <a:t>posizione</a:t>
            </a:r>
            <a:br>
              <a:rPr lang="it-IT" sz="1100" dirty="0">
                <a:solidFill>
                  <a:srgbClr val="AB9488"/>
                </a:solidFill>
              </a:rPr>
            </a:br>
            <a:r>
              <a:rPr lang="it-IT" sz="1100" dirty="0" err="1">
                <a:solidFill>
                  <a:srgbClr val="AB9488"/>
                </a:solidFill>
              </a:rPr>
              <a:t>posizione</a:t>
            </a:r>
            <a:endParaRPr lang="it-IT" sz="1100" dirty="0">
              <a:solidFill>
                <a:srgbClr val="AB9488"/>
              </a:solidFill>
            </a:endParaRPr>
          </a:p>
          <a:p>
            <a:pPr algn="ctr">
              <a:lnSpc>
                <a:spcPct val="150000"/>
              </a:lnSpc>
            </a:pPr>
            <a:r>
              <a:rPr lang="it-IT" sz="1100" dirty="0">
                <a:solidFill>
                  <a:srgbClr val="AB9488"/>
                </a:solidFill>
              </a:rPr>
              <a:t>posizione</a:t>
            </a:r>
            <a:br>
              <a:rPr lang="it-IT" sz="1100" dirty="0">
                <a:solidFill>
                  <a:srgbClr val="AB9488"/>
                </a:solidFill>
              </a:rPr>
            </a:br>
            <a:r>
              <a:rPr lang="it-IT" sz="1100" dirty="0" err="1">
                <a:solidFill>
                  <a:srgbClr val="AB9488"/>
                </a:solidFill>
              </a:rPr>
              <a:t>posizione</a:t>
            </a:r>
            <a:endParaRPr lang="it-IT" sz="1100" dirty="0">
              <a:solidFill>
                <a:srgbClr val="AB9488"/>
              </a:solidFill>
            </a:endParaRPr>
          </a:p>
        </p:txBody>
      </p:sp>
      <p:sp>
        <p:nvSpPr>
          <p:cNvPr id="2" name="Parentesi quadra aperta 1">
            <a:extLst>
              <a:ext uri="{FF2B5EF4-FFF2-40B4-BE49-F238E27FC236}">
                <a16:creationId xmlns:a16="http://schemas.microsoft.com/office/drawing/2014/main" id="{E35BD4AB-A82D-563E-CD36-243F4FFD0563}"/>
              </a:ext>
            </a:extLst>
          </p:cNvPr>
          <p:cNvSpPr/>
          <p:nvPr/>
        </p:nvSpPr>
        <p:spPr>
          <a:xfrm>
            <a:off x="1888456" y="7809535"/>
            <a:ext cx="45719" cy="446443"/>
          </a:xfrm>
          <a:custGeom>
            <a:avLst/>
            <a:gdLst>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 name="connsiteX4" fmla="*/ 45719 w 45719"/>
              <a:gd name="connsiteY4" fmla="*/ 446443 h 446443"/>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Lst>
            <a:ahLst/>
            <a:cxnLst>
              <a:cxn ang="0">
                <a:pos x="connsiteX0" y="connsiteY0"/>
              </a:cxn>
              <a:cxn ang="0">
                <a:pos x="connsiteX1" y="connsiteY1"/>
              </a:cxn>
              <a:cxn ang="0">
                <a:pos x="connsiteX2" y="connsiteY2"/>
              </a:cxn>
              <a:cxn ang="0">
                <a:pos x="connsiteX3" y="connsiteY3"/>
              </a:cxn>
            </a:cxnLst>
            <a:rect l="l" t="t" r="r" b="b"/>
            <a:pathLst>
              <a:path w="45719" h="446443" stroke="0" extrusionOk="0">
                <a:moveTo>
                  <a:pt x="45719" y="446443"/>
                </a:moveTo>
                <a:cubicBezTo>
                  <a:pt x="20609" y="445966"/>
                  <a:pt x="-36" y="444705"/>
                  <a:pt x="0" y="442633"/>
                </a:cubicBezTo>
                <a:cubicBezTo>
                  <a:pt x="-13658" y="240444"/>
                  <a:pt x="15180" y="121500"/>
                  <a:pt x="0" y="3810"/>
                </a:cubicBezTo>
                <a:cubicBezTo>
                  <a:pt x="-2907" y="1450"/>
                  <a:pt x="17949" y="1325"/>
                  <a:pt x="45719" y="0"/>
                </a:cubicBezTo>
                <a:cubicBezTo>
                  <a:pt x="49976" y="220630"/>
                  <a:pt x="55262" y="282446"/>
                  <a:pt x="45719" y="446443"/>
                </a:cubicBezTo>
                <a:close/>
              </a:path>
              <a:path w="45719" h="446443" fill="none" extrusionOk="0">
                <a:moveTo>
                  <a:pt x="45719" y="446443"/>
                </a:moveTo>
                <a:cubicBezTo>
                  <a:pt x="20477" y="446220"/>
                  <a:pt x="-105" y="445081"/>
                  <a:pt x="0" y="442633"/>
                </a:cubicBezTo>
                <a:cubicBezTo>
                  <a:pt x="-11218" y="326027"/>
                  <a:pt x="-2049" y="140143"/>
                  <a:pt x="0" y="3810"/>
                </a:cubicBezTo>
                <a:cubicBezTo>
                  <a:pt x="887" y="5267"/>
                  <a:pt x="21528" y="-1574"/>
                  <a:pt x="45719" y="0"/>
                </a:cubicBezTo>
              </a:path>
            </a:pathLst>
          </a:custGeom>
          <a:noFill/>
          <a:ln>
            <a:solidFill>
              <a:srgbClr val="795548"/>
            </a:solidFill>
            <a:extLst>
              <a:ext uri="{C807C97D-BFC1-408E-A445-0C87EB9F89A2}">
                <ask:lineSketchStyleProps xmlns:ask="http://schemas.microsoft.com/office/drawing/2018/sketchyshapes" sd="3637668092">
                  <a:prstGeom prst="leftBracke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grpSp>
        <p:nvGrpSpPr>
          <p:cNvPr id="65" name="Gruppo 64">
            <a:extLst>
              <a:ext uri="{FF2B5EF4-FFF2-40B4-BE49-F238E27FC236}">
                <a16:creationId xmlns:a16="http://schemas.microsoft.com/office/drawing/2014/main" id="{334F08D3-DC93-C55E-87A7-9C8CCC46E50C}"/>
              </a:ext>
            </a:extLst>
          </p:cNvPr>
          <p:cNvGrpSpPr/>
          <p:nvPr/>
        </p:nvGrpSpPr>
        <p:grpSpPr>
          <a:xfrm>
            <a:off x="5470138" y="8185446"/>
            <a:ext cx="1247645" cy="1286770"/>
            <a:chOff x="5470138" y="8185446"/>
            <a:chExt cx="1247645" cy="883537"/>
          </a:xfrm>
        </p:grpSpPr>
        <p:sp>
          <p:nvSpPr>
            <p:cNvPr id="46" name="CasellaDiTesto 45">
              <a:extLst>
                <a:ext uri="{FF2B5EF4-FFF2-40B4-BE49-F238E27FC236}">
                  <a16:creationId xmlns:a16="http://schemas.microsoft.com/office/drawing/2014/main" id="{30B28367-E56E-5898-D070-D40DF643A12A}"/>
                </a:ext>
              </a:extLst>
            </p:cNvPr>
            <p:cNvSpPr txBox="1"/>
            <p:nvPr/>
          </p:nvSpPr>
          <p:spPr>
            <a:xfrm>
              <a:off x="5781872" y="8448273"/>
              <a:ext cx="601447" cy="369332"/>
            </a:xfrm>
            <a:prstGeom prst="rect">
              <a:avLst/>
            </a:prstGeom>
            <a:noFill/>
          </p:spPr>
          <p:txBody>
            <a:bodyPr wrap="square" rtlCol="0">
              <a:spAutoFit/>
            </a:bodyPr>
            <a:lstStyle/>
            <a:p>
              <a:r>
                <a:rPr lang="it-IT" dirty="0">
                  <a:solidFill>
                    <a:srgbClr val="795548"/>
                  </a:solidFill>
                </a:rPr>
                <a:t>( … )</a:t>
              </a:r>
            </a:p>
          </p:txBody>
        </p:sp>
        <p:cxnSp>
          <p:nvCxnSpPr>
            <p:cNvPr id="48" name="Connettore diritto 47">
              <a:extLst>
                <a:ext uri="{FF2B5EF4-FFF2-40B4-BE49-F238E27FC236}">
                  <a16:creationId xmlns:a16="http://schemas.microsoft.com/office/drawing/2014/main" id="{47FEE679-65B8-8D27-8B0A-599A59670620}"/>
                </a:ext>
              </a:extLst>
            </p:cNvPr>
            <p:cNvCxnSpPr>
              <a:cxnSpLocks/>
            </p:cNvCxnSpPr>
            <p:nvPr/>
          </p:nvCxnSpPr>
          <p:spPr>
            <a:xfrm>
              <a:off x="6717783" y="8185446"/>
              <a:ext cx="0" cy="843849"/>
            </a:xfrm>
            <a:prstGeom prst="line">
              <a:avLst/>
            </a:prstGeom>
            <a:ln w="9525">
              <a:solidFill>
                <a:srgbClr val="795548"/>
              </a:solidFill>
            </a:ln>
          </p:spPr>
          <p:style>
            <a:lnRef idx="2">
              <a:schemeClr val="accent1"/>
            </a:lnRef>
            <a:fillRef idx="0">
              <a:schemeClr val="accent1"/>
            </a:fillRef>
            <a:effectRef idx="1">
              <a:schemeClr val="accent1"/>
            </a:effectRef>
            <a:fontRef idx="minor">
              <a:schemeClr val="tx1"/>
            </a:fontRef>
          </p:style>
        </p:cxnSp>
        <p:cxnSp>
          <p:nvCxnSpPr>
            <p:cNvPr id="49" name="Connettore diritto 48">
              <a:extLst>
                <a:ext uri="{FF2B5EF4-FFF2-40B4-BE49-F238E27FC236}">
                  <a16:creationId xmlns:a16="http://schemas.microsoft.com/office/drawing/2014/main" id="{15CB48CF-5C21-E5D3-86EC-0F03E8B400DE}"/>
                </a:ext>
              </a:extLst>
            </p:cNvPr>
            <p:cNvCxnSpPr>
              <a:cxnSpLocks/>
            </p:cNvCxnSpPr>
            <p:nvPr/>
          </p:nvCxnSpPr>
          <p:spPr>
            <a:xfrm>
              <a:off x="5470138" y="8185446"/>
              <a:ext cx="0" cy="883537"/>
            </a:xfrm>
            <a:prstGeom prst="line">
              <a:avLst/>
            </a:prstGeom>
            <a:ln w="9525">
              <a:solidFill>
                <a:srgbClr val="795548"/>
              </a:solidFill>
            </a:ln>
          </p:spPr>
          <p:style>
            <a:lnRef idx="2">
              <a:schemeClr val="accent1"/>
            </a:lnRef>
            <a:fillRef idx="0">
              <a:schemeClr val="accent1"/>
            </a:fillRef>
            <a:effectRef idx="1">
              <a:schemeClr val="accent1"/>
            </a:effectRef>
            <a:fontRef idx="minor">
              <a:schemeClr val="tx1"/>
            </a:fontRef>
          </p:style>
        </p:cxnSp>
      </p:grpSp>
      <p:sp>
        <p:nvSpPr>
          <p:cNvPr id="98" name="object 123">
            <a:extLst>
              <a:ext uri="{FF2B5EF4-FFF2-40B4-BE49-F238E27FC236}">
                <a16:creationId xmlns:a16="http://schemas.microsoft.com/office/drawing/2014/main" id="{2BE45F21-9D5E-B83F-4088-5EDA0F7B2F5C}"/>
              </a:ext>
            </a:extLst>
          </p:cNvPr>
          <p:cNvSpPr/>
          <p:nvPr/>
        </p:nvSpPr>
        <p:spPr>
          <a:xfrm>
            <a:off x="2801086" y="8760514"/>
            <a:ext cx="1365660" cy="1024351"/>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00" name="CasellaDiTesto 99">
            <a:extLst>
              <a:ext uri="{FF2B5EF4-FFF2-40B4-BE49-F238E27FC236}">
                <a16:creationId xmlns:a16="http://schemas.microsoft.com/office/drawing/2014/main" id="{BFFB2CA7-6F33-25A9-C79B-DD252FCF6860}"/>
              </a:ext>
            </a:extLst>
          </p:cNvPr>
          <p:cNvSpPr txBox="1"/>
          <p:nvPr/>
        </p:nvSpPr>
        <p:spPr>
          <a:xfrm>
            <a:off x="2797465" y="8760770"/>
            <a:ext cx="293670" cy="1077218"/>
          </a:xfrm>
          <a:prstGeom prst="rect">
            <a:avLst/>
          </a:prstGeom>
          <a:noFill/>
        </p:spPr>
        <p:txBody>
          <a:bodyPr wrap="none" rtlCol="0">
            <a:spAutoFit/>
          </a:bodyPr>
          <a:lstStyle/>
          <a:p>
            <a:r>
              <a:rPr lang="it-IT" sz="1600" dirty="0">
                <a:solidFill>
                  <a:srgbClr val="997E71"/>
                </a:solidFill>
              </a:rPr>
              <a:t>5</a:t>
            </a:r>
          </a:p>
          <a:p>
            <a:r>
              <a:rPr lang="it-IT" sz="1600" dirty="0">
                <a:solidFill>
                  <a:srgbClr val="997E71"/>
                </a:solidFill>
              </a:rPr>
              <a:t>6</a:t>
            </a:r>
          </a:p>
          <a:p>
            <a:r>
              <a:rPr lang="it-IT" sz="1600" dirty="0">
                <a:solidFill>
                  <a:srgbClr val="997E71"/>
                </a:solidFill>
              </a:rPr>
              <a:t>7</a:t>
            </a:r>
          </a:p>
          <a:p>
            <a:r>
              <a:rPr lang="it-IT" sz="1600" dirty="0">
                <a:solidFill>
                  <a:srgbClr val="997E71"/>
                </a:solidFill>
              </a:rPr>
              <a:t>8</a:t>
            </a:r>
          </a:p>
        </p:txBody>
      </p:sp>
      <p:sp>
        <p:nvSpPr>
          <p:cNvPr id="102" name="Parentesi quadra aperta 201">
            <a:extLst>
              <a:ext uri="{FF2B5EF4-FFF2-40B4-BE49-F238E27FC236}">
                <a16:creationId xmlns:a16="http://schemas.microsoft.com/office/drawing/2014/main" id="{8BFA92E1-1A89-F239-EC94-91269001DAA3}"/>
              </a:ext>
            </a:extLst>
          </p:cNvPr>
          <p:cNvSpPr/>
          <p:nvPr/>
        </p:nvSpPr>
        <p:spPr>
          <a:xfrm>
            <a:off x="1930932" y="8794704"/>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105" name="Parentesi quadra aperta 104">
            <a:extLst>
              <a:ext uri="{FF2B5EF4-FFF2-40B4-BE49-F238E27FC236}">
                <a16:creationId xmlns:a16="http://schemas.microsoft.com/office/drawing/2014/main" id="{77283900-A31D-3E2D-2A96-FE4D1DB32714}"/>
              </a:ext>
            </a:extLst>
          </p:cNvPr>
          <p:cNvSpPr/>
          <p:nvPr/>
        </p:nvSpPr>
        <p:spPr>
          <a:xfrm>
            <a:off x="1937001" y="9353669"/>
            <a:ext cx="45719" cy="446443"/>
          </a:xfrm>
          <a:custGeom>
            <a:avLst/>
            <a:gdLst>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 name="connsiteX4" fmla="*/ 45719 w 45719"/>
              <a:gd name="connsiteY4" fmla="*/ 446443 h 446443"/>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Lst>
            <a:ahLst/>
            <a:cxnLst>
              <a:cxn ang="0">
                <a:pos x="connsiteX0" y="connsiteY0"/>
              </a:cxn>
              <a:cxn ang="0">
                <a:pos x="connsiteX1" y="connsiteY1"/>
              </a:cxn>
              <a:cxn ang="0">
                <a:pos x="connsiteX2" y="connsiteY2"/>
              </a:cxn>
              <a:cxn ang="0">
                <a:pos x="connsiteX3" y="connsiteY3"/>
              </a:cxn>
            </a:cxnLst>
            <a:rect l="l" t="t" r="r" b="b"/>
            <a:pathLst>
              <a:path w="45719" h="446443" stroke="0" extrusionOk="0">
                <a:moveTo>
                  <a:pt x="45719" y="446443"/>
                </a:moveTo>
                <a:cubicBezTo>
                  <a:pt x="20609" y="445966"/>
                  <a:pt x="-36" y="444705"/>
                  <a:pt x="0" y="442633"/>
                </a:cubicBezTo>
                <a:cubicBezTo>
                  <a:pt x="-13658" y="240444"/>
                  <a:pt x="15180" y="121500"/>
                  <a:pt x="0" y="3810"/>
                </a:cubicBezTo>
                <a:cubicBezTo>
                  <a:pt x="-2907" y="1450"/>
                  <a:pt x="17949" y="1325"/>
                  <a:pt x="45719" y="0"/>
                </a:cubicBezTo>
                <a:cubicBezTo>
                  <a:pt x="49976" y="220630"/>
                  <a:pt x="55262" y="282446"/>
                  <a:pt x="45719" y="446443"/>
                </a:cubicBezTo>
                <a:close/>
              </a:path>
              <a:path w="45719" h="446443" fill="none" extrusionOk="0">
                <a:moveTo>
                  <a:pt x="45719" y="446443"/>
                </a:moveTo>
                <a:cubicBezTo>
                  <a:pt x="20477" y="446220"/>
                  <a:pt x="-105" y="445081"/>
                  <a:pt x="0" y="442633"/>
                </a:cubicBezTo>
                <a:cubicBezTo>
                  <a:pt x="-11218" y="326027"/>
                  <a:pt x="-2049" y="140143"/>
                  <a:pt x="0" y="3810"/>
                </a:cubicBezTo>
                <a:cubicBezTo>
                  <a:pt x="887" y="5267"/>
                  <a:pt x="21528" y="-1574"/>
                  <a:pt x="45719" y="0"/>
                </a:cubicBezTo>
              </a:path>
            </a:pathLst>
          </a:custGeom>
          <a:noFill/>
          <a:ln>
            <a:solidFill>
              <a:srgbClr val="795548"/>
            </a:solidFill>
            <a:extLst>
              <a:ext uri="{C807C97D-BFC1-408E-A445-0C87EB9F89A2}">
                <ask:lineSketchStyleProps xmlns:ask="http://schemas.microsoft.com/office/drawing/2018/sketchyshapes" sd="3637668092">
                  <a:prstGeom prst="leftBracke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109" name="CasellaDiTesto 108">
            <a:extLst>
              <a:ext uri="{FF2B5EF4-FFF2-40B4-BE49-F238E27FC236}">
                <a16:creationId xmlns:a16="http://schemas.microsoft.com/office/drawing/2014/main" id="{6FEC0A9B-873E-90F8-04BC-224CD76123D8}"/>
              </a:ext>
            </a:extLst>
          </p:cNvPr>
          <p:cNvSpPr txBox="1"/>
          <p:nvPr/>
        </p:nvSpPr>
        <p:spPr>
          <a:xfrm>
            <a:off x="822067" y="8812543"/>
            <a:ext cx="1005403" cy="830997"/>
          </a:xfrm>
          <a:prstGeom prst="rect">
            <a:avLst/>
          </a:prstGeom>
          <a:noFill/>
        </p:spPr>
        <p:txBody>
          <a:bodyPr wrap="none" rtlCol="0">
            <a:spAutoFit/>
          </a:bodyPr>
          <a:lstStyle/>
          <a:p>
            <a:r>
              <a:rPr lang="it-IT" sz="1600" dirty="0">
                <a:solidFill>
                  <a:srgbClr val="997E71"/>
                </a:solidFill>
              </a:rPr>
              <a:t>gruppo  3</a:t>
            </a:r>
          </a:p>
          <a:p>
            <a:endParaRPr lang="it-IT" sz="1600" dirty="0">
              <a:solidFill>
                <a:srgbClr val="997E71"/>
              </a:solidFill>
            </a:endParaRPr>
          </a:p>
          <a:p>
            <a:r>
              <a:rPr lang="it-IT" sz="1600" dirty="0">
                <a:solidFill>
                  <a:srgbClr val="997E71"/>
                </a:solidFill>
              </a:rPr>
              <a:t>gruppo  4</a:t>
            </a:r>
          </a:p>
        </p:txBody>
      </p:sp>
      <p:sp>
        <p:nvSpPr>
          <p:cNvPr id="111" name="Freccia a pentagono 110">
            <a:extLst>
              <a:ext uri="{FF2B5EF4-FFF2-40B4-BE49-F238E27FC236}">
                <a16:creationId xmlns:a16="http://schemas.microsoft.com/office/drawing/2014/main" id="{60437578-E060-1A30-D1C7-389CDB9E3ACB}"/>
              </a:ext>
            </a:extLst>
          </p:cNvPr>
          <p:cNvSpPr/>
          <p:nvPr/>
        </p:nvSpPr>
        <p:spPr>
          <a:xfrm flipH="1">
            <a:off x="2070686" y="8823219"/>
            <a:ext cx="739753" cy="150531"/>
          </a:xfrm>
          <a:prstGeom prst="homePlate">
            <a:avLst/>
          </a:prstGeom>
          <a:solidFill>
            <a:srgbClr val="F0E9E2"/>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115" name="Freccia a pentagono 114">
            <a:extLst>
              <a:ext uri="{FF2B5EF4-FFF2-40B4-BE49-F238E27FC236}">
                <a16:creationId xmlns:a16="http://schemas.microsoft.com/office/drawing/2014/main" id="{704D43BF-C1BE-2296-DF8E-E07C986B86CD}"/>
              </a:ext>
            </a:extLst>
          </p:cNvPr>
          <p:cNvSpPr/>
          <p:nvPr/>
        </p:nvSpPr>
        <p:spPr>
          <a:xfrm flipH="1">
            <a:off x="2051848" y="9055114"/>
            <a:ext cx="739753" cy="150531"/>
          </a:xfrm>
          <a:prstGeom prst="homePlate">
            <a:avLst/>
          </a:prstGeom>
          <a:solidFill>
            <a:srgbClr val="FFE4DB"/>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116" name="Freccia a pentagono 115">
            <a:extLst>
              <a:ext uri="{FF2B5EF4-FFF2-40B4-BE49-F238E27FC236}">
                <a16:creationId xmlns:a16="http://schemas.microsoft.com/office/drawing/2014/main" id="{E614F3E9-FAD0-AEB4-AE24-94B818DFAFCE}"/>
              </a:ext>
            </a:extLst>
          </p:cNvPr>
          <p:cNvSpPr/>
          <p:nvPr/>
        </p:nvSpPr>
        <p:spPr>
          <a:xfrm flipH="1">
            <a:off x="2060447" y="9292857"/>
            <a:ext cx="739753" cy="150531"/>
          </a:xfrm>
          <a:prstGeom prst="homePlate">
            <a:avLst/>
          </a:prstGeom>
          <a:solidFill>
            <a:srgbClr val="C2D9E5"/>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117" name="Freccia a pentagono 116">
            <a:extLst>
              <a:ext uri="{FF2B5EF4-FFF2-40B4-BE49-F238E27FC236}">
                <a16:creationId xmlns:a16="http://schemas.microsoft.com/office/drawing/2014/main" id="{ABADB935-0541-6F4F-6397-C19B0F56CC64}"/>
              </a:ext>
            </a:extLst>
          </p:cNvPr>
          <p:cNvSpPr/>
          <p:nvPr/>
        </p:nvSpPr>
        <p:spPr>
          <a:xfrm flipH="1">
            <a:off x="2060447" y="9531219"/>
            <a:ext cx="739753" cy="150531"/>
          </a:xfrm>
          <a:prstGeom prst="homePlate">
            <a:avLst/>
          </a:prstGeom>
          <a:solidFill>
            <a:srgbClr val="B2E890"/>
          </a:solidFill>
          <a:ln>
            <a:noFill/>
          </a:ln>
          <a:effectLst>
            <a:outerShdw dist="38100" dir="8100000" sx="93000" sy="93000" algn="tr" rotWithShape="0">
              <a:srgbClr val="79554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rgbClr val="795548"/>
                </a:solidFill>
              </a:rPr>
              <a:t>etichetta</a:t>
            </a:r>
          </a:p>
        </p:txBody>
      </p:sp>
      <p:sp>
        <p:nvSpPr>
          <p:cNvPr id="118" name="Parentesi quadra aperta 117">
            <a:extLst>
              <a:ext uri="{FF2B5EF4-FFF2-40B4-BE49-F238E27FC236}">
                <a16:creationId xmlns:a16="http://schemas.microsoft.com/office/drawing/2014/main" id="{8F4C3710-459F-6E9D-9713-3D3E5178576F}"/>
              </a:ext>
            </a:extLst>
          </p:cNvPr>
          <p:cNvSpPr/>
          <p:nvPr/>
        </p:nvSpPr>
        <p:spPr>
          <a:xfrm>
            <a:off x="1914141" y="8833712"/>
            <a:ext cx="45719" cy="446443"/>
          </a:xfrm>
          <a:custGeom>
            <a:avLst/>
            <a:gdLst>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 name="connsiteX4" fmla="*/ 45719 w 45719"/>
              <a:gd name="connsiteY4" fmla="*/ 446443 h 446443"/>
              <a:gd name="connsiteX0" fmla="*/ 45719 w 45719"/>
              <a:gd name="connsiteY0" fmla="*/ 446443 h 446443"/>
              <a:gd name="connsiteX1" fmla="*/ 0 w 45719"/>
              <a:gd name="connsiteY1" fmla="*/ 442633 h 446443"/>
              <a:gd name="connsiteX2" fmla="*/ 0 w 45719"/>
              <a:gd name="connsiteY2" fmla="*/ 3810 h 446443"/>
              <a:gd name="connsiteX3" fmla="*/ 45719 w 45719"/>
              <a:gd name="connsiteY3" fmla="*/ 0 h 446443"/>
            </a:gdLst>
            <a:ahLst/>
            <a:cxnLst>
              <a:cxn ang="0">
                <a:pos x="connsiteX0" y="connsiteY0"/>
              </a:cxn>
              <a:cxn ang="0">
                <a:pos x="connsiteX1" y="connsiteY1"/>
              </a:cxn>
              <a:cxn ang="0">
                <a:pos x="connsiteX2" y="connsiteY2"/>
              </a:cxn>
              <a:cxn ang="0">
                <a:pos x="connsiteX3" y="connsiteY3"/>
              </a:cxn>
            </a:cxnLst>
            <a:rect l="l" t="t" r="r" b="b"/>
            <a:pathLst>
              <a:path w="45719" h="446443" stroke="0" extrusionOk="0">
                <a:moveTo>
                  <a:pt x="45719" y="446443"/>
                </a:moveTo>
                <a:cubicBezTo>
                  <a:pt x="20609" y="445966"/>
                  <a:pt x="-36" y="444705"/>
                  <a:pt x="0" y="442633"/>
                </a:cubicBezTo>
                <a:cubicBezTo>
                  <a:pt x="-13658" y="240444"/>
                  <a:pt x="15180" y="121500"/>
                  <a:pt x="0" y="3810"/>
                </a:cubicBezTo>
                <a:cubicBezTo>
                  <a:pt x="-2907" y="1450"/>
                  <a:pt x="17949" y="1325"/>
                  <a:pt x="45719" y="0"/>
                </a:cubicBezTo>
                <a:cubicBezTo>
                  <a:pt x="49976" y="220630"/>
                  <a:pt x="55262" y="282446"/>
                  <a:pt x="45719" y="446443"/>
                </a:cubicBezTo>
                <a:close/>
              </a:path>
              <a:path w="45719" h="446443" fill="none" extrusionOk="0">
                <a:moveTo>
                  <a:pt x="45719" y="446443"/>
                </a:moveTo>
                <a:cubicBezTo>
                  <a:pt x="20477" y="446220"/>
                  <a:pt x="-105" y="445081"/>
                  <a:pt x="0" y="442633"/>
                </a:cubicBezTo>
                <a:cubicBezTo>
                  <a:pt x="-11218" y="326027"/>
                  <a:pt x="-2049" y="140143"/>
                  <a:pt x="0" y="3810"/>
                </a:cubicBezTo>
                <a:cubicBezTo>
                  <a:pt x="887" y="5267"/>
                  <a:pt x="21528" y="-1574"/>
                  <a:pt x="45719" y="0"/>
                </a:cubicBezTo>
              </a:path>
            </a:pathLst>
          </a:custGeom>
          <a:noFill/>
          <a:ln>
            <a:solidFill>
              <a:srgbClr val="795548"/>
            </a:solidFill>
            <a:extLst>
              <a:ext uri="{C807C97D-BFC1-408E-A445-0C87EB9F89A2}">
                <ask:lineSketchStyleProps xmlns:ask="http://schemas.microsoft.com/office/drawing/2018/sketchyshapes" sd="3637668092">
                  <a:prstGeom prst="leftBracke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cxnSp>
        <p:nvCxnSpPr>
          <p:cNvPr id="123" name="Connettore diritto 122">
            <a:extLst>
              <a:ext uri="{FF2B5EF4-FFF2-40B4-BE49-F238E27FC236}">
                <a16:creationId xmlns:a16="http://schemas.microsoft.com/office/drawing/2014/main" id="{4C61BA72-428B-5056-C5CA-F842D977BE93}"/>
              </a:ext>
            </a:extLst>
          </p:cNvPr>
          <p:cNvCxnSpPr>
            <a:cxnSpLocks/>
          </p:cNvCxnSpPr>
          <p:nvPr/>
        </p:nvCxnSpPr>
        <p:spPr>
          <a:xfrm flipV="1">
            <a:off x="4192431" y="7983472"/>
            <a:ext cx="1093190" cy="938961"/>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26" name="Connettore diritto 125">
            <a:extLst>
              <a:ext uri="{FF2B5EF4-FFF2-40B4-BE49-F238E27FC236}">
                <a16:creationId xmlns:a16="http://schemas.microsoft.com/office/drawing/2014/main" id="{EBC90880-E73E-A6A3-2AEF-AA3FB44AC298}"/>
              </a:ext>
            </a:extLst>
          </p:cNvPr>
          <p:cNvCxnSpPr>
            <a:cxnSpLocks/>
          </p:cNvCxnSpPr>
          <p:nvPr/>
        </p:nvCxnSpPr>
        <p:spPr>
          <a:xfrm flipV="1">
            <a:off x="4164253" y="7949573"/>
            <a:ext cx="1146094" cy="1218597"/>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31" name="Connettore diritto 130">
            <a:extLst>
              <a:ext uri="{FF2B5EF4-FFF2-40B4-BE49-F238E27FC236}">
                <a16:creationId xmlns:a16="http://schemas.microsoft.com/office/drawing/2014/main" id="{94ADEC36-A18E-D369-A6BC-74A6B379A0B1}"/>
              </a:ext>
            </a:extLst>
          </p:cNvPr>
          <p:cNvCxnSpPr>
            <a:cxnSpLocks/>
          </p:cNvCxnSpPr>
          <p:nvPr/>
        </p:nvCxnSpPr>
        <p:spPr>
          <a:xfrm flipV="1">
            <a:off x="4177183" y="8072862"/>
            <a:ext cx="1194002" cy="1322060"/>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32" name="Connettore diritto 131">
            <a:extLst>
              <a:ext uri="{FF2B5EF4-FFF2-40B4-BE49-F238E27FC236}">
                <a16:creationId xmlns:a16="http://schemas.microsoft.com/office/drawing/2014/main" id="{3107AB51-05FF-DEB6-0E5A-30B6087D01F9}"/>
              </a:ext>
            </a:extLst>
          </p:cNvPr>
          <p:cNvCxnSpPr>
            <a:cxnSpLocks/>
          </p:cNvCxnSpPr>
          <p:nvPr/>
        </p:nvCxnSpPr>
        <p:spPr>
          <a:xfrm flipV="1">
            <a:off x="4165105" y="8054017"/>
            <a:ext cx="1207643" cy="1559432"/>
          </a:xfrm>
          <a:prstGeom prst="line">
            <a:avLst/>
          </a:prstGeom>
          <a:ln>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167" name="Connettore diritto 166">
            <a:extLst>
              <a:ext uri="{FF2B5EF4-FFF2-40B4-BE49-F238E27FC236}">
                <a16:creationId xmlns:a16="http://schemas.microsoft.com/office/drawing/2014/main" id="{5748832A-5C24-22B2-8CAF-C6DB479636A7}"/>
              </a:ext>
            </a:extLst>
          </p:cNvPr>
          <p:cNvCxnSpPr>
            <a:cxnSpLocks/>
          </p:cNvCxnSpPr>
          <p:nvPr/>
        </p:nvCxnSpPr>
        <p:spPr>
          <a:xfrm>
            <a:off x="4202712" y="9140960"/>
            <a:ext cx="1207279" cy="826460"/>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01" name="Connettore diritto 200">
            <a:extLst>
              <a:ext uri="{FF2B5EF4-FFF2-40B4-BE49-F238E27FC236}">
                <a16:creationId xmlns:a16="http://schemas.microsoft.com/office/drawing/2014/main" id="{69C7D022-1218-ECA9-EDD4-9D9AC1591314}"/>
              </a:ext>
            </a:extLst>
          </p:cNvPr>
          <p:cNvCxnSpPr>
            <a:cxnSpLocks/>
          </p:cNvCxnSpPr>
          <p:nvPr/>
        </p:nvCxnSpPr>
        <p:spPr>
          <a:xfrm>
            <a:off x="4180458" y="9373487"/>
            <a:ext cx="1244010" cy="887992"/>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cxnSp>
        <p:nvCxnSpPr>
          <p:cNvPr id="207" name="Connettore diritto 206">
            <a:extLst>
              <a:ext uri="{FF2B5EF4-FFF2-40B4-BE49-F238E27FC236}">
                <a16:creationId xmlns:a16="http://schemas.microsoft.com/office/drawing/2014/main" id="{200808BE-7615-8EC1-5BBF-3262E823663B}"/>
              </a:ext>
            </a:extLst>
          </p:cNvPr>
          <p:cNvCxnSpPr>
            <a:cxnSpLocks/>
          </p:cNvCxnSpPr>
          <p:nvPr/>
        </p:nvCxnSpPr>
        <p:spPr>
          <a:xfrm>
            <a:off x="4202559" y="9600239"/>
            <a:ext cx="1237048" cy="684553"/>
          </a:xfrm>
          <a:prstGeom prst="line">
            <a:avLst/>
          </a:prstGeom>
          <a:ln>
            <a:solidFill>
              <a:srgbClr val="8CBFDC"/>
            </a:solidFill>
            <a:prstDash val="dash"/>
          </a:ln>
        </p:spPr>
        <p:style>
          <a:lnRef idx="2">
            <a:schemeClr val="accent1"/>
          </a:lnRef>
          <a:fillRef idx="0">
            <a:schemeClr val="accent1"/>
          </a:fillRef>
          <a:effectRef idx="1">
            <a:schemeClr val="accent1"/>
          </a:effectRef>
          <a:fontRef idx="minor">
            <a:schemeClr val="tx1"/>
          </a:fontRef>
        </p:style>
      </p:cxnSp>
      <p:sp>
        <p:nvSpPr>
          <p:cNvPr id="213" name="Rettangolo 212">
            <a:extLst>
              <a:ext uri="{FF2B5EF4-FFF2-40B4-BE49-F238E27FC236}">
                <a16:creationId xmlns:a16="http://schemas.microsoft.com/office/drawing/2014/main" id="{9D6B1598-7AED-8602-1A21-FFD853BE9312}"/>
              </a:ext>
            </a:extLst>
          </p:cNvPr>
          <p:cNvSpPr/>
          <p:nvPr/>
        </p:nvSpPr>
        <p:spPr>
          <a:xfrm>
            <a:off x="401820" y="6693279"/>
            <a:ext cx="381147" cy="254511"/>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4" name="Rettangolo 213">
            <a:extLst>
              <a:ext uri="{FF2B5EF4-FFF2-40B4-BE49-F238E27FC236}">
                <a16:creationId xmlns:a16="http://schemas.microsoft.com/office/drawing/2014/main" id="{76486C70-2106-BA27-470F-7722C56B1B28}"/>
              </a:ext>
            </a:extLst>
          </p:cNvPr>
          <p:cNvSpPr/>
          <p:nvPr/>
        </p:nvSpPr>
        <p:spPr>
          <a:xfrm>
            <a:off x="431256" y="6712724"/>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8" name="Rettangolo 217">
            <a:extLst>
              <a:ext uri="{FF2B5EF4-FFF2-40B4-BE49-F238E27FC236}">
                <a16:creationId xmlns:a16="http://schemas.microsoft.com/office/drawing/2014/main" id="{15E459E7-86AE-E811-0048-843E31473934}"/>
              </a:ext>
            </a:extLst>
          </p:cNvPr>
          <p:cNvSpPr/>
          <p:nvPr/>
        </p:nvSpPr>
        <p:spPr>
          <a:xfrm>
            <a:off x="587430" y="6712724"/>
            <a:ext cx="128618" cy="2054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433782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cxnSp>
        <p:nvCxnSpPr>
          <p:cNvPr id="2137" name="Connettore diritto 2136">
            <a:extLst>
              <a:ext uri="{FF2B5EF4-FFF2-40B4-BE49-F238E27FC236}">
                <a16:creationId xmlns:a16="http://schemas.microsoft.com/office/drawing/2014/main" id="{32D1FB35-61E5-C710-83AF-1D35DAA286DE}"/>
              </a:ext>
            </a:extLst>
          </p:cNvPr>
          <p:cNvCxnSpPr>
            <a:cxnSpLocks/>
          </p:cNvCxnSpPr>
          <p:nvPr/>
        </p:nvCxnSpPr>
        <p:spPr>
          <a:xfrm rot="5400000" flipH="1">
            <a:off x="7191897" y="6726778"/>
            <a:ext cx="1" cy="296381"/>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138" name="Connettore diritto 2137">
            <a:extLst>
              <a:ext uri="{FF2B5EF4-FFF2-40B4-BE49-F238E27FC236}">
                <a16:creationId xmlns:a16="http://schemas.microsoft.com/office/drawing/2014/main" id="{03891EFA-F1B7-4896-0005-5187A7AD629F}"/>
              </a:ext>
            </a:extLst>
          </p:cNvPr>
          <p:cNvCxnSpPr>
            <a:cxnSpLocks/>
          </p:cNvCxnSpPr>
          <p:nvPr/>
        </p:nvCxnSpPr>
        <p:spPr>
          <a:xfrm rot="5400000" flipH="1">
            <a:off x="7209425" y="6923967"/>
            <a:ext cx="1" cy="296381"/>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132" name="Connettore diritto 2131">
            <a:extLst>
              <a:ext uri="{FF2B5EF4-FFF2-40B4-BE49-F238E27FC236}">
                <a16:creationId xmlns:a16="http://schemas.microsoft.com/office/drawing/2014/main" id="{488B1149-E512-C5BB-3090-EA24FF18E0ED}"/>
              </a:ext>
            </a:extLst>
          </p:cNvPr>
          <p:cNvCxnSpPr/>
          <p:nvPr/>
        </p:nvCxnSpPr>
        <p:spPr>
          <a:xfrm flipH="1">
            <a:off x="6029028" y="10265872"/>
            <a:ext cx="1" cy="296381"/>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133" name="Connettore diritto 2132">
            <a:extLst>
              <a:ext uri="{FF2B5EF4-FFF2-40B4-BE49-F238E27FC236}">
                <a16:creationId xmlns:a16="http://schemas.microsoft.com/office/drawing/2014/main" id="{2D876D5A-B93A-E4ED-C0FD-3EE59A6CF21A}"/>
              </a:ext>
            </a:extLst>
          </p:cNvPr>
          <p:cNvCxnSpPr/>
          <p:nvPr/>
        </p:nvCxnSpPr>
        <p:spPr>
          <a:xfrm flipH="1">
            <a:off x="6702586" y="10246013"/>
            <a:ext cx="1" cy="296381"/>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119" name="Connettore diritto 2118">
            <a:extLst>
              <a:ext uri="{FF2B5EF4-FFF2-40B4-BE49-F238E27FC236}">
                <a16:creationId xmlns:a16="http://schemas.microsoft.com/office/drawing/2014/main" id="{3FB388DE-C28B-6652-25C7-26DCC6D8278E}"/>
              </a:ext>
            </a:extLst>
          </p:cNvPr>
          <p:cNvCxnSpPr>
            <a:cxnSpLocks/>
          </p:cNvCxnSpPr>
          <p:nvPr/>
        </p:nvCxnSpPr>
        <p:spPr>
          <a:xfrm>
            <a:off x="1623838" y="9756363"/>
            <a:ext cx="0" cy="169978"/>
          </a:xfrm>
          <a:prstGeom prst="line">
            <a:avLst/>
          </a:prstGeom>
          <a:ln>
            <a:solidFill>
              <a:srgbClr val="FE6464"/>
            </a:solidFill>
          </a:ln>
          <a:effectLst/>
        </p:spPr>
        <p:style>
          <a:lnRef idx="2">
            <a:schemeClr val="accent1"/>
          </a:lnRef>
          <a:fillRef idx="0">
            <a:schemeClr val="accent1"/>
          </a:fillRef>
          <a:effectRef idx="1">
            <a:schemeClr val="accent1"/>
          </a:effectRef>
          <a:fontRef idx="minor">
            <a:schemeClr val="tx1"/>
          </a:fontRef>
        </p:style>
      </p:cxnSp>
      <p:cxnSp>
        <p:nvCxnSpPr>
          <p:cNvPr id="228" name="Connettore diritto 227">
            <a:extLst>
              <a:ext uri="{FF2B5EF4-FFF2-40B4-BE49-F238E27FC236}">
                <a16:creationId xmlns:a16="http://schemas.microsoft.com/office/drawing/2014/main" id="{65FC3CA0-D885-5765-08E8-17542B2B7C19}"/>
              </a:ext>
            </a:extLst>
          </p:cNvPr>
          <p:cNvCxnSpPr>
            <a:cxnSpLocks/>
          </p:cNvCxnSpPr>
          <p:nvPr/>
        </p:nvCxnSpPr>
        <p:spPr>
          <a:xfrm>
            <a:off x="6315981" y="5045740"/>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29" name="Connettore diritto 228">
            <a:extLst>
              <a:ext uri="{FF2B5EF4-FFF2-40B4-BE49-F238E27FC236}">
                <a16:creationId xmlns:a16="http://schemas.microsoft.com/office/drawing/2014/main" id="{AABD3455-6B0A-A2E1-F7F8-6AE512B4DA72}"/>
              </a:ext>
            </a:extLst>
          </p:cNvPr>
          <p:cNvCxnSpPr>
            <a:cxnSpLocks/>
          </p:cNvCxnSpPr>
          <p:nvPr/>
        </p:nvCxnSpPr>
        <p:spPr>
          <a:xfrm>
            <a:off x="6297569" y="5914896"/>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30" name="Connettore diritto 229">
            <a:extLst>
              <a:ext uri="{FF2B5EF4-FFF2-40B4-BE49-F238E27FC236}">
                <a16:creationId xmlns:a16="http://schemas.microsoft.com/office/drawing/2014/main" id="{C9EA7AD9-1AC4-4BCB-3B79-BBDF15AE81CD}"/>
              </a:ext>
            </a:extLst>
          </p:cNvPr>
          <p:cNvCxnSpPr>
            <a:cxnSpLocks/>
          </p:cNvCxnSpPr>
          <p:nvPr/>
        </p:nvCxnSpPr>
        <p:spPr>
          <a:xfrm>
            <a:off x="6305404" y="6605283"/>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31" name="Rettangolo 230">
            <a:extLst>
              <a:ext uri="{FF2B5EF4-FFF2-40B4-BE49-F238E27FC236}">
                <a16:creationId xmlns:a16="http://schemas.microsoft.com/office/drawing/2014/main" id="{E527AD2E-EA06-E4A6-7331-064B25633A34}"/>
              </a:ext>
            </a:extLst>
          </p:cNvPr>
          <p:cNvSpPr/>
          <p:nvPr/>
        </p:nvSpPr>
        <p:spPr>
          <a:xfrm>
            <a:off x="6293733" y="6796077"/>
            <a:ext cx="762424" cy="409988"/>
          </a:xfrm>
          <a:prstGeom prst="rect">
            <a:avLst/>
          </a:prstGeom>
          <a:noFill/>
          <a:ln w="28575" cap="rnd">
            <a:solidFill>
              <a:schemeClr val="bg1">
                <a:lumMod val="65000"/>
              </a:schemeClr>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32" name="object 118">
            <a:extLst>
              <a:ext uri="{FF2B5EF4-FFF2-40B4-BE49-F238E27FC236}">
                <a16:creationId xmlns:a16="http://schemas.microsoft.com/office/drawing/2014/main" id="{F640D49B-8867-E41A-730F-E899343B7023}"/>
              </a:ext>
            </a:extLst>
          </p:cNvPr>
          <p:cNvPicPr/>
          <p:nvPr/>
        </p:nvPicPr>
        <p:blipFill>
          <a:blip r:embed="rId2" cstate="print"/>
          <a:stretch>
            <a:fillRect/>
          </a:stretch>
        </p:blipFill>
        <p:spPr>
          <a:xfrm>
            <a:off x="6422878" y="6924312"/>
            <a:ext cx="293008" cy="298782"/>
          </a:xfrm>
          <a:prstGeom prst="rect">
            <a:avLst/>
          </a:prstGeom>
        </p:spPr>
      </p:pic>
      <p:pic>
        <p:nvPicPr>
          <p:cNvPr id="233" name="object 119">
            <a:extLst>
              <a:ext uri="{FF2B5EF4-FFF2-40B4-BE49-F238E27FC236}">
                <a16:creationId xmlns:a16="http://schemas.microsoft.com/office/drawing/2014/main" id="{9F2FDE79-A98C-7813-50C2-359A176035FF}"/>
              </a:ext>
            </a:extLst>
          </p:cNvPr>
          <p:cNvPicPr/>
          <p:nvPr/>
        </p:nvPicPr>
        <p:blipFill>
          <a:blip r:embed="rId3" cstate="print"/>
          <a:stretch>
            <a:fillRect/>
          </a:stretch>
        </p:blipFill>
        <p:spPr>
          <a:xfrm>
            <a:off x="6581687" y="6916301"/>
            <a:ext cx="194933" cy="194933"/>
          </a:xfrm>
          <a:prstGeom prst="rect">
            <a:avLst/>
          </a:prstGeom>
        </p:spPr>
      </p:pic>
      <p:pic>
        <p:nvPicPr>
          <p:cNvPr id="234" name="object 120">
            <a:extLst>
              <a:ext uri="{FF2B5EF4-FFF2-40B4-BE49-F238E27FC236}">
                <a16:creationId xmlns:a16="http://schemas.microsoft.com/office/drawing/2014/main" id="{AB627F1B-04F9-9213-4A71-35EE76B68C8F}"/>
              </a:ext>
            </a:extLst>
          </p:cNvPr>
          <p:cNvPicPr/>
          <p:nvPr/>
        </p:nvPicPr>
        <p:blipFill>
          <a:blip r:embed="rId4" cstate="print"/>
          <a:stretch>
            <a:fillRect/>
          </a:stretch>
        </p:blipFill>
        <p:spPr>
          <a:xfrm>
            <a:off x="6689434" y="6829938"/>
            <a:ext cx="229073" cy="228244"/>
          </a:xfrm>
          <a:prstGeom prst="rect">
            <a:avLst/>
          </a:prstGeom>
        </p:spPr>
      </p:pic>
      <p:cxnSp>
        <p:nvCxnSpPr>
          <p:cNvPr id="235" name="Connettore diritto 234">
            <a:extLst>
              <a:ext uri="{FF2B5EF4-FFF2-40B4-BE49-F238E27FC236}">
                <a16:creationId xmlns:a16="http://schemas.microsoft.com/office/drawing/2014/main" id="{588FB20E-B640-956D-4D5A-6A87C2D78F76}"/>
              </a:ext>
            </a:extLst>
          </p:cNvPr>
          <p:cNvCxnSpPr>
            <a:cxnSpLocks/>
          </p:cNvCxnSpPr>
          <p:nvPr/>
        </p:nvCxnSpPr>
        <p:spPr>
          <a:xfrm flipV="1">
            <a:off x="6300311" y="5036664"/>
            <a:ext cx="15670" cy="1756465"/>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36" name="Connettore diritto 235">
            <a:extLst>
              <a:ext uri="{FF2B5EF4-FFF2-40B4-BE49-F238E27FC236}">
                <a16:creationId xmlns:a16="http://schemas.microsoft.com/office/drawing/2014/main" id="{1B07AA2B-3195-0DB8-DE8D-C478CFDC569F}"/>
              </a:ext>
            </a:extLst>
          </p:cNvPr>
          <p:cNvCxnSpPr>
            <a:cxnSpLocks/>
          </p:cNvCxnSpPr>
          <p:nvPr/>
        </p:nvCxnSpPr>
        <p:spPr>
          <a:xfrm flipV="1">
            <a:off x="7053627" y="5041289"/>
            <a:ext cx="15670" cy="1756465"/>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10" name="Connettore diritto 209">
            <a:extLst>
              <a:ext uri="{FF2B5EF4-FFF2-40B4-BE49-F238E27FC236}">
                <a16:creationId xmlns:a16="http://schemas.microsoft.com/office/drawing/2014/main" id="{C1B9B012-603B-FCCF-384D-3900C560D782}"/>
              </a:ext>
            </a:extLst>
          </p:cNvPr>
          <p:cNvCxnSpPr>
            <a:cxnSpLocks/>
          </p:cNvCxnSpPr>
          <p:nvPr/>
        </p:nvCxnSpPr>
        <p:spPr>
          <a:xfrm>
            <a:off x="5504685" y="5048688"/>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11" name="Connettore diritto 210">
            <a:extLst>
              <a:ext uri="{FF2B5EF4-FFF2-40B4-BE49-F238E27FC236}">
                <a16:creationId xmlns:a16="http://schemas.microsoft.com/office/drawing/2014/main" id="{E3CAA76A-1723-E7D9-C9C1-D7C2BA566610}"/>
              </a:ext>
            </a:extLst>
          </p:cNvPr>
          <p:cNvCxnSpPr>
            <a:cxnSpLocks/>
          </p:cNvCxnSpPr>
          <p:nvPr/>
        </p:nvCxnSpPr>
        <p:spPr>
          <a:xfrm>
            <a:off x="5486273" y="5917844"/>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12" name="Connettore diritto 211">
            <a:extLst>
              <a:ext uri="{FF2B5EF4-FFF2-40B4-BE49-F238E27FC236}">
                <a16:creationId xmlns:a16="http://schemas.microsoft.com/office/drawing/2014/main" id="{E3F4F4D9-9709-23E9-E4C8-6E0C597CE49C}"/>
              </a:ext>
            </a:extLst>
          </p:cNvPr>
          <p:cNvCxnSpPr>
            <a:cxnSpLocks/>
          </p:cNvCxnSpPr>
          <p:nvPr/>
        </p:nvCxnSpPr>
        <p:spPr>
          <a:xfrm>
            <a:off x="5494108" y="6608231"/>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13" name="Rettangolo 212">
            <a:extLst>
              <a:ext uri="{FF2B5EF4-FFF2-40B4-BE49-F238E27FC236}">
                <a16:creationId xmlns:a16="http://schemas.microsoft.com/office/drawing/2014/main" id="{4D4217F0-ADCE-7768-84B9-7E411AEDF42F}"/>
              </a:ext>
            </a:extLst>
          </p:cNvPr>
          <p:cNvSpPr/>
          <p:nvPr/>
        </p:nvSpPr>
        <p:spPr>
          <a:xfrm>
            <a:off x="5482437" y="6799025"/>
            <a:ext cx="762424" cy="409988"/>
          </a:xfrm>
          <a:prstGeom prst="rect">
            <a:avLst/>
          </a:prstGeom>
          <a:noFill/>
          <a:ln w="28575" cap="rnd">
            <a:solidFill>
              <a:schemeClr val="bg1">
                <a:lumMod val="65000"/>
              </a:schemeClr>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14" name="object 118">
            <a:extLst>
              <a:ext uri="{FF2B5EF4-FFF2-40B4-BE49-F238E27FC236}">
                <a16:creationId xmlns:a16="http://schemas.microsoft.com/office/drawing/2014/main" id="{E2322F4E-C7D9-DA04-4EA8-DBD05724CDEA}"/>
              </a:ext>
            </a:extLst>
          </p:cNvPr>
          <p:cNvPicPr/>
          <p:nvPr/>
        </p:nvPicPr>
        <p:blipFill>
          <a:blip r:embed="rId2" cstate="print"/>
          <a:stretch>
            <a:fillRect/>
          </a:stretch>
        </p:blipFill>
        <p:spPr>
          <a:xfrm>
            <a:off x="5611582" y="6927260"/>
            <a:ext cx="293008" cy="298782"/>
          </a:xfrm>
          <a:prstGeom prst="rect">
            <a:avLst/>
          </a:prstGeom>
        </p:spPr>
      </p:pic>
      <p:pic>
        <p:nvPicPr>
          <p:cNvPr id="215" name="object 119">
            <a:extLst>
              <a:ext uri="{FF2B5EF4-FFF2-40B4-BE49-F238E27FC236}">
                <a16:creationId xmlns:a16="http://schemas.microsoft.com/office/drawing/2014/main" id="{BEFF20DC-9F9E-8B11-0182-4923AFFD41E9}"/>
              </a:ext>
            </a:extLst>
          </p:cNvPr>
          <p:cNvPicPr/>
          <p:nvPr/>
        </p:nvPicPr>
        <p:blipFill>
          <a:blip r:embed="rId3" cstate="print"/>
          <a:stretch>
            <a:fillRect/>
          </a:stretch>
        </p:blipFill>
        <p:spPr>
          <a:xfrm>
            <a:off x="5770391" y="6919249"/>
            <a:ext cx="194933" cy="194933"/>
          </a:xfrm>
          <a:prstGeom prst="rect">
            <a:avLst/>
          </a:prstGeom>
        </p:spPr>
      </p:pic>
      <p:pic>
        <p:nvPicPr>
          <p:cNvPr id="216" name="object 120">
            <a:extLst>
              <a:ext uri="{FF2B5EF4-FFF2-40B4-BE49-F238E27FC236}">
                <a16:creationId xmlns:a16="http://schemas.microsoft.com/office/drawing/2014/main" id="{7BE8EF7D-75EF-135D-BC75-D54411B2B9AF}"/>
              </a:ext>
            </a:extLst>
          </p:cNvPr>
          <p:cNvPicPr/>
          <p:nvPr/>
        </p:nvPicPr>
        <p:blipFill>
          <a:blip r:embed="rId4" cstate="print"/>
          <a:stretch>
            <a:fillRect/>
          </a:stretch>
        </p:blipFill>
        <p:spPr>
          <a:xfrm>
            <a:off x="5878138" y="6832886"/>
            <a:ext cx="229073" cy="228244"/>
          </a:xfrm>
          <a:prstGeom prst="rect">
            <a:avLst/>
          </a:prstGeom>
        </p:spPr>
      </p:pic>
      <p:cxnSp>
        <p:nvCxnSpPr>
          <p:cNvPr id="217" name="Connettore diritto 216">
            <a:extLst>
              <a:ext uri="{FF2B5EF4-FFF2-40B4-BE49-F238E27FC236}">
                <a16:creationId xmlns:a16="http://schemas.microsoft.com/office/drawing/2014/main" id="{E31E7897-D982-6C83-2C88-408493D2FDA1}"/>
              </a:ext>
            </a:extLst>
          </p:cNvPr>
          <p:cNvCxnSpPr>
            <a:cxnSpLocks/>
          </p:cNvCxnSpPr>
          <p:nvPr/>
        </p:nvCxnSpPr>
        <p:spPr>
          <a:xfrm flipV="1">
            <a:off x="5489015" y="5039612"/>
            <a:ext cx="15670" cy="1756465"/>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18" name="Connettore diritto 217">
            <a:extLst>
              <a:ext uri="{FF2B5EF4-FFF2-40B4-BE49-F238E27FC236}">
                <a16:creationId xmlns:a16="http://schemas.microsoft.com/office/drawing/2014/main" id="{E019678C-5166-56BF-005E-E51E4592F390}"/>
              </a:ext>
            </a:extLst>
          </p:cNvPr>
          <p:cNvCxnSpPr>
            <a:cxnSpLocks/>
          </p:cNvCxnSpPr>
          <p:nvPr/>
        </p:nvCxnSpPr>
        <p:spPr>
          <a:xfrm flipV="1">
            <a:off x="6242331" y="5044237"/>
            <a:ext cx="15670" cy="1756465"/>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3" name="Connettore diritto 192">
            <a:extLst>
              <a:ext uri="{FF2B5EF4-FFF2-40B4-BE49-F238E27FC236}">
                <a16:creationId xmlns:a16="http://schemas.microsoft.com/office/drawing/2014/main" id="{A291ADFE-5AF6-C6E0-A60F-9310171071A6}"/>
              </a:ext>
            </a:extLst>
          </p:cNvPr>
          <p:cNvCxnSpPr>
            <a:cxnSpLocks/>
          </p:cNvCxnSpPr>
          <p:nvPr/>
        </p:nvCxnSpPr>
        <p:spPr>
          <a:xfrm>
            <a:off x="4636538" y="5048688"/>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0" name="Connettore diritto 199">
            <a:extLst>
              <a:ext uri="{FF2B5EF4-FFF2-40B4-BE49-F238E27FC236}">
                <a16:creationId xmlns:a16="http://schemas.microsoft.com/office/drawing/2014/main" id="{23EECC10-8A2D-7389-365E-3821F4F25AFE}"/>
              </a:ext>
            </a:extLst>
          </p:cNvPr>
          <p:cNvCxnSpPr>
            <a:cxnSpLocks/>
          </p:cNvCxnSpPr>
          <p:nvPr/>
        </p:nvCxnSpPr>
        <p:spPr>
          <a:xfrm>
            <a:off x="4618126" y="5917844"/>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1" name="Connettore diritto 200">
            <a:extLst>
              <a:ext uri="{FF2B5EF4-FFF2-40B4-BE49-F238E27FC236}">
                <a16:creationId xmlns:a16="http://schemas.microsoft.com/office/drawing/2014/main" id="{B5DC06B2-1900-8BF9-3F5E-EB0C6E723420}"/>
              </a:ext>
            </a:extLst>
          </p:cNvPr>
          <p:cNvCxnSpPr>
            <a:cxnSpLocks/>
          </p:cNvCxnSpPr>
          <p:nvPr/>
        </p:nvCxnSpPr>
        <p:spPr>
          <a:xfrm>
            <a:off x="4625961" y="6608231"/>
            <a:ext cx="756058"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40" name="Connettore diritto 139">
            <a:extLst>
              <a:ext uri="{FF2B5EF4-FFF2-40B4-BE49-F238E27FC236}">
                <a16:creationId xmlns:a16="http://schemas.microsoft.com/office/drawing/2014/main" id="{5011FFBF-54C8-F480-3C66-F41F047C1EB7}"/>
              </a:ext>
            </a:extLst>
          </p:cNvPr>
          <p:cNvCxnSpPr>
            <a:cxnSpLocks/>
          </p:cNvCxnSpPr>
          <p:nvPr/>
        </p:nvCxnSpPr>
        <p:spPr>
          <a:xfrm flipH="1">
            <a:off x="4458008" y="5569307"/>
            <a:ext cx="2015577" cy="17795"/>
          </a:xfrm>
          <a:prstGeom prst="line">
            <a:avLst/>
          </a:prstGeom>
          <a:ln>
            <a:solidFill>
              <a:srgbClr val="FE6464"/>
            </a:solidFill>
          </a:ln>
        </p:spPr>
        <p:style>
          <a:lnRef idx="2">
            <a:schemeClr val="accent1"/>
          </a:lnRef>
          <a:fillRef idx="0">
            <a:schemeClr val="accent1"/>
          </a:fillRef>
          <a:effectRef idx="1">
            <a:schemeClr val="accent1"/>
          </a:effectRef>
          <a:fontRef idx="minor">
            <a:schemeClr val="tx1"/>
          </a:fontRef>
        </p:style>
      </p:cxnSp>
      <p:cxnSp>
        <p:nvCxnSpPr>
          <p:cNvPr id="141" name="Connettore diritto 140">
            <a:extLst>
              <a:ext uri="{FF2B5EF4-FFF2-40B4-BE49-F238E27FC236}">
                <a16:creationId xmlns:a16="http://schemas.microsoft.com/office/drawing/2014/main" id="{5BFB8B8A-43F0-ED5A-47EA-BED523414AE1}"/>
              </a:ext>
            </a:extLst>
          </p:cNvPr>
          <p:cNvCxnSpPr>
            <a:cxnSpLocks/>
          </p:cNvCxnSpPr>
          <p:nvPr/>
        </p:nvCxnSpPr>
        <p:spPr>
          <a:xfrm flipH="1">
            <a:off x="4472054" y="6255616"/>
            <a:ext cx="1921852" cy="9237"/>
          </a:xfrm>
          <a:prstGeom prst="line">
            <a:avLst/>
          </a:prstGeom>
          <a:ln>
            <a:solidFill>
              <a:srgbClr val="FE6464"/>
            </a:solidFill>
          </a:ln>
        </p:spPr>
        <p:style>
          <a:lnRef idx="2">
            <a:schemeClr val="accent1"/>
          </a:lnRef>
          <a:fillRef idx="0">
            <a:schemeClr val="accent1"/>
          </a:fillRef>
          <a:effectRef idx="1">
            <a:schemeClr val="accent1"/>
          </a:effectRef>
          <a:fontRef idx="minor">
            <a:schemeClr val="tx1"/>
          </a:fontRef>
        </p:style>
      </p:cxnSp>
      <p:cxnSp>
        <p:nvCxnSpPr>
          <p:cNvPr id="137" name="Connettore diritto 136">
            <a:extLst>
              <a:ext uri="{FF2B5EF4-FFF2-40B4-BE49-F238E27FC236}">
                <a16:creationId xmlns:a16="http://schemas.microsoft.com/office/drawing/2014/main" id="{7FA0F709-ED1F-B226-0C72-F4370C324285}"/>
              </a:ext>
            </a:extLst>
          </p:cNvPr>
          <p:cNvCxnSpPr>
            <a:cxnSpLocks/>
          </p:cNvCxnSpPr>
          <p:nvPr/>
        </p:nvCxnSpPr>
        <p:spPr>
          <a:xfrm flipH="1" flipV="1">
            <a:off x="4480468" y="4909869"/>
            <a:ext cx="1934401" cy="29806"/>
          </a:xfrm>
          <a:prstGeom prst="line">
            <a:avLst/>
          </a:prstGeom>
          <a:ln>
            <a:solidFill>
              <a:srgbClr val="FE6464"/>
            </a:solidFill>
          </a:ln>
        </p:spPr>
        <p:style>
          <a:lnRef idx="2">
            <a:schemeClr val="accent1"/>
          </a:lnRef>
          <a:fillRef idx="0">
            <a:schemeClr val="accent1"/>
          </a:fillRef>
          <a:effectRef idx="1">
            <a:schemeClr val="accent1"/>
          </a:effectRef>
          <a:fontRef idx="minor">
            <a:schemeClr val="tx1"/>
          </a:fontRef>
        </p:style>
      </p:cxnSp>
      <p:sp>
        <p:nvSpPr>
          <p:cNvPr id="5" name="object 241">
            <a:extLst>
              <a:ext uri="{FF2B5EF4-FFF2-40B4-BE49-F238E27FC236}">
                <a16:creationId xmlns:a16="http://schemas.microsoft.com/office/drawing/2014/main" id="{4C99DF51-BF81-0413-00CA-F1B68858AF16}"/>
              </a:ext>
            </a:extLst>
          </p:cNvPr>
          <p:cNvSpPr txBox="1"/>
          <p:nvPr/>
        </p:nvSpPr>
        <p:spPr>
          <a:xfrm>
            <a:off x="114209" y="79841"/>
            <a:ext cx="6972391" cy="1024351"/>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ALGORITMO DI SOSTITUZIONE</a:t>
            </a:r>
          </a:p>
          <a:p>
            <a:pPr marL="48895" marR="228600">
              <a:lnSpc>
                <a:spcPct val="101600"/>
              </a:lnSpc>
              <a:spcBef>
                <a:spcPts val="140"/>
              </a:spcBef>
            </a:pPr>
            <a:endParaRPr lang="it-IT" sz="2800" b="1" dirty="0">
              <a:solidFill>
                <a:schemeClr val="bg1"/>
              </a:solidFill>
              <a:latin typeface="A Font 1" panose="02000503000000000000" pitchFamily="2" charset="0"/>
              <a:cs typeface="Carlito"/>
            </a:endParaRPr>
          </a:p>
        </p:txBody>
      </p:sp>
      <p:sp>
        <p:nvSpPr>
          <p:cNvPr id="10" name="object 166">
            <a:extLst>
              <a:ext uri="{FF2B5EF4-FFF2-40B4-BE49-F238E27FC236}">
                <a16:creationId xmlns:a16="http://schemas.microsoft.com/office/drawing/2014/main" id="{DF5000CC-A9B9-78AC-A62D-B4313AD18120}"/>
              </a:ext>
            </a:extLst>
          </p:cNvPr>
          <p:cNvSpPr/>
          <p:nvPr/>
        </p:nvSpPr>
        <p:spPr>
          <a:xfrm>
            <a:off x="-4263692" y="883960"/>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2" name="object 168">
            <a:extLst>
              <a:ext uri="{FF2B5EF4-FFF2-40B4-BE49-F238E27FC236}">
                <a16:creationId xmlns:a16="http://schemas.microsoft.com/office/drawing/2014/main" id="{6A095960-656B-8CB8-8008-CEDAE28A045B}"/>
              </a:ext>
            </a:extLst>
          </p:cNvPr>
          <p:cNvSpPr txBox="1"/>
          <p:nvPr/>
        </p:nvSpPr>
        <p:spPr>
          <a:xfrm>
            <a:off x="-2105550" y="2225084"/>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3" name="CasellaDiTesto 2">
            <a:extLst>
              <a:ext uri="{FF2B5EF4-FFF2-40B4-BE49-F238E27FC236}">
                <a16:creationId xmlns:a16="http://schemas.microsoft.com/office/drawing/2014/main" id="{C170CF44-3A75-2DB4-7386-2C0970067C7C}"/>
              </a:ext>
            </a:extLst>
          </p:cNvPr>
          <p:cNvSpPr txBox="1"/>
          <p:nvPr/>
        </p:nvSpPr>
        <p:spPr>
          <a:xfrm>
            <a:off x="-6963846" y="4805340"/>
            <a:ext cx="4523874" cy="2308324"/>
          </a:xfrm>
          <a:prstGeom prst="rect">
            <a:avLst/>
          </a:prstGeom>
          <a:noFill/>
        </p:spPr>
        <p:txBody>
          <a:bodyPr wrap="square">
            <a:spAutoFit/>
          </a:bodyPr>
          <a:lstStyle/>
          <a:p>
            <a:r>
              <a:rPr lang="it-IT" dirty="0"/>
              <a:t>Visto che la cache è molto più piccola della </a:t>
            </a:r>
            <a:r>
              <a:rPr lang="it-IT" dirty="0" err="1"/>
              <a:t>ram</a:t>
            </a:r>
            <a:r>
              <a:rPr lang="it-IT" dirty="0"/>
              <a:t> non la devi sprecare. La dividi in parti che si chiamano set, ogni set ha più blocchi. Ogni blocco in </a:t>
            </a:r>
            <a:r>
              <a:rPr lang="it-IT" dirty="0" err="1"/>
              <a:t>ram</a:t>
            </a:r>
            <a:r>
              <a:rPr lang="it-IT" dirty="0"/>
              <a:t> può finire in uno specifico set in modo da gestire più velocemente la RAM visto che non puoi mettere i blocchi a caso, altrimenti non sapresti come andare a pescarteli</a:t>
            </a:r>
          </a:p>
        </p:txBody>
      </p:sp>
      <p:sp>
        <p:nvSpPr>
          <p:cNvPr id="17" name="CasellaDiTesto 16">
            <a:extLst>
              <a:ext uri="{FF2B5EF4-FFF2-40B4-BE49-F238E27FC236}">
                <a16:creationId xmlns:a16="http://schemas.microsoft.com/office/drawing/2014/main" id="{CCB9766D-0BBB-6B00-3DA3-C22CE258EC8C}"/>
              </a:ext>
            </a:extLst>
          </p:cNvPr>
          <p:cNvSpPr txBox="1"/>
          <p:nvPr/>
        </p:nvSpPr>
        <p:spPr>
          <a:xfrm>
            <a:off x="214195" y="631204"/>
            <a:ext cx="5955021" cy="385307"/>
          </a:xfrm>
          <a:prstGeom prst="rect">
            <a:avLst/>
          </a:prstGeom>
          <a:solidFill>
            <a:schemeClr val="bg1"/>
          </a:solidFill>
        </p:spPr>
        <p:txBody>
          <a:bodyPr wrap="square" anchor="ctr">
            <a:normAutofit fontScale="85000" lnSpcReduction="20000"/>
          </a:bodyPr>
          <a:lstStyle/>
          <a:p>
            <a:r>
              <a:rPr lang="it-IT" sz="2800" dirty="0">
                <a:solidFill>
                  <a:srgbClr val="FF654C"/>
                </a:solidFill>
                <a:latin typeface="A Font 1" panose="02000503000000000000" pitchFamily="2" charset="0"/>
                <a:cs typeface="Carlito"/>
              </a:rPr>
              <a:t> funziona solo per metodo associativo a gruppi o non</a:t>
            </a:r>
          </a:p>
        </p:txBody>
      </p:sp>
      <p:sp>
        <p:nvSpPr>
          <p:cNvPr id="19" name="CasellaDiTesto 18">
            <a:extLst>
              <a:ext uri="{FF2B5EF4-FFF2-40B4-BE49-F238E27FC236}">
                <a16:creationId xmlns:a16="http://schemas.microsoft.com/office/drawing/2014/main" id="{A2C49E7F-5B3D-8D00-CEF6-66547EFD996B}"/>
              </a:ext>
            </a:extLst>
          </p:cNvPr>
          <p:cNvSpPr txBox="1"/>
          <p:nvPr/>
        </p:nvSpPr>
        <p:spPr>
          <a:xfrm>
            <a:off x="114209" y="1360362"/>
            <a:ext cx="591185" cy="383332"/>
          </a:xfrm>
          <a:prstGeom prst="rect">
            <a:avLst/>
          </a:prstGeom>
          <a:solidFill>
            <a:srgbClr val="795548"/>
          </a:solidFill>
        </p:spPr>
        <p:txBody>
          <a:bodyPr wrap="square" anchor="ctr">
            <a:normAutofit fontScale="77500" lnSpcReduction="20000"/>
          </a:bodyPr>
          <a:lstStyle>
            <a:defPPr>
              <a:defRPr lang="en-US"/>
            </a:defPPr>
            <a:lvl1pPr>
              <a:defRPr sz="2800">
                <a:solidFill>
                  <a:srgbClr val="FAF6EF"/>
                </a:solidFill>
                <a:latin typeface="A Font 1" panose="02000503000000000000" pitchFamily="2" charset="0"/>
              </a:defRPr>
            </a:lvl1pPr>
          </a:lstStyle>
          <a:p>
            <a:r>
              <a:rPr lang="it-IT" dirty="0"/>
              <a:t>LRU </a:t>
            </a:r>
          </a:p>
        </p:txBody>
      </p:sp>
      <p:sp>
        <p:nvSpPr>
          <p:cNvPr id="20" name="object 123">
            <a:extLst>
              <a:ext uri="{FF2B5EF4-FFF2-40B4-BE49-F238E27FC236}">
                <a16:creationId xmlns:a16="http://schemas.microsoft.com/office/drawing/2014/main" id="{A4BC3734-24E5-E160-BEF1-989CABB3ED4E}"/>
              </a:ext>
            </a:extLst>
          </p:cNvPr>
          <p:cNvSpPr/>
          <p:nvPr/>
        </p:nvSpPr>
        <p:spPr>
          <a:xfrm>
            <a:off x="8411394" y="6286187"/>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42" name="object 192">
            <a:extLst>
              <a:ext uri="{FF2B5EF4-FFF2-40B4-BE49-F238E27FC236}">
                <a16:creationId xmlns:a16="http://schemas.microsoft.com/office/drawing/2014/main" id="{7C46EF8F-5DBE-D90E-EA01-DEA483EBD119}"/>
              </a:ext>
            </a:extLst>
          </p:cNvPr>
          <p:cNvSpPr/>
          <p:nvPr/>
        </p:nvSpPr>
        <p:spPr>
          <a:xfrm>
            <a:off x="-845855" y="1342387"/>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03" name="object 123">
            <a:extLst>
              <a:ext uri="{FF2B5EF4-FFF2-40B4-BE49-F238E27FC236}">
                <a16:creationId xmlns:a16="http://schemas.microsoft.com/office/drawing/2014/main" id="{A1CA16D5-CD5D-EC2E-2DBF-4D627EB8E0AD}"/>
              </a:ext>
            </a:extLst>
          </p:cNvPr>
          <p:cNvSpPr/>
          <p:nvPr/>
        </p:nvSpPr>
        <p:spPr>
          <a:xfrm>
            <a:off x="8418982" y="6859002"/>
            <a:ext cx="885128"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08" name="CasellaDiTesto 107">
            <a:extLst>
              <a:ext uri="{FF2B5EF4-FFF2-40B4-BE49-F238E27FC236}">
                <a16:creationId xmlns:a16="http://schemas.microsoft.com/office/drawing/2014/main" id="{2560331B-CB75-BE10-83B5-0651CA101A1D}"/>
              </a:ext>
            </a:extLst>
          </p:cNvPr>
          <p:cNvSpPr txBox="1"/>
          <p:nvPr/>
        </p:nvSpPr>
        <p:spPr>
          <a:xfrm>
            <a:off x="8374133" y="6233199"/>
            <a:ext cx="250390" cy="1261884"/>
          </a:xfrm>
          <a:prstGeom prst="rect">
            <a:avLst/>
          </a:prstGeom>
          <a:noFill/>
        </p:spPr>
        <p:txBody>
          <a:bodyPr wrap="none" rtlCol="0">
            <a:spAutoFit/>
          </a:bodyPr>
          <a:lstStyle/>
          <a:p>
            <a:r>
              <a:rPr lang="it-IT" sz="950" dirty="0">
                <a:solidFill>
                  <a:srgbClr val="997E71"/>
                </a:solidFill>
              </a:rPr>
              <a:t>1</a:t>
            </a:r>
          </a:p>
          <a:p>
            <a:r>
              <a:rPr lang="it-IT" sz="950" dirty="0">
                <a:solidFill>
                  <a:srgbClr val="997E71"/>
                </a:solidFill>
              </a:rPr>
              <a:t>2</a:t>
            </a:r>
          </a:p>
          <a:p>
            <a:r>
              <a:rPr lang="it-IT" sz="950" dirty="0">
                <a:solidFill>
                  <a:srgbClr val="997E71"/>
                </a:solidFill>
              </a:rPr>
              <a:t>3</a:t>
            </a:r>
          </a:p>
          <a:p>
            <a:r>
              <a:rPr lang="it-IT" sz="950" dirty="0">
                <a:solidFill>
                  <a:srgbClr val="997E71"/>
                </a:solidFill>
              </a:rPr>
              <a:t>4</a:t>
            </a:r>
          </a:p>
          <a:p>
            <a:r>
              <a:rPr lang="it-IT" sz="950" dirty="0">
                <a:solidFill>
                  <a:srgbClr val="997E71"/>
                </a:solidFill>
              </a:rPr>
              <a:t>5</a:t>
            </a:r>
            <a:br>
              <a:rPr lang="it-IT" sz="950" dirty="0">
                <a:solidFill>
                  <a:srgbClr val="997E71"/>
                </a:solidFill>
              </a:rPr>
            </a:br>
            <a:r>
              <a:rPr lang="it-IT" sz="950" dirty="0">
                <a:solidFill>
                  <a:srgbClr val="997E71"/>
                </a:solidFill>
              </a:rPr>
              <a:t>6</a:t>
            </a:r>
            <a:br>
              <a:rPr lang="it-IT" sz="950" dirty="0">
                <a:solidFill>
                  <a:srgbClr val="997E71"/>
                </a:solidFill>
              </a:rPr>
            </a:br>
            <a:r>
              <a:rPr lang="it-IT" sz="950" dirty="0">
                <a:solidFill>
                  <a:srgbClr val="997E71"/>
                </a:solidFill>
              </a:rPr>
              <a:t>7</a:t>
            </a:r>
            <a:br>
              <a:rPr lang="it-IT" sz="950" dirty="0">
                <a:solidFill>
                  <a:srgbClr val="997E71"/>
                </a:solidFill>
              </a:rPr>
            </a:br>
            <a:r>
              <a:rPr lang="it-IT" sz="950" dirty="0">
                <a:solidFill>
                  <a:srgbClr val="997E71"/>
                </a:solidFill>
              </a:rPr>
              <a:t>8</a:t>
            </a:r>
          </a:p>
        </p:txBody>
      </p:sp>
      <p:grpSp>
        <p:nvGrpSpPr>
          <p:cNvPr id="146" name="Gruppo 145">
            <a:extLst>
              <a:ext uri="{FF2B5EF4-FFF2-40B4-BE49-F238E27FC236}">
                <a16:creationId xmlns:a16="http://schemas.microsoft.com/office/drawing/2014/main" id="{194F3B46-DF9C-A4B2-585B-43FD5A778EC2}"/>
              </a:ext>
            </a:extLst>
          </p:cNvPr>
          <p:cNvGrpSpPr/>
          <p:nvPr/>
        </p:nvGrpSpPr>
        <p:grpSpPr>
          <a:xfrm>
            <a:off x="8931737" y="6308173"/>
            <a:ext cx="153520" cy="98707"/>
            <a:chOff x="6635280" y="5132018"/>
            <a:chExt cx="153520" cy="98707"/>
          </a:xfrm>
        </p:grpSpPr>
        <p:sp>
          <p:nvSpPr>
            <p:cNvPr id="113" name="Rettangolo con angoli arrotondati 112">
              <a:extLst>
                <a:ext uri="{FF2B5EF4-FFF2-40B4-BE49-F238E27FC236}">
                  <a16:creationId xmlns:a16="http://schemas.microsoft.com/office/drawing/2014/main" id="{FE9DE6ED-A553-5446-B49A-16DAB4BC7A7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5" name="Rettangolo con angoli arrotondati 144">
              <a:extLst>
                <a:ext uri="{FF2B5EF4-FFF2-40B4-BE49-F238E27FC236}">
                  <a16:creationId xmlns:a16="http://schemas.microsoft.com/office/drawing/2014/main" id="{5006BA10-2313-3D9B-0653-71D7DD2D2259}"/>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47" name="Gruppo 146">
            <a:extLst>
              <a:ext uri="{FF2B5EF4-FFF2-40B4-BE49-F238E27FC236}">
                <a16:creationId xmlns:a16="http://schemas.microsoft.com/office/drawing/2014/main" id="{8A67E918-274F-EFAF-886B-995782D0366D}"/>
              </a:ext>
            </a:extLst>
          </p:cNvPr>
          <p:cNvGrpSpPr/>
          <p:nvPr/>
        </p:nvGrpSpPr>
        <p:grpSpPr>
          <a:xfrm>
            <a:off x="8931737" y="6450145"/>
            <a:ext cx="153520" cy="98707"/>
            <a:chOff x="6635280" y="5132018"/>
            <a:chExt cx="153520" cy="98707"/>
          </a:xfrm>
        </p:grpSpPr>
        <p:sp>
          <p:nvSpPr>
            <p:cNvPr id="148" name="Rettangolo con angoli arrotondati 147">
              <a:extLst>
                <a:ext uri="{FF2B5EF4-FFF2-40B4-BE49-F238E27FC236}">
                  <a16:creationId xmlns:a16="http://schemas.microsoft.com/office/drawing/2014/main" id="{22FF6D32-CE04-949E-CBF2-DF54A09D31B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49" name="Rettangolo con angoli arrotondati 148">
              <a:extLst>
                <a:ext uri="{FF2B5EF4-FFF2-40B4-BE49-F238E27FC236}">
                  <a16:creationId xmlns:a16="http://schemas.microsoft.com/office/drawing/2014/main" id="{09545140-CB54-E021-A311-35CB87CD17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0" name="Gruppo 149">
            <a:extLst>
              <a:ext uri="{FF2B5EF4-FFF2-40B4-BE49-F238E27FC236}">
                <a16:creationId xmlns:a16="http://schemas.microsoft.com/office/drawing/2014/main" id="{C4C064A7-4112-7CBB-78BC-C48046AD7F22}"/>
              </a:ext>
            </a:extLst>
          </p:cNvPr>
          <p:cNvGrpSpPr/>
          <p:nvPr/>
        </p:nvGrpSpPr>
        <p:grpSpPr>
          <a:xfrm>
            <a:off x="8931737" y="6592117"/>
            <a:ext cx="153520" cy="98707"/>
            <a:chOff x="6635280" y="5132018"/>
            <a:chExt cx="153520" cy="98707"/>
          </a:xfrm>
        </p:grpSpPr>
        <p:sp>
          <p:nvSpPr>
            <p:cNvPr id="151" name="Rettangolo con angoli arrotondati 150">
              <a:extLst>
                <a:ext uri="{FF2B5EF4-FFF2-40B4-BE49-F238E27FC236}">
                  <a16:creationId xmlns:a16="http://schemas.microsoft.com/office/drawing/2014/main" id="{D70DE328-3A3F-AABA-DBFB-2CC2E7BA6FFD}"/>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2" name="Rettangolo con angoli arrotondati 151">
              <a:extLst>
                <a:ext uri="{FF2B5EF4-FFF2-40B4-BE49-F238E27FC236}">
                  <a16:creationId xmlns:a16="http://schemas.microsoft.com/office/drawing/2014/main" id="{B50C2D7A-9E58-5A23-35FD-660265889673}"/>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3" name="Gruppo 152">
            <a:extLst>
              <a:ext uri="{FF2B5EF4-FFF2-40B4-BE49-F238E27FC236}">
                <a16:creationId xmlns:a16="http://schemas.microsoft.com/office/drawing/2014/main" id="{197C7B12-49B1-D242-E079-5148DC213C8C}"/>
              </a:ext>
            </a:extLst>
          </p:cNvPr>
          <p:cNvGrpSpPr/>
          <p:nvPr/>
        </p:nvGrpSpPr>
        <p:grpSpPr>
          <a:xfrm>
            <a:off x="8931737" y="6734089"/>
            <a:ext cx="153520" cy="98707"/>
            <a:chOff x="6635280" y="5132018"/>
            <a:chExt cx="153520" cy="98707"/>
          </a:xfrm>
        </p:grpSpPr>
        <p:sp>
          <p:nvSpPr>
            <p:cNvPr id="154" name="Rettangolo con angoli arrotondati 153">
              <a:extLst>
                <a:ext uri="{FF2B5EF4-FFF2-40B4-BE49-F238E27FC236}">
                  <a16:creationId xmlns:a16="http://schemas.microsoft.com/office/drawing/2014/main" id="{3823CBE8-3319-67FE-10C7-6BFD907F0370}"/>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5" name="Rettangolo con angoli arrotondati 154">
              <a:extLst>
                <a:ext uri="{FF2B5EF4-FFF2-40B4-BE49-F238E27FC236}">
                  <a16:creationId xmlns:a16="http://schemas.microsoft.com/office/drawing/2014/main" id="{EF76334D-C931-C52A-A505-778085F63BB7}"/>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6" name="Gruppo 155">
            <a:extLst>
              <a:ext uri="{FF2B5EF4-FFF2-40B4-BE49-F238E27FC236}">
                <a16:creationId xmlns:a16="http://schemas.microsoft.com/office/drawing/2014/main" id="{137A10B2-2B9E-7A9F-F53F-6E7B5CDF03C7}"/>
              </a:ext>
            </a:extLst>
          </p:cNvPr>
          <p:cNvGrpSpPr/>
          <p:nvPr/>
        </p:nvGrpSpPr>
        <p:grpSpPr>
          <a:xfrm>
            <a:off x="8931737" y="6876061"/>
            <a:ext cx="153520" cy="98707"/>
            <a:chOff x="6635280" y="5132018"/>
            <a:chExt cx="153520" cy="98707"/>
          </a:xfrm>
        </p:grpSpPr>
        <p:sp>
          <p:nvSpPr>
            <p:cNvPr id="157" name="Rettangolo con angoli arrotondati 156">
              <a:extLst>
                <a:ext uri="{FF2B5EF4-FFF2-40B4-BE49-F238E27FC236}">
                  <a16:creationId xmlns:a16="http://schemas.microsoft.com/office/drawing/2014/main" id="{44F8A67E-BE90-6E22-0BFD-0415F6AF16E2}"/>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58" name="Rettangolo con angoli arrotondati 157">
              <a:extLst>
                <a:ext uri="{FF2B5EF4-FFF2-40B4-BE49-F238E27FC236}">
                  <a16:creationId xmlns:a16="http://schemas.microsoft.com/office/drawing/2014/main" id="{BCD4B5BE-7C17-5485-250F-BD738C062DED}"/>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59" name="Gruppo 158">
            <a:extLst>
              <a:ext uri="{FF2B5EF4-FFF2-40B4-BE49-F238E27FC236}">
                <a16:creationId xmlns:a16="http://schemas.microsoft.com/office/drawing/2014/main" id="{2654C971-2788-A20A-EC84-9C8A4B78A9F2}"/>
              </a:ext>
            </a:extLst>
          </p:cNvPr>
          <p:cNvGrpSpPr/>
          <p:nvPr/>
        </p:nvGrpSpPr>
        <p:grpSpPr>
          <a:xfrm>
            <a:off x="8931737" y="7018033"/>
            <a:ext cx="153520" cy="98707"/>
            <a:chOff x="6635280" y="5132018"/>
            <a:chExt cx="153520" cy="98707"/>
          </a:xfrm>
        </p:grpSpPr>
        <p:sp>
          <p:nvSpPr>
            <p:cNvPr id="160" name="Rettangolo con angoli arrotondati 159">
              <a:extLst>
                <a:ext uri="{FF2B5EF4-FFF2-40B4-BE49-F238E27FC236}">
                  <a16:creationId xmlns:a16="http://schemas.microsoft.com/office/drawing/2014/main" id="{456A544C-D9A5-67D0-AC75-6035687EF83F}"/>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1" name="Rettangolo con angoli arrotondati 160">
              <a:extLst>
                <a:ext uri="{FF2B5EF4-FFF2-40B4-BE49-F238E27FC236}">
                  <a16:creationId xmlns:a16="http://schemas.microsoft.com/office/drawing/2014/main" id="{9F7F4BFB-78B9-2C0E-9AAB-F2ECA6ECF344}"/>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2" name="Gruppo 161">
            <a:extLst>
              <a:ext uri="{FF2B5EF4-FFF2-40B4-BE49-F238E27FC236}">
                <a16:creationId xmlns:a16="http://schemas.microsoft.com/office/drawing/2014/main" id="{A2F8A304-11EE-39A7-F672-D52D5F2372D0}"/>
              </a:ext>
            </a:extLst>
          </p:cNvPr>
          <p:cNvGrpSpPr/>
          <p:nvPr/>
        </p:nvGrpSpPr>
        <p:grpSpPr>
          <a:xfrm>
            <a:off x="8931737" y="7160005"/>
            <a:ext cx="153520" cy="98707"/>
            <a:chOff x="6635280" y="5132018"/>
            <a:chExt cx="153520" cy="98707"/>
          </a:xfrm>
        </p:grpSpPr>
        <p:sp>
          <p:nvSpPr>
            <p:cNvPr id="163" name="Rettangolo con angoli arrotondati 162">
              <a:extLst>
                <a:ext uri="{FF2B5EF4-FFF2-40B4-BE49-F238E27FC236}">
                  <a16:creationId xmlns:a16="http://schemas.microsoft.com/office/drawing/2014/main" id="{60319705-B00D-3DB3-3210-E3CFC3D229B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64" name="Rettangolo con angoli arrotondati 163">
              <a:extLst>
                <a:ext uri="{FF2B5EF4-FFF2-40B4-BE49-F238E27FC236}">
                  <a16:creationId xmlns:a16="http://schemas.microsoft.com/office/drawing/2014/main" id="{6F3B5F23-4D94-C023-7CF0-CDF7FA2D66EC}"/>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68" name="Gruppo 167">
            <a:extLst>
              <a:ext uri="{FF2B5EF4-FFF2-40B4-BE49-F238E27FC236}">
                <a16:creationId xmlns:a16="http://schemas.microsoft.com/office/drawing/2014/main" id="{4DD656D2-E444-7452-E955-A2E653E9F1A9}"/>
              </a:ext>
            </a:extLst>
          </p:cNvPr>
          <p:cNvGrpSpPr/>
          <p:nvPr/>
        </p:nvGrpSpPr>
        <p:grpSpPr>
          <a:xfrm>
            <a:off x="9114129" y="6308173"/>
            <a:ext cx="153520" cy="98707"/>
            <a:chOff x="6635280" y="5132018"/>
            <a:chExt cx="153520" cy="98707"/>
          </a:xfrm>
        </p:grpSpPr>
        <p:sp>
          <p:nvSpPr>
            <p:cNvPr id="169" name="Rettangolo con angoli arrotondati 168">
              <a:extLst>
                <a:ext uri="{FF2B5EF4-FFF2-40B4-BE49-F238E27FC236}">
                  <a16:creationId xmlns:a16="http://schemas.microsoft.com/office/drawing/2014/main" id="{1EA12D9D-C5C2-62C7-12F7-D9A127435027}"/>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0" name="Rettangolo con angoli arrotondati 169">
              <a:extLst>
                <a:ext uri="{FF2B5EF4-FFF2-40B4-BE49-F238E27FC236}">
                  <a16:creationId xmlns:a16="http://schemas.microsoft.com/office/drawing/2014/main" id="{2A3E34A1-BE79-B777-C249-F3B2BCDEB96A}"/>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1" name="Gruppo 170">
            <a:extLst>
              <a:ext uri="{FF2B5EF4-FFF2-40B4-BE49-F238E27FC236}">
                <a16:creationId xmlns:a16="http://schemas.microsoft.com/office/drawing/2014/main" id="{50366B34-70B8-8594-A1E8-285C63A0E23B}"/>
              </a:ext>
            </a:extLst>
          </p:cNvPr>
          <p:cNvGrpSpPr/>
          <p:nvPr/>
        </p:nvGrpSpPr>
        <p:grpSpPr>
          <a:xfrm>
            <a:off x="9114129" y="6450145"/>
            <a:ext cx="153520" cy="98707"/>
            <a:chOff x="6635280" y="5132018"/>
            <a:chExt cx="153520" cy="98707"/>
          </a:xfrm>
        </p:grpSpPr>
        <p:sp>
          <p:nvSpPr>
            <p:cNvPr id="172" name="Rettangolo con angoli arrotondati 171">
              <a:extLst>
                <a:ext uri="{FF2B5EF4-FFF2-40B4-BE49-F238E27FC236}">
                  <a16:creationId xmlns:a16="http://schemas.microsoft.com/office/drawing/2014/main" id="{07C9BFEC-5DE3-329E-D6A5-0D43CFAC3D6A}"/>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3" name="Rettangolo con angoli arrotondati 172">
              <a:extLst>
                <a:ext uri="{FF2B5EF4-FFF2-40B4-BE49-F238E27FC236}">
                  <a16:creationId xmlns:a16="http://schemas.microsoft.com/office/drawing/2014/main" id="{F660EA41-5BB5-00AB-F602-00A5A7023CF2}"/>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4" name="Gruppo 173">
            <a:extLst>
              <a:ext uri="{FF2B5EF4-FFF2-40B4-BE49-F238E27FC236}">
                <a16:creationId xmlns:a16="http://schemas.microsoft.com/office/drawing/2014/main" id="{520D97A1-AF8E-AC9F-B8A3-5BC81F25F055}"/>
              </a:ext>
            </a:extLst>
          </p:cNvPr>
          <p:cNvGrpSpPr/>
          <p:nvPr/>
        </p:nvGrpSpPr>
        <p:grpSpPr>
          <a:xfrm>
            <a:off x="9114129" y="6592117"/>
            <a:ext cx="153520" cy="98707"/>
            <a:chOff x="6635280" y="5132018"/>
            <a:chExt cx="153520" cy="98707"/>
          </a:xfrm>
        </p:grpSpPr>
        <p:sp>
          <p:nvSpPr>
            <p:cNvPr id="175" name="Rettangolo con angoli arrotondati 174">
              <a:extLst>
                <a:ext uri="{FF2B5EF4-FFF2-40B4-BE49-F238E27FC236}">
                  <a16:creationId xmlns:a16="http://schemas.microsoft.com/office/drawing/2014/main" id="{B6449A9C-C4E7-46B8-EE2B-8343EC32CA0E}"/>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6" name="Rettangolo con angoli arrotondati 175">
              <a:extLst>
                <a:ext uri="{FF2B5EF4-FFF2-40B4-BE49-F238E27FC236}">
                  <a16:creationId xmlns:a16="http://schemas.microsoft.com/office/drawing/2014/main" id="{61726305-33DF-9CF8-88DE-76E7E5D0C0D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77" name="Gruppo 176">
            <a:extLst>
              <a:ext uri="{FF2B5EF4-FFF2-40B4-BE49-F238E27FC236}">
                <a16:creationId xmlns:a16="http://schemas.microsoft.com/office/drawing/2014/main" id="{D68D7F03-A067-E49B-7996-02D7BCC455B5}"/>
              </a:ext>
            </a:extLst>
          </p:cNvPr>
          <p:cNvGrpSpPr/>
          <p:nvPr/>
        </p:nvGrpSpPr>
        <p:grpSpPr>
          <a:xfrm>
            <a:off x="9114129" y="6734089"/>
            <a:ext cx="153520" cy="98707"/>
            <a:chOff x="6635280" y="5132018"/>
            <a:chExt cx="153520" cy="98707"/>
          </a:xfrm>
        </p:grpSpPr>
        <p:sp>
          <p:nvSpPr>
            <p:cNvPr id="178" name="Rettangolo con angoli arrotondati 177">
              <a:extLst>
                <a:ext uri="{FF2B5EF4-FFF2-40B4-BE49-F238E27FC236}">
                  <a16:creationId xmlns:a16="http://schemas.microsoft.com/office/drawing/2014/main" id="{F93BDE60-FC62-648F-79FD-3C53BE7F4CF5}"/>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79" name="Rettangolo con angoli arrotondati 178">
              <a:extLst>
                <a:ext uri="{FF2B5EF4-FFF2-40B4-BE49-F238E27FC236}">
                  <a16:creationId xmlns:a16="http://schemas.microsoft.com/office/drawing/2014/main" id="{1B77ED52-1863-6ACA-E402-5E63F136E4A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0" name="Gruppo 179">
            <a:extLst>
              <a:ext uri="{FF2B5EF4-FFF2-40B4-BE49-F238E27FC236}">
                <a16:creationId xmlns:a16="http://schemas.microsoft.com/office/drawing/2014/main" id="{CE5D3FC5-D864-D7D7-34A9-45871D23C82A}"/>
              </a:ext>
            </a:extLst>
          </p:cNvPr>
          <p:cNvGrpSpPr/>
          <p:nvPr/>
        </p:nvGrpSpPr>
        <p:grpSpPr>
          <a:xfrm>
            <a:off x="9114129" y="6876061"/>
            <a:ext cx="153520" cy="98707"/>
            <a:chOff x="6635280" y="5132018"/>
            <a:chExt cx="153520" cy="98707"/>
          </a:xfrm>
        </p:grpSpPr>
        <p:sp>
          <p:nvSpPr>
            <p:cNvPr id="181" name="Rettangolo con angoli arrotondati 180">
              <a:extLst>
                <a:ext uri="{FF2B5EF4-FFF2-40B4-BE49-F238E27FC236}">
                  <a16:creationId xmlns:a16="http://schemas.microsoft.com/office/drawing/2014/main" id="{67D67D2A-4513-62C3-EF45-C12F69506978}"/>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2" name="Rettangolo con angoli arrotondati 181">
              <a:extLst>
                <a:ext uri="{FF2B5EF4-FFF2-40B4-BE49-F238E27FC236}">
                  <a16:creationId xmlns:a16="http://schemas.microsoft.com/office/drawing/2014/main" id="{F51B8297-ACC0-3041-F285-7D0EF7B17400}"/>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3" name="Gruppo 182">
            <a:extLst>
              <a:ext uri="{FF2B5EF4-FFF2-40B4-BE49-F238E27FC236}">
                <a16:creationId xmlns:a16="http://schemas.microsoft.com/office/drawing/2014/main" id="{3674CBE5-A9A9-3D71-F1BF-24B76566F376}"/>
              </a:ext>
            </a:extLst>
          </p:cNvPr>
          <p:cNvGrpSpPr/>
          <p:nvPr/>
        </p:nvGrpSpPr>
        <p:grpSpPr>
          <a:xfrm>
            <a:off x="9114129" y="7018033"/>
            <a:ext cx="153520" cy="98707"/>
            <a:chOff x="6635280" y="5132018"/>
            <a:chExt cx="153520" cy="98707"/>
          </a:xfrm>
        </p:grpSpPr>
        <p:sp>
          <p:nvSpPr>
            <p:cNvPr id="184" name="Rettangolo con angoli arrotondati 183">
              <a:extLst>
                <a:ext uri="{FF2B5EF4-FFF2-40B4-BE49-F238E27FC236}">
                  <a16:creationId xmlns:a16="http://schemas.microsoft.com/office/drawing/2014/main" id="{BA5E0163-E34E-40F5-D7CD-680C48C92B9C}"/>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5" name="Rettangolo con angoli arrotondati 184">
              <a:extLst>
                <a:ext uri="{FF2B5EF4-FFF2-40B4-BE49-F238E27FC236}">
                  <a16:creationId xmlns:a16="http://schemas.microsoft.com/office/drawing/2014/main" id="{28812AD3-C922-54B5-5467-7ADBDABD4E4F}"/>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grpSp>
        <p:nvGrpSpPr>
          <p:cNvPr id="186" name="Gruppo 185">
            <a:extLst>
              <a:ext uri="{FF2B5EF4-FFF2-40B4-BE49-F238E27FC236}">
                <a16:creationId xmlns:a16="http://schemas.microsoft.com/office/drawing/2014/main" id="{048B4945-5E79-E334-F3C0-F34619E6D840}"/>
              </a:ext>
            </a:extLst>
          </p:cNvPr>
          <p:cNvGrpSpPr/>
          <p:nvPr/>
        </p:nvGrpSpPr>
        <p:grpSpPr>
          <a:xfrm>
            <a:off x="9114129" y="7160005"/>
            <a:ext cx="153520" cy="98707"/>
            <a:chOff x="6635280" y="5132018"/>
            <a:chExt cx="153520" cy="98707"/>
          </a:xfrm>
        </p:grpSpPr>
        <p:sp>
          <p:nvSpPr>
            <p:cNvPr id="187" name="Rettangolo con angoli arrotondati 186">
              <a:extLst>
                <a:ext uri="{FF2B5EF4-FFF2-40B4-BE49-F238E27FC236}">
                  <a16:creationId xmlns:a16="http://schemas.microsoft.com/office/drawing/2014/main" id="{857DC28E-D8F1-A6CF-0814-1BF8F309BF63}"/>
                </a:ext>
              </a:extLst>
            </p:cNvPr>
            <p:cNvSpPr/>
            <p:nvPr/>
          </p:nvSpPr>
          <p:spPr>
            <a:xfrm>
              <a:off x="6635280" y="5132018"/>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sp>
          <p:nvSpPr>
            <p:cNvPr id="188" name="Rettangolo con angoli arrotondati 187">
              <a:extLst>
                <a:ext uri="{FF2B5EF4-FFF2-40B4-BE49-F238E27FC236}">
                  <a16:creationId xmlns:a16="http://schemas.microsoft.com/office/drawing/2014/main" id="{AAD3E453-D328-D62F-EE22-C1A941789828}"/>
                </a:ext>
              </a:extLst>
            </p:cNvPr>
            <p:cNvSpPr/>
            <p:nvPr/>
          </p:nvSpPr>
          <p:spPr>
            <a:xfrm>
              <a:off x="6635280" y="5185006"/>
              <a:ext cx="153520" cy="45719"/>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it-IT" sz="300" dirty="0">
                <a:solidFill>
                  <a:srgbClr val="997E71"/>
                </a:solidFill>
              </a:endParaRPr>
            </a:p>
          </p:txBody>
        </p:sp>
      </p:grpSp>
      <p:sp>
        <p:nvSpPr>
          <p:cNvPr id="194" name="CasellaDiTesto 193">
            <a:extLst>
              <a:ext uri="{FF2B5EF4-FFF2-40B4-BE49-F238E27FC236}">
                <a16:creationId xmlns:a16="http://schemas.microsoft.com/office/drawing/2014/main" id="{6A090AF4-3678-07EE-DEC2-43C2D2F8188B}"/>
              </a:ext>
            </a:extLst>
          </p:cNvPr>
          <p:cNvSpPr txBox="1"/>
          <p:nvPr/>
        </p:nvSpPr>
        <p:spPr>
          <a:xfrm>
            <a:off x="8603889" y="6120585"/>
            <a:ext cx="373500" cy="138499"/>
          </a:xfrm>
          <a:prstGeom prst="rect">
            <a:avLst/>
          </a:prstGeom>
          <a:noFill/>
          <a:ln>
            <a:noFill/>
          </a:ln>
        </p:spPr>
        <p:txBody>
          <a:bodyPr wrap="none" lIns="0" tIns="0" rIns="0" bIns="0" rtlCol="0">
            <a:spAutoFit/>
          </a:bodyPr>
          <a:lstStyle/>
          <a:p>
            <a:r>
              <a:rPr lang="it-IT" sz="900" dirty="0">
                <a:solidFill>
                  <a:srgbClr val="997E71"/>
                </a:solidFill>
              </a:rPr>
              <a:t>CACHE</a:t>
            </a:r>
            <a:endParaRPr lang="it-IT" sz="1100" dirty="0">
              <a:solidFill>
                <a:srgbClr val="997E71"/>
              </a:solidFill>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7709134" y="8264156"/>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8252807" y="8861309"/>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8445566" y="9297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9234315" y="93075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8445566" y="901317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9246015" y="901167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9105697" y="9045627"/>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8288273" y="9055920"/>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8287925" y="9336773"/>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9082871" y="9351766"/>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114" name="CasellaDiTesto 113">
            <a:extLst>
              <a:ext uri="{FF2B5EF4-FFF2-40B4-BE49-F238E27FC236}">
                <a16:creationId xmlns:a16="http://schemas.microsoft.com/office/drawing/2014/main" id="{2C5371E1-572C-8A70-4089-435D15AD8B93}"/>
              </a:ext>
            </a:extLst>
          </p:cNvPr>
          <p:cNvSpPr txBox="1"/>
          <p:nvPr/>
        </p:nvSpPr>
        <p:spPr>
          <a:xfrm>
            <a:off x="47526" y="1848351"/>
            <a:ext cx="5368578" cy="1569660"/>
          </a:xfrm>
          <a:prstGeom prst="rect">
            <a:avLst/>
          </a:prstGeom>
          <a:noFill/>
        </p:spPr>
        <p:txBody>
          <a:bodyPr wrap="square">
            <a:spAutoFit/>
          </a:bodyPr>
          <a:lstStyle/>
          <a:p>
            <a:r>
              <a:rPr lang="it-IT" sz="1200" dirty="0">
                <a:solidFill>
                  <a:srgbClr val="997E71"/>
                </a:solidFill>
              </a:rPr>
              <a:t> Per ogni posizione in CACHE in uno specifico gruppo mantengo un contatore, quando devo sostituire un blocco in una posizione del gruppo, sostituisco quello con il valore di contatore più alto. Il contatore si aggiorna ad ogni hit o miss del gruppo. Ogni contatore ha un valore diverso e crescente. Ad ogni accesso a posizione resetto il contatore riportandolo a zero </a:t>
            </a:r>
            <a:r>
              <a:rPr lang="it-IT" sz="1200" dirty="0" err="1">
                <a:solidFill>
                  <a:srgbClr val="997E71"/>
                </a:solidFill>
              </a:rPr>
              <a:t>perche</a:t>
            </a:r>
            <a:r>
              <a:rPr lang="it-IT" sz="1200" dirty="0">
                <a:solidFill>
                  <a:srgbClr val="997E71"/>
                </a:solidFill>
              </a:rPr>
              <a:t> vuol dire che ho usato recentemente quella parola e mi potrebbe riservire. Esistono anche altri algoritmi di sostituzione come FIFO: che elimina il più vecchio e CASUALE: che elimina a caso. </a:t>
            </a:r>
          </a:p>
        </p:txBody>
      </p:sp>
      <p:sp>
        <p:nvSpPr>
          <p:cNvPr id="85" name="Rettangolo con angoli arrotondati 84">
            <a:extLst>
              <a:ext uri="{FF2B5EF4-FFF2-40B4-BE49-F238E27FC236}">
                <a16:creationId xmlns:a16="http://schemas.microsoft.com/office/drawing/2014/main" id="{56EE77D8-C149-4360-F68A-9777EDDEBADF}"/>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con angoli arrotondati 85">
            <a:extLst>
              <a:ext uri="{FF2B5EF4-FFF2-40B4-BE49-F238E27FC236}">
                <a16:creationId xmlns:a16="http://schemas.microsoft.com/office/drawing/2014/main" id="{3F000491-9639-47BA-CD98-A84E3240DD14}"/>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con angoli arrotondati 86">
            <a:extLst>
              <a:ext uri="{FF2B5EF4-FFF2-40B4-BE49-F238E27FC236}">
                <a16:creationId xmlns:a16="http://schemas.microsoft.com/office/drawing/2014/main" id="{2D7F0DB7-85B9-762A-91B5-D8BDECB90DBB}"/>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FC4F1112-D270-C3A3-0BC4-2093B873E672}"/>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6" name="Parentesi quadra aperta 105">
            <a:extLst>
              <a:ext uri="{FF2B5EF4-FFF2-40B4-BE49-F238E27FC236}">
                <a16:creationId xmlns:a16="http://schemas.microsoft.com/office/drawing/2014/main" id="{E8E7DFBB-CE86-B1AE-9DC3-DDED90DD197D}"/>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71" name="Parentesi quadra aperta 270">
            <a:extLst>
              <a:ext uri="{FF2B5EF4-FFF2-40B4-BE49-F238E27FC236}">
                <a16:creationId xmlns:a16="http://schemas.microsoft.com/office/drawing/2014/main" id="{40638298-8946-3B45-A817-85F722D66832}"/>
              </a:ext>
            </a:extLst>
          </p:cNvPr>
          <p:cNvSpPr/>
          <p:nvPr/>
        </p:nvSpPr>
        <p:spPr>
          <a:xfrm>
            <a:off x="214195" y="12638450"/>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 name="CasellaDiTesto 1">
            <a:extLst>
              <a:ext uri="{FF2B5EF4-FFF2-40B4-BE49-F238E27FC236}">
                <a16:creationId xmlns:a16="http://schemas.microsoft.com/office/drawing/2014/main" id="{A303B249-4C91-CF80-CAB0-16EF0211209F}"/>
              </a:ext>
            </a:extLst>
          </p:cNvPr>
          <p:cNvSpPr txBox="1"/>
          <p:nvPr/>
        </p:nvSpPr>
        <p:spPr>
          <a:xfrm>
            <a:off x="809754" y="1347130"/>
            <a:ext cx="2059574" cy="396563"/>
          </a:xfrm>
          <a:prstGeom prst="rect">
            <a:avLst/>
          </a:prstGeom>
          <a:solidFill>
            <a:srgbClr val="CDB8AE"/>
          </a:solidFill>
        </p:spPr>
        <p:txBody>
          <a:bodyPr wrap="square" anchor="b">
            <a:noAutofit/>
          </a:bodyPr>
          <a:lstStyle>
            <a:defPPr>
              <a:defRPr lang="en-US"/>
            </a:defPPr>
            <a:lvl1pPr>
              <a:defRPr sz="2800">
                <a:solidFill>
                  <a:srgbClr val="FAF6EF"/>
                </a:solidFill>
                <a:latin typeface="A Font 1" panose="02000503000000000000" pitchFamily="2" charset="0"/>
              </a:defRPr>
            </a:lvl1pPr>
          </a:lstStyle>
          <a:p>
            <a:r>
              <a:rPr lang="it-IT" sz="2400" dirty="0"/>
              <a:t>List </a:t>
            </a:r>
            <a:r>
              <a:rPr lang="it-IT" sz="2400" dirty="0" err="1"/>
              <a:t>Recently</a:t>
            </a:r>
            <a:r>
              <a:rPr lang="it-IT" sz="2400" dirty="0"/>
              <a:t> </a:t>
            </a:r>
            <a:r>
              <a:rPr lang="it-IT" sz="2400" dirty="0" err="1"/>
              <a:t>Used</a:t>
            </a:r>
            <a:endParaRPr lang="it-IT" sz="2400" dirty="0"/>
          </a:p>
        </p:txBody>
      </p:sp>
      <p:sp>
        <p:nvSpPr>
          <p:cNvPr id="28" name="Rettangolo con angoli arrotondati 27">
            <a:extLst>
              <a:ext uri="{FF2B5EF4-FFF2-40B4-BE49-F238E27FC236}">
                <a16:creationId xmlns:a16="http://schemas.microsoft.com/office/drawing/2014/main" id="{B8E0E08B-A01F-18F6-124A-415E30D06BB4}"/>
              </a:ext>
            </a:extLst>
          </p:cNvPr>
          <p:cNvSpPr/>
          <p:nvPr/>
        </p:nvSpPr>
        <p:spPr>
          <a:xfrm>
            <a:off x="5345824" y="1995055"/>
            <a:ext cx="1849000" cy="235430"/>
          </a:xfrm>
          <a:custGeom>
            <a:avLst/>
            <a:gdLst>
              <a:gd name="connsiteX0" fmla="*/ 0 w 1849000"/>
              <a:gd name="connsiteY0" fmla="*/ 39239 h 235430"/>
              <a:gd name="connsiteX1" fmla="*/ 39239 w 1849000"/>
              <a:gd name="connsiteY1" fmla="*/ 0 h 235430"/>
              <a:gd name="connsiteX2" fmla="*/ 611708 w 1849000"/>
              <a:gd name="connsiteY2" fmla="*/ 0 h 235430"/>
              <a:gd name="connsiteX3" fmla="*/ 1166471 w 1849000"/>
              <a:gd name="connsiteY3" fmla="*/ 0 h 235430"/>
              <a:gd name="connsiteX4" fmla="*/ 1809761 w 1849000"/>
              <a:gd name="connsiteY4" fmla="*/ 0 h 235430"/>
              <a:gd name="connsiteX5" fmla="*/ 1849000 w 1849000"/>
              <a:gd name="connsiteY5" fmla="*/ 39239 h 235430"/>
              <a:gd name="connsiteX6" fmla="*/ 1849000 w 1849000"/>
              <a:gd name="connsiteY6" fmla="*/ 196191 h 235430"/>
              <a:gd name="connsiteX7" fmla="*/ 1809761 w 1849000"/>
              <a:gd name="connsiteY7" fmla="*/ 235430 h 235430"/>
              <a:gd name="connsiteX8" fmla="*/ 1219587 w 1849000"/>
              <a:gd name="connsiteY8" fmla="*/ 235430 h 235430"/>
              <a:gd name="connsiteX9" fmla="*/ 664823 w 1849000"/>
              <a:gd name="connsiteY9" fmla="*/ 235430 h 235430"/>
              <a:gd name="connsiteX10" fmla="*/ 39239 w 1849000"/>
              <a:gd name="connsiteY10" fmla="*/ 235430 h 235430"/>
              <a:gd name="connsiteX11" fmla="*/ 0 w 1849000"/>
              <a:gd name="connsiteY11" fmla="*/ 196191 h 235430"/>
              <a:gd name="connsiteX12" fmla="*/ 0 w 1849000"/>
              <a:gd name="connsiteY12" fmla="*/ 39239 h 235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9000" h="235430" extrusionOk="0">
                <a:moveTo>
                  <a:pt x="0" y="39239"/>
                </a:moveTo>
                <a:cubicBezTo>
                  <a:pt x="1444" y="22085"/>
                  <a:pt x="14403" y="-1140"/>
                  <a:pt x="39239" y="0"/>
                </a:cubicBezTo>
                <a:cubicBezTo>
                  <a:pt x="293845" y="-10896"/>
                  <a:pt x="489256" y="-7900"/>
                  <a:pt x="611708" y="0"/>
                </a:cubicBezTo>
                <a:cubicBezTo>
                  <a:pt x="734160" y="7900"/>
                  <a:pt x="1033063" y="23248"/>
                  <a:pt x="1166471" y="0"/>
                </a:cubicBezTo>
                <a:cubicBezTo>
                  <a:pt x="1299879" y="-23248"/>
                  <a:pt x="1506749" y="4000"/>
                  <a:pt x="1809761" y="0"/>
                </a:cubicBezTo>
                <a:cubicBezTo>
                  <a:pt x="1832564" y="1369"/>
                  <a:pt x="1848056" y="19655"/>
                  <a:pt x="1849000" y="39239"/>
                </a:cubicBezTo>
                <a:cubicBezTo>
                  <a:pt x="1850056" y="116811"/>
                  <a:pt x="1852265" y="128104"/>
                  <a:pt x="1849000" y="196191"/>
                </a:cubicBezTo>
                <a:cubicBezTo>
                  <a:pt x="1848502" y="219098"/>
                  <a:pt x="1830552" y="234240"/>
                  <a:pt x="1809761" y="235430"/>
                </a:cubicBezTo>
                <a:cubicBezTo>
                  <a:pt x="1525426" y="255140"/>
                  <a:pt x="1507034" y="212013"/>
                  <a:pt x="1219587" y="235430"/>
                </a:cubicBezTo>
                <a:cubicBezTo>
                  <a:pt x="932140" y="258847"/>
                  <a:pt x="926246" y="252836"/>
                  <a:pt x="664823" y="235430"/>
                </a:cubicBezTo>
                <a:cubicBezTo>
                  <a:pt x="403400" y="218024"/>
                  <a:pt x="308598" y="215697"/>
                  <a:pt x="39239" y="235430"/>
                </a:cubicBezTo>
                <a:cubicBezTo>
                  <a:pt x="14121" y="237892"/>
                  <a:pt x="-117" y="219178"/>
                  <a:pt x="0" y="196191"/>
                </a:cubicBezTo>
                <a:cubicBezTo>
                  <a:pt x="3245" y="117903"/>
                  <a:pt x="-6581" y="102877"/>
                  <a:pt x="0" y="39239"/>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Rettangolo con angoli arrotondati 35">
            <a:extLst>
              <a:ext uri="{FF2B5EF4-FFF2-40B4-BE49-F238E27FC236}">
                <a16:creationId xmlns:a16="http://schemas.microsoft.com/office/drawing/2014/main" id="{22A338CF-B901-0D4B-0A3C-E0835A52B744}"/>
              </a:ext>
            </a:extLst>
          </p:cNvPr>
          <p:cNvSpPr/>
          <p:nvPr/>
        </p:nvSpPr>
        <p:spPr>
          <a:xfrm>
            <a:off x="6601522" y="1983601"/>
            <a:ext cx="593302" cy="238235"/>
          </a:xfrm>
          <a:solidFill>
            <a:srgbClr val="C8B8B0">
              <a:alpha val="55000"/>
            </a:srgbClr>
          </a:solid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0</a:t>
            </a:r>
          </a:p>
        </p:txBody>
      </p:sp>
      <p:sp>
        <p:nvSpPr>
          <p:cNvPr id="38" name="Rettangolo con angoli arrotondati 37">
            <a:extLst>
              <a:ext uri="{FF2B5EF4-FFF2-40B4-BE49-F238E27FC236}">
                <a16:creationId xmlns:a16="http://schemas.microsoft.com/office/drawing/2014/main" id="{83E4436E-DA16-81A5-DF84-B43CC89D152B}"/>
              </a:ext>
            </a:extLst>
          </p:cNvPr>
          <p:cNvSpPr/>
          <p:nvPr/>
        </p:nvSpPr>
        <p:spPr>
          <a:xfrm>
            <a:off x="5339491" y="2251608"/>
            <a:ext cx="1849000" cy="235430"/>
          </a:xfrm>
          <a:custGeom>
            <a:avLst/>
            <a:gdLst>
              <a:gd name="connsiteX0" fmla="*/ 0 w 1849000"/>
              <a:gd name="connsiteY0" fmla="*/ 39239 h 235430"/>
              <a:gd name="connsiteX1" fmla="*/ 39239 w 1849000"/>
              <a:gd name="connsiteY1" fmla="*/ 0 h 235430"/>
              <a:gd name="connsiteX2" fmla="*/ 611708 w 1849000"/>
              <a:gd name="connsiteY2" fmla="*/ 0 h 235430"/>
              <a:gd name="connsiteX3" fmla="*/ 1166471 w 1849000"/>
              <a:gd name="connsiteY3" fmla="*/ 0 h 235430"/>
              <a:gd name="connsiteX4" fmla="*/ 1809761 w 1849000"/>
              <a:gd name="connsiteY4" fmla="*/ 0 h 235430"/>
              <a:gd name="connsiteX5" fmla="*/ 1849000 w 1849000"/>
              <a:gd name="connsiteY5" fmla="*/ 39239 h 235430"/>
              <a:gd name="connsiteX6" fmla="*/ 1849000 w 1849000"/>
              <a:gd name="connsiteY6" fmla="*/ 196191 h 235430"/>
              <a:gd name="connsiteX7" fmla="*/ 1809761 w 1849000"/>
              <a:gd name="connsiteY7" fmla="*/ 235430 h 235430"/>
              <a:gd name="connsiteX8" fmla="*/ 1219587 w 1849000"/>
              <a:gd name="connsiteY8" fmla="*/ 235430 h 235430"/>
              <a:gd name="connsiteX9" fmla="*/ 664823 w 1849000"/>
              <a:gd name="connsiteY9" fmla="*/ 235430 h 235430"/>
              <a:gd name="connsiteX10" fmla="*/ 39239 w 1849000"/>
              <a:gd name="connsiteY10" fmla="*/ 235430 h 235430"/>
              <a:gd name="connsiteX11" fmla="*/ 0 w 1849000"/>
              <a:gd name="connsiteY11" fmla="*/ 196191 h 235430"/>
              <a:gd name="connsiteX12" fmla="*/ 0 w 1849000"/>
              <a:gd name="connsiteY12" fmla="*/ 39239 h 235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9000" h="235430" extrusionOk="0">
                <a:moveTo>
                  <a:pt x="0" y="39239"/>
                </a:moveTo>
                <a:cubicBezTo>
                  <a:pt x="1444" y="22085"/>
                  <a:pt x="14403" y="-1140"/>
                  <a:pt x="39239" y="0"/>
                </a:cubicBezTo>
                <a:cubicBezTo>
                  <a:pt x="293845" y="-10896"/>
                  <a:pt x="489256" y="-7900"/>
                  <a:pt x="611708" y="0"/>
                </a:cubicBezTo>
                <a:cubicBezTo>
                  <a:pt x="734160" y="7900"/>
                  <a:pt x="1033063" y="23248"/>
                  <a:pt x="1166471" y="0"/>
                </a:cubicBezTo>
                <a:cubicBezTo>
                  <a:pt x="1299879" y="-23248"/>
                  <a:pt x="1506749" y="4000"/>
                  <a:pt x="1809761" y="0"/>
                </a:cubicBezTo>
                <a:cubicBezTo>
                  <a:pt x="1832564" y="1369"/>
                  <a:pt x="1848056" y="19655"/>
                  <a:pt x="1849000" y="39239"/>
                </a:cubicBezTo>
                <a:cubicBezTo>
                  <a:pt x="1850056" y="116811"/>
                  <a:pt x="1852265" y="128104"/>
                  <a:pt x="1849000" y="196191"/>
                </a:cubicBezTo>
                <a:cubicBezTo>
                  <a:pt x="1848502" y="219098"/>
                  <a:pt x="1830552" y="234240"/>
                  <a:pt x="1809761" y="235430"/>
                </a:cubicBezTo>
                <a:cubicBezTo>
                  <a:pt x="1525426" y="255140"/>
                  <a:pt x="1507034" y="212013"/>
                  <a:pt x="1219587" y="235430"/>
                </a:cubicBezTo>
                <a:cubicBezTo>
                  <a:pt x="932140" y="258847"/>
                  <a:pt x="926246" y="252836"/>
                  <a:pt x="664823" y="235430"/>
                </a:cubicBezTo>
                <a:cubicBezTo>
                  <a:pt x="403400" y="218024"/>
                  <a:pt x="308598" y="215697"/>
                  <a:pt x="39239" y="235430"/>
                </a:cubicBezTo>
                <a:cubicBezTo>
                  <a:pt x="14121" y="237892"/>
                  <a:pt x="-117" y="219178"/>
                  <a:pt x="0" y="196191"/>
                </a:cubicBezTo>
                <a:cubicBezTo>
                  <a:pt x="3245" y="117903"/>
                  <a:pt x="-6581" y="102877"/>
                  <a:pt x="0" y="39239"/>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 name="Rettangolo con angoli arrotondati 39">
            <a:extLst>
              <a:ext uri="{FF2B5EF4-FFF2-40B4-BE49-F238E27FC236}">
                <a16:creationId xmlns:a16="http://schemas.microsoft.com/office/drawing/2014/main" id="{E4547010-3E88-CD20-B0AB-0423506DE312}"/>
              </a:ext>
            </a:extLst>
          </p:cNvPr>
          <p:cNvSpPr/>
          <p:nvPr/>
        </p:nvSpPr>
        <p:spPr>
          <a:xfrm>
            <a:off x="6595189" y="2240154"/>
            <a:ext cx="593302" cy="238235"/>
          </a:xfrm>
          <a:custGeom>
            <a:avLst/>
            <a:gdLst>
              <a:gd name="connsiteX0" fmla="*/ 0 w 593302"/>
              <a:gd name="connsiteY0" fmla="*/ 39707 h 238235"/>
              <a:gd name="connsiteX1" fmla="*/ 39707 w 593302"/>
              <a:gd name="connsiteY1" fmla="*/ 0 h 238235"/>
              <a:gd name="connsiteX2" fmla="*/ 553595 w 593302"/>
              <a:gd name="connsiteY2" fmla="*/ 0 h 238235"/>
              <a:gd name="connsiteX3" fmla="*/ 593302 w 593302"/>
              <a:gd name="connsiteY3" fmla="*/ 39707 h 238235"/>
              <a:gd name="connsiteX4" fmla="*/ 593302 w 593302"/>
              <a:gd name="connsiteY4" fmla="*/ 198528 h 238235"/>
              <a:gd name="connsiteX5" fmla="*/ 553595 w 593302"/>
              <a:gd name="connsiteY5" fmla="*/ 238235 h 238235"/>
              <a:gd name="connsiteX6" fmla="*/ 39707 w 593302"/>
              <a:gd name="connsiteY6" fmla="*/ 238235 h 238235"/>
              <a:gd name="connsiteX7" fmla="*/ 0 w 593302"/>
              <a:gd name="connsiteY7" fmla="*/ 198528 h 238235"/>
              <a:gd name="connsiteX8" fmla="*/ 0 w 593302"/>
              <a:gd name="connsiteY8" fmla="*/ 39707 h 23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302" h="238235" fill="none" extrusionOk="0">
                <a:moveTo>
                  <a:pt x="0" y="39707"/>
                </a:moveTo>
                <a:cubicBezTo>
                  <a:pt x="-591" y="15761"/>
                  <a:pt x="16721" y="977"/>
                  <a:pt x="39707" y="0"/>
                </a:cubicBezTo>
                <a:cubicBezTo>
                  <a:pt x="266173" y="12388"/>
                  <a:pt x="346837" y="15769"/>
                  <a:pt x="553595" y="0"/>
                </a:cubicBezTo>
                <a:cubicBezTo>
                  <a:pt x="571996" y="-1075"/>
                  <a:pt x="595026" y="17234"/>
                  <a:pt x="593302" y="39707"/>
                </a:cubicBezTo>
                <a:cubicBezTo>
                  <a:pt x="597498" y="102268"/>
                  <a:pt x="592028" y="140261"/>
                  <a:pt x="593302" y="198528"/>
                </a:cubicBezTo>
                <a:cubicBezTo>
                  <a:pt x="595301" y="216986"/>
                  <a:pt x="574438" y="239549"/>
                  <a:pt x="553595" y="238235"/>
                </a:cubicBezTo>
                <a:cubicBezTo>
                  <a:pt x="349138" y="254462"/>
                  <a:pt x="256330" y="256253"/>
                  <a:pt x="39707" y="238235"/>
                </a:cubicBezTo>
                <a:cubicBezTo>
                  <a:pt x="14376" y="241951"/>
                  <a:pt x="539" y="225771"/>
                  <a:pt x="0" y="198528"/>
                </a:cubicBezTo>
                <a:cubicBezTo>
                  <a:pt x="-4202" y="124157"/>
                  <a:pt x="5971" y="75160"/>
                  <a:pt x="0" y="39707"/>
                </a:cubicBezTo>
                <a:close/>
              </a:path>
              <a:path w="593302" h="238235" stroke="0" extrusionOk="0">
                <a:moveTo>
                  <a:pt x="0" y="39707"/>
                </a:moveTo>
                <a:cubicBezTo>
                  <a:pt x="1359" y="22028"/>
                  <a:pt x="16570" y="-435"/>
                  <a:pt x="39707" y="0"/>
                </a:cubicBezTo>
                <a:cubicBezTo>
                  <a:pt x="161628" y="-22473"/>
                  <a:pt x="336556" y="-17078"/>
                  <a:pt x="553595" y="0"/>
                </a:cubicBezTo>
                <a:cubicBezTo>
                  <a:pt x="576713" y="944"/>
                  <a:pt x="590415" y="19267"/>
                  <a:pt x="593302" y="39707"/>
                </a:cubicBezTo>
                <a:cubicBezTo>
                  <a:pt x="597288" y="108866"/>
                  <a:pt x="599867" y="145107"/>
                  <a:pt x="593302" y="198528"/>
                </a:cubicBezTo>
                <a:cubicBezTo>
                  <a:pt x="594040" y="220537"/>
                  <a:pt x="574551" y="239010"/>
                  <a:pt x="553595" y="238235"/>
                </a:cubicBezTo>
                <a:cubicBezTo>
                  <a:pt x="320608" y="217094"/>
                  <a:pt x="255924" y="228196"/>
                  <a:pt x="39707" y="238235"/>
                </a:cubicBezTo>
                <a:cubicBezTo>
                  <a:pt x="19235" y="242080"/>
                  <a:pt x="2691" y="222731"/>
                  <a:pt x="0" y="198528"/>
                </a:cubicBezTo>
                <a:cubicBezTo>
                  <a:pt x="7767" y="148848"/>
                  <a:pt x="6636" y="72201"/>
                  <a:pt x="0" y="39707"/>
                </a:cubicBezTo>
                <a:close/>
              </a:path>
            </a:pathLst>
          </a:custGeom>
          <a:solidFill>
            <a:srgbClr val="C8B8B0"/>
          </a:solid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1</a:t>
            </a:r>
          </a:p>
        </p:txBody>
      </p:sp>
      <p:sp>
        <p:nvSpPr>
          <p:cNvPr id="41" name="Rettangolo con angoli arrotondati 40">
            <a:extLst>
              <a:ext uri="{FF2B5EF4-FFF2-40B4-BE49-F238E27FC236}">
                <a16:creationId xmlns:a16="http://schemas.microsoft.com/office/drawing/2014/main" id="{C5A76D9F-A311-ECD3-3D89-5C2D9A7F836B}"/>
              </a:ext>
            </a:extLst>
          </p:cNvPr>
          <p:cNvSpPr/>
          <p:nvPr/>
        </p:nvSpPr>
        <p:spPr>
          <a:xfrm>
            <a:off x="5349382" y="2507627"/>
            <a:ext cx="1849000" cy="235430"/>
          </a:xfrm>
          <a:custGeom>
            <a:avLst/>
            <a:gdLst>
              <a:gd name="connsiteX0" fmla="*/ 0 w 1849000"/>
              <a:gd name="connsiteY0" fmla="*/ 39239 h 235430"/>
              <a:gd name="connsiteX1" fmla="*/ 39239 w 1849000"/>
              <a:gd name="connsiteY1" fmla="*/ 0 h 235430"/>
              <a:gd name="connsiteX2" fmla="*/ 611708 w 1849000"/>
              <a:gd name="connsiteY2" fmla="*/ 0 h 235430"/>
              <a:gd name="connsiteX3" fmla="*/ 1166471 w 1849000"/>
              <a:gd name="connsiteY3" fmla="*/ 0 h 235430"/>
              <a:gd name="connsiteX4" fmla="*/ 1809761 w 1849000"/>
              <a:gd name="connsiteY4" fmla="*/ 0 h 235430"/>
              <a:gd name="connsiteX5" fmla="*/ 1849000 w 1849000"/>
              <a:gd name="connsiteY5" fmla="*/ 39239 h 235430"/>
              <a:gd name="connsiteX6" fmla="*/ 1849000 w 1849000"/>
              <a:gd name="connsiteY6" fmla="*/ 196191 h 235430"/>
              <a:gd name="connsiteX7" fmla="*/ 1809761 w 1849000"/>
              <a:gd name="connsiteY7" fmla="*/ 235430 h 235430"/>
              <a:gd name="connsiteX8" fmla="*/ 1219587 w 1849000"/>
              <a:gd name="connsiteY8" fmla="*/ 235430 h 235430"/>
              <a:gd name="connsiteX9" fmla="*/ 664823 w 1849000"/>
              <a:gd name="connsiteY9" fmla="*/ 235430 h 235430"/>
              <a:gd name="connsiteX10" fmla="*/ 39239 w 1849000"/>
              <a:gd name="connsiteY10" fmla="*/ 235430 h 235430"/>
              <a:gd name="connsiteX11" fmla="*/ 0 w 1849000"/>
              <a:gd name="connsiteY11" fmla="*/ 196191 h 235430"/>
              <a:gd name="connsiteX12" fmla="*/ 0 w 1849000"/>
              <a:gd name="connsiteY12" fmla="*/ 39239 h 235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9000" h="235430" extrusionOk="0">
                <a:moveTo>
                  <a:pt x="0" y="39239"/>
                </a:moveTo>
                <a:cubicBezTo>
                  <a:pt x="1444" y="22085"/>
                  <a:pt x="14403" y="-1140"/>
                  <a:pt x="39239" y="0"/>
                </a:cubicBezTo>
                <a:cubicBezTo>
                  <a:pt x="293845" y="-10896"/>
                  <a:pt x="489256" y="-7900"/>
                  <a:pt x="611708" y="0"/>
                </a:cubicBezTo>
                <a:cubicBezTo>
                  <a:pt x="734160" y="7900"/>
                  <a:pt x="1033063" y="23248"/>
                  <a:pt x="1166471" y="0"/>
                </a:cubicBezTo>
                <a:cubicBezTo>
                  <a:pt x="1299879" y="-23248"/>
                  <a:pt x="1506749" y="4000"/>
                  <a:pt x="1809761" y="0"/>
                </a:cubicBezTo>
                <a:cubicBezTo>
                  <a:pt x="1832564" y="1369"/>
                  <a:pt x="1848056" y="19655"/>
                  <a:pt x="1849000" y="39239"/>
                </a:cubicBezTo>
                <a:cubicBezTo>
                  <a:pt x="1850056" y="116811"/>
                  <a:pt x="1852265" y="128104"/>
                  <a:pt x="1849000" y="196191"/>
                </a:cubicBezTo>
                <a:cubicBezTo>
                  <a:pt x="1848502" y="219098"/>
                  <a:pt x="1830552" y="234240"/>
                  <a:pt x="1809761" y="235430"/>
                </a:cubicBezTo>
                <a:cubicBezTo>
                  <a:pt x="1525426" y="255140"/>
                  <a:pt x="1507034" y="212013"/>
                  <a:pt x="1219587" y="235430"/>
                </a:cubicBezTo>
                <a:cubicBezTo>
                  <a:pt x="932140" y="258847"/>
                  <a:pt x="926246" y="252836"/>
                  <a:pt x="664823" y="235430"/>
                </a:cubicBezTo>
                <a:cubicBezTo>
                  <a:pt x="403400" y="218024"/>
                  <a:pt x="308598" y="215697"/>
                  <a:pt x="39239" y="235430"/>
                </a:cubicBezTo>
                <a:cubicBezTo>
                  <a:pt x="14121" y="237892"/>
                  <a:pt x="-117" y="219178"/>
                  <a:pt x="0" y="196191"/>
                </a:cubicBezTo>
                <a:cubicBezTo>
                  <a:pt x="3245" y="117903"/>
                  <a:pt x="-6581" y="102877"/>
                  <a:pt x="0" y="39239"/>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 name="Rettangolo con angoli arrotondati 42">
            <a:extLst>
              <a:ext uri="{FF2B5EF4-FFF2-40B4-BE49-F238E27FC236}">
                <a16:creationId xmlns:a16="http://schemas.microsoft.com/office/drawing/2014/main" id="{DC0923D0-FD94-DA49-7D8C-850CF8F7DD8F}"/>
              </a:ext>
            </a:extLst>
          </p:cNvPr>
          <p:cNvSpPr/>
          <p:nvPr/>
        </p:nvSpPr>
        <p:spPr>
          <a:xfrm>
            <a:off x="6605080" y="2496173"/>
            <a:ext cx="593302" cy="238235"/>
          </a:xfrm>
          <a:custGeom>
            <a:avLst/>
            <a:gdLst>
              <a:gd name="connsiteX0" fmla="*/ 0 w 593302"/>
              <a:gd name="connsiteY0" fmla="*/ 39707 h 238235"/>
              <a:gd name="connsiteX1" fmla="*/ 39707 w 593302"/>
              <a:gd name="connsiteY1" fmla="*/ 0 h 238235"/>
              <a:gd name="connsiteX2" fmla="*/ 553595 w 593302"/>
              <a:gd name="connsiteY2" fmla="*/ 0 h 238235"/>
              <a:gd name="connsiteX3" fmla="*/ 593302 w 593302"/>
              <a:gd name="connsiteY3" fmla="*/ 39707 h 238235"/>
              <a:gd name="connsiteX4" fmla="*/ 593302 w 593302"/>
              <a:gd name="connsiteY4" fmla="*/ 198528 h 238235"/>
              <a:gd name="connsiteX5" fmla="*/ 553595 w 593302"/>
              <a:gd name="connsiteY5" fmla="*/ 238235 h 238235"/>
              <a:gd name="connsiteX6" fmla="*/ 39707 w 593302"/>
              <a:gd name="connsiteY6" fmla="*/ 238235 h 238235"/>
              <a:gd name="connsiteX7" fmla="*/ 0 w 593302"/>
              <a:gd name="connsiteY7" fmla="*/ 198528 h 238235"/>
              <a:gd name="connsiteX8" fmla="*/ 0 w 593302"/>
              <a:gd name="connsiteY8" fmla="*/ 39707 h 23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302" h="238235" fill="none" extrusionOk="0">
                <a:moveTo>
                  <a:pt x="0" y="39707"/>
                </a:moveTo>
                <a:cubicBezTo>
                  <a:pt x="-591" y="15761"/>
                  <a:pt x="16721" y="977"/>
                  <a:pt x="39707" y="0"/>
                </a:cubicBezTo>
                <a:cubicBezTo>
                  <a:pt x="266173" y="12388"/>
                  <a:pt x="346837" y="15769"/>
                  <a:pt x="553595" y="0"/>
                </a:cubicBezTo>
                <a:cubicBezTo>
                  <a:pt x="571996" y="-1075"/>
                  <a:pt x="595026" y="17234"/>
                  <a:pt x="593302" y="39707"/>
                </a:cubicBezTo>
                <a:cubicBezTo>
                  <a:pt x="597498" y="102268"/>
                  <a:pt x="592028" y="140261"/>
                  <a:pt x="593302" y="198528"/>
                </a:cubicBezTo>
                <a:cubicBezTo>
                  <a:pt x="595301" y="216986"/>
                  <a:pt x="574438" y="239549"/>
                  <a:pt x="553595" y="238235"/>
                </a:cubicBezTo>
                <a:cubicBezTo>
                  <a:pt x="349138" y="254462"/>
                  <a:pt x="256330" y="256253"/>
                  <a:pt x="39707" y="238235"/>
                </a:cubicBezTo>
                <a:cubicBezTo>
                  <a:pt x="14376" y="241951"/>
                  <a:pt x="539" y="225771"/>
                  <a:pt x="0" y="198528"/>
                </a:cubicBezTo>
                <a:cubicBezTo>
                  <a:pt x="-4202" y="124157"/>
                  <a:pt x="5971" y="75160"/>
                  <a:pt x="0" y="39707"/>
                </a:cubicBezTo>
                <a:close/>
              </a:path>
              <a:path w="593302" h="238235" stroke="0" extrusionOk="0">
                <a:moveTo>
                  <a:pt x="0" y="39707"/>
                </a:moveTo>
                <a:cubicBezTo>
                  <a:pt x="1359" y="22028"/>
                  <a:pt x="16570" y="-435"/>
                  <a:pt x="39707" y="0"/>
                </a:cubicBezTo>
                <a:cubicBezTo>
                  <a:pt x="161628" y="-22473"/>
                  <a:pt x="336556" y="-17078"/>
                  <a:pt x="553595" y="0"/>
                </a:cubicBezTo>
                <a:cubicBezTo>
                  <a:pt x="576713" y="944"/>
                  <a:pt x="590415" y="19267"/>
                  <a:pt x="593302" y="39707"/>
                </a:cubicBezTo>
                <a:cubicBezTo>
                  <a:pt x="597288" y="108866"/>
                  <a:pt x="599867" y="145107"/>
                  <a:pt x="593302" y="198528"/>
                </a:cubicBezTo>
                <a:cubicBezTo>
                  <a:pt x="594040" y="220537"/>
                  <a:pt x="574551" y="239010"/>
                  <a:pt x="553595" y="238235"/>
                </a:cubicBezTo>
                <a:cubicBezTo>
                  <a:pt x="320608" y="217094"/>
                  <a:pt x="255924" y="228196"/>
                  <a:pt x="39707" y="238235"/>
                </a:cubicBezTo>
                <a:cubicBezTo>
                  <a:pt x="19235" y="242080"/>
                  <a:pt x="2691" y="222731"/>
                  <a:pt x="0" y="198528"/>
                </a:cubicBezTo>
                <a:cubicBezTo>
                  <a:pt x="7767" y="148848"/>
                  <a:pt x="6636" y="72201"/>
                  <a:pt x="0" y="39707"/>
                </a:cubicBezTo>
                <a:close/>
              </a:path>
            </a:pathLst>
          </a:custGeom>
          <a:solidFill>
            <a:srgbClr val="C8B8B0">
              <a:alpha val="55000"/>
            </a:srgbClr>
          </a:solid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0</a:t>
            </a:r>
            <a:endParaRPr lang="it-IT" dirty="0"/>
          </a:p>
        </p:txBody>
      </p:sp>
      <p:sp>
        <p:nvSpPr>
          <p:cNvPr id="44" name="Rettangolo con angoli arrotondati 43">
            <a:extLst>
              <a:ext uri="{FF2B5EF4-FFF2-40B4-BE49-F238E27FC236}">
                <a16:creationId xmlns:a16="http://schemas.microsoft.com/office/drawing/2014/main" id="{E72D57F1-ADA3-578C-37C0-11C57C1EDAEF}"/>
              </a:ext>
            </a:extLst>
          </p:cNvPr>
          <p:cNvSpPr/>
          <p:nvPr/>
        </p:nvSpPr>
        <p:spPr>
          <a:xfrm>
            <a:off x="5349382" y="2752295"/>
            <a:ext cx="1849000" cy="235430"/>
          </a:xfrm>
          <a:custGeom>
            <a:avLst/>
            <a:gdLst>
              <a:gd name="connsiteX0" fmla="*/ 0 w 1849000"/>
              <a:gd name="connsiteY0" fmla="*/ 39239 h 235430"/>
              <a:gd name="connsiteX1" fmla="*/ 39239 w 1849000"/>
              <a:gd name="connsiteY1" fmla="*/ 0 h 235430"/>
              <a:gd name="connsiteX2" fmla="*/ 611708 w 1849000"/>
              <a:gd name="connsiteY2" fmla="*/ 0 h 235430"/>
              <a:gd name="connsiteX3" fmla="*/ 1166471 w 1849000"/>
              <a:gd name="connsiteY3" fmla="*/ 0 h 235430"/>
              <a:gd name="connsiteX4" fmla="*/ 1809761 w 1849000"/>
              <a:gd name="connsiteY4" fmla="*/ 0 h 235430"/>
              <a:gd name="connsiteX5" fmla="*/ 1849000 w 1849000"/>
              <a:gd name="connsiteY5" fmla="*/ 39239 h 235430"/>
              <a:gd name="connsiteX6" fmla="*/ 1849000 w 1849000"/>
              <a:gd name="connsiteY6" fmla="*/ 196191 h 235430"/>
              <a:gd name="connsiteX7" fmla="*/ 1809761 w 1849000"/>
              <a:gd name="connsiteY7" fmla="*/ 235430 h 235430"/>
              <a:gd name="connsiteX8" fmla="*/ 1219587 w 1849000"/>
              <a:gd name="connsiteY8" fmla="*/ 235430 h 235430"/>
              <a:gd name="connsiteX9" fmla="*/ 664823 w 1849000"/>
              <a:gd name="connsiteY9" fmla="*/ 235430 h 235430"/>
              <a:gd name="connsiteX10" fmla="*/ 39239 w 1849000"/>
              <a:gd name="connsiteY10" fmla="*/ 235430 h 235430"/>
              <a:gd name="connsiteX11" fmla="*/ 0 w 1849000"/>
              <a:gd name="connsiteY11" fmla="*/ 196191 h 235430"/>
              <a:gd name="connsiteX12" fmla="*/ 0 w 1849000"/>
              <a:gd name="connsiteY12" fmla="*/ 39239 h 235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9000" h="235430" extrusionOk="0">
                <a:moveTo>
                  <a:pt x="0" y="39239"/>
                </a:moveTo>
                <a:cubicBezTo>
                  <a:pt x="1444" y="22085"/>
                  <a:pt x="14403" y="-1140"/>
                  <a:pt x="39239" y="0"/>
                </a:cubicBezTo>
                <a:cubicBezTo>
                  <a:pt x="293845" y="-10896"/>
                  <a:pt x="489256" y="-7900"/>
                  <a:pt x="611708" y="0"/>
                </a:cubicBezTo>
                <a:cubicBezTo>
                  <a:pt x="734160" y="7900"/>
                  <a:pt x="1033063" y="23248"/>
                  <a:pt x="1166471" y="0"/>
                </a:cubicBezTo>
                <a:cubicBezTo>
                  <a:pt x="1299879" y="-23248"/>
                  <a:pt x="1506749" y="4000"/>
                  <a:pt x="1809761" y="0"/>
                </a:cubicBezTo>
                <a:cubicBezTo>
                  <a:pt x="1832564" y="1369"/>
                  <a:pt x="1848056" y="19655"/>
                  <a:pt x="1849000" y="39239"/>
                </a:cubicBezTo>
                <a:cubicBezTo>
                  <a:pt x="1850056" y="116811"/>
                  <a:pt x="1852265" y="128104"/>
                  <a:pt x="1849000" y="196191"/>
                </a:cubicBezTo>
                <a:cubicBezTo>
                  <a:pt x="1848502" y="219098"/>
                  <a:pt x="1830552" y="234240"/>
                  <a:pt x="1809761" y="235430"/>
                </a:cubicBezTo>
                <a:cubicBezTo>
                  <a:pt x="1525426" y="255140"/>
                  <a:pt x="1507034" y="212013"/>
                  <a:pt x="1219587" y="235430"/>
                </a:cubicBezTo>
                <a:cubicBezTo>
                  <a:pt x="932140" y="258847"/>
                  <a:pt x="926246" y="252836"/>
                  <a:pt x="664823" y="235430"/>
                </a:cubicBezTo>
                <a:cubicBezTo>
                  <a:pt x="403400" y="218024"/>
                  <a:pt x="308598" y="215697"/>
                  <a:pt x="39239" y="235430"/>
                </a:cubicBezTo>
                <a:cubicBezTo>
                  <a:pt x="14121" y="237892"/>
                  <a:pt x="-117" y="219178"/>
                  <a:pt x="0" y="196191"/>
                </a:cubicBezTo>
                <a:cubicBezTo>
                  <a:pt x="3245" y="117903"/>
                  <a:pt x="-6581" y="102877"/>
                  <a:pt x="0" y="39239"/>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6" name="Rettangolo con angoli arrotondati 45">
            <a:extLst>
              <a:ext uri="{FF2B5EF4-FFF2-40B4-BE49-F238E27FC236}">
                <a16:creationId xmlns:a16="http://schemas.microsoft.com/office/drawing/2014/main" id="{51725DEB-B95B-194D-24A2-CF81173520C6}"/>
              </a:ext>
            </a:extLst>
          </p:cNvPr>
          <p:cNvSpPr/>
          <p:nvPr/>
        </p:nvSpPr>
        <p:spPr>
          <a:xfrm>
            <a:off x="6605080" y="2740841"/>
            <a:ext cx="593302" cy="238235"/>
          </a:xfrm>
          <a:custGeom>
            <a:avLst/>
            <a:gdLst>
              <a:gd name="connsiteX0" fmla="*/ 0 w 593302"/>
              <a:gd name="connsiteY0" fmla="*/ 39707 h 238235"/>
              <a:gd name="connsiteX1" fmla="*/ 39707 w 593302"/>
              <a:gd name="connsiteY1" fmla="*/ 0 h 238235"/>
              <a:gd name="connsiteX2" fmla="*/ 553595 w 593302"/>
              <a:gd name="connsiteY2" fmla="*/ 0 h 238235"/>
              <a:gd name="connsiteX3" fmla="*/ 593302 w 593302"/>
              <a:gd name="connsiteY3" fmla="*/ 39707 h 238235"/>
              <a:gd name="connsiteX4" fmla="*/ 593302 w 593302"/>
              <a:gd name="connsiteY4" fmla="*/ 198528 h 238235"/>
              <a:gd name="connsiteX5" fmla="*/ 553595 w 593302"/>
              <a:gd name="connsiteY5" fmla="*/ 238235 h 238235"/>
              <a:gd name="connsiteX6" fmla="*/ 39707 w 593302"/>
              <a:gd name="connsiteY6" fmla="*/ 238235 h 238235"/>
              <a:gd name="connsiteX7" fmla="*/ 0 w 593302"/>
              <a:gd name="connsiteY7" fmla="*/ 198528 h 238235"/>
              <a:gd name="connsiteX8" fmla="*/ 0 w 593302"/>
              <a:gd name="connsiteY8" fmla="*/ 39707 h 23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302" h="238235" fill="none" extrusionOk="0">
                <a:moveTo>
                  <a:pt x="0" y="39707"/>
                </a:moveTo>
                <a:cubicBezTo>
                  <a:pt x="-591" y="15761"/>
                  <a:pt x="16721" y="977"/>
                  <a:pt x="39707" y="0"/>
                </a:cubicBezTo>
                <a:cubicBezTo>
                  <a:pt x="266173" y="12388"/>
                  <a:pt x="346837" y="15769"/>
                  <a:pt x="553595" y="0"/>
                </a:cubicBezTo>
                <a:cubicBezTo>
                  <a:pt x="571996" y="-1075"/>
                  <a:pt x="595026" y="17234"/>
                  <a:pt x="593302" y="39707"/>
                </a:cubicBezTo>
                <a:cubicBezTo>
                  <a:pt x="597498" y="102268"/>
                  <a:pt x="592028" y="140261"/>
                  <a:pt x="593302" y="198528"/>
                </a:cubicBezTo>
                <a:cubicBezTo>
                  <a:pt x="595301" y="216986"/>
                  <a:pt x="574438" y="239549"/>
                  <a:pt x="553595" y="238235"/>
                </a:cubicBezTo>
                <a:cubicBezTo>
                  <a:pt x="349138" y="254462"/>
                  <a:pt x="256330" y="256253"/>
                  <a:pt x="39707" y="238235"/>
                </a:cubicBezTo>
                <a:cubicBezTo>
                  <a:pt x="14376" y="241951"/>
                  <a:pt x="539" y="225771"/>
                  <a:pt x="0" y="198528"/>
                </a:cubicBezTo>
                <a:cubicBezTo>
                  <a:pt x="-4202" y="124157"/>
                  <a:pt x="5971" y="75160"/>
                  <a:pt x="0" y="39707"/>
                </a:cubicBezTo>
                <a:close/>
              </a:path>
              <a:path w="593302" h="238235" stroke="0" extrusionOk="0">
                <a:moveTo>
                  <a:pt x="0" y="39707"/>
                </a:moveTo>
                <a:cubicBezTo>
                  <a:pt x="1359" y="22028"/>
                  <a:pt x="16570" y="-435"/>
                  <a:pt x="39707" y="0"/>
                </a:cubicBezTo>
                <a:cubicBezTo>
                  <a:pt x="161628" y="-22473"/>
                  <a:pt x="336556" y="-17078"/>
                  <a:pt x="553595" y="0"/>
                </a:cubicBezTo>
                <a:cubicBezTo>
                  <a:pt x="576713" y="944"/>
                  <a:pt x="590415" y="19267"/>
                  <a:pt x="593302" y="39707"/>
                </a:cubicBezTo>
                <a:cubicBezTo>
                  <a:pt x="597288" y="108866"/>
                  <a:pt x="599867" y="145107"/>
                  <a:pt x="593302" y="198528"/>
                </a:cubicBezTo>
                <a:cubicBezTo>
                  <a:pt x="594040" y="220537"/>
                  <a:pt x="574551" y="239010"/>
                  <a:pt x="553595" y="238235"/>
                </a:cubicBezTo>
                <a:cubicBezTo>
                  <a:pt x="320608" y="217094"/>
                  <a:pt x="255924" y="228196"/>
                  <a:pt x="39707" y="238235"/>
                </a:cubicBezTo>
                <a:cubicBezTo>
                  <a:pt x="19235" y="242080"/>
                  <a:pt x="2691" y="222731"/>
                  <a:pt x="0" y="198528"/>
                </a:cubicBezTo>
                <a:cubicBezTo>
                  <a:pt x="7767" y="148848"/>
                  <a:pt x="6636" y="72201"/>
                  <a:pt x="0" y="39707"/>
                </a:cubicBezTo>
                <a:close/>
              </a:path>
            </a:pathLst>
          </a:custGeom>
          <a:solidFill>
            <a:srgbClr val="795548"/>
          </a:solid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3</a:t>
            </a:r>
          </a:p>
        </p:txBody>
      </p:sp>
      <p:sp>
        <p:nvSpPr>
          <p:cNvPr id="48" name="CasellaDiTesto 47">
            <a:extLst>
              <a:ext uri="{FF2B5EF4-FFF2-40B4-BE49-F238E27FC236}">
                <a16:creationId xmlns:a16="http://schemas.microsoft.com/office/drawing/2014/main" id="{D74E7792-CB26-4618-325A-76D314409CD1}"/>
              </a:ext>
            </a:extLst>
          </p:cNvPr>
          <p:cNvSpPr txBox="1"/>
          <p:nvPr/>
        </p:nvSpPr>
        <p:spPr>
          <a:xfrm>
            <a:off x="5349382" y="1939780"/>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cxnSp>
        <p:nvCxnSpPr>
          <p:cNvPr id="50" name="Connettore diritto 49">
            <a:extLst>
              <a:ext uri="{FF2B5EF4-FFF2-40B4-BE49-F238E27FC236}">
                <a16:creationId xmlns:a16="http://schemas.microsoft.com/office/drawing/2014/main" id="{C44A2919-2B4E-5210-C63D-043D40F7D6B0}"/>
              </a:ext>
            </a:extLst>
          </p:cNvPr>
          <p:cNvCxnSpPr/>
          <p:nvPr/>
        </p:nvCxnSpPr>
        <p:spPr>
          <a:xfrm>
            <a:off x="5671251" y="1983601"/>
            <a:ext cx="0" cy="981769"/>
          </a:xfrm>
          <a:prstGeom prst="line">
            <a:avLst/>
          </a:prstGeom>
          <a:ln>
            <a:solidFill>
              <a:srgbClr val="795548"/>
            </a:solidFill>
          </a:ln>
        </p:spPr>
        <p:style>
          <a:lnRef idx="2">
            <a:schemeClr val="accent1"/>
          </a:lnRef>
          <a:fillRef idx="0">
            <a:schemeClr val="accent1"/>
          </a:fillRef>
          <a:effectRef idx="1">
            <a:schemeClr val="accent1"/>
          </a:effectRef>
          <a:fontRef idx="minor">
            <a:schemeClr val="tx1"/>
          </a:fontRef>
        </p:style>
      </p:cxnSp>
      <p:sp>
        <p:nvSpPr>
          <p:cNvPr id="110" name="object 241">
            <a:extLst>
              <a:ext uri="{FF2B5EF4-FFF2-40B4-BE49-F238E27FC236}">
                <a16:creationId xmlns:a16="http://schemas.microsoft.com/office/drawing/2014/main" id="{D6EFC7C3-FEA9-8E23-EFAF-9823FCD3E63A}"/>
              </a:ext>
            </a:extLst>
          </p:cNvPr>
          <p:cNvSpPr txBox="1"/>
          <p:nvPr/>
        </p:nvSpPr>
        <p:spPr>
          <a:xfrm>
            <a:off x="9357" y="3546694"/>
            <a:ext cx="7575550" cy="935248"/>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CHIP</a:t>
            </a:r>
          </a:p>
        </p:txBody>
      </p:sp>
      <p:pic>
        <p:nvPicPr>
          <p:cNvPr id="2050" name="Picture 2">
            <a:extLst>
              <a:ext uri="{FF2B5EF4-FFF2-40B4-BE49-F238E27FC236}">
                <a16:creationId xmlns:a16="http://schemas.microsoft.com/office/drawing/2014/main" id="{981290AB-C24B-7E7A-BB49-7EF0E417BD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885" y="3590495"/>
            <a:ext cx="1830029" cy="1032428"/>
          </a:xfrm>
          <a:prstGeom prst="rect">
            <a:avLst/>
          </a:prstGeom>
          <a:effectLst>
            <a:outerShdw blurRad="101600" dist="63500" dir="3600000" sx="110000" sy="110000" algn="ctr" rotWithShape="0">
              <a:srgbClr val="FAF6EF">
                <a:alpha val="84000"/>
              </a:srgbClr>
            </a:outerShdw>
          </a:effectLst>
          <a:extLst>
            <a:ext uri="{909E8E84-426E-40DD-AFC4-6F175D3DCCD1}">
              <a14:hiddenFill xmlns:a14="http://schemas.microsoft.com/office/drawing/2010/main">
                <a:solidFill>
                  <a:srgbClr val="FFFFFF"/>
                </a:solidFill>
              </a14:hiddenFill>
            </a:ext>
          </a:extLst>
        </p:spPr>
      </p:pic>
      <p:sp>
        <p:nvSpPr>
          <p:cNvPr id="112" name="CasellaDiTesto 111">
            <a:extLst>
              <a:ext uri="{FF2B5EF4-FFF2-40B4-BE49-F238E27FC236}">
                <a16:creationId xmlns:a16="http://schemas.microsoft.com/office/drawing/2014/main" id="{3D06D724-5C11-4C90-5173-228C6A26A7F7}"/>
              </a:ext>
            </a:extLst>
          </p:cNvPr>
          <p:cNvSpPr txBox="1"/>
          <p:nvPr/>
        </p:nvSpPr>
        <p:spPr>
          <a:xfrm>
            <a:off x="114209" y="4778329"/>
            <a:ext cx="3708291" cy="1384995"/>
          </a:xfrm>
          <a:prstGeom prst="rect">
            <a:avLst/>
          </a:prstGeom>
          <a:noFill/>
        </p:spPr>
        <p:txBody>
          <a:bodyPr wrap="square">
            <a:spAutoFit/>
          </a:bodyPr>
          <a:lstStyle/>
          <a:p>
            <a:r>
              <a:rPr lang="it-IT" sz="1200" dirty="0">
                <a:solidFill>
                  <a:srgbClr val="997E71"/>
                </a:solidFill>
              </a:rPr>
              <a:t>la cella elementare di memoria ha capacità di un bit, solitamente sono disposte in una matrice. Una riga celle da un bit sono tutte collegate in fila mediante una linea apposita comandata dal decodificatore di indirizzo</a:t>
            </a:r>
            <a:r>
              <a:rPr lang="en-US" sz="1200" dirty="0">
                <a:solidFill>
                  <a:srgbClr val="997E71"/>
                </a:solidFill>
              </a:rPr>
              <a:t> </a:t>
            </a:r>
            <a:r>
              <a:rPr lang="en-US" sz="1200" dirty="0" err="1">
                <a:solidFill>
                  <a:srgbClr val="997E71"/>
                </a:solidFill>
              </a:rPr>
              <a:t>detta</a:t>
            </a:r>
            <a:r>
              <a:rPr lang="en-US" sz="1200" dirty="0">
                <a:solidFill>
                  <a:srgbClr val="997E71"/>
                </a:solidFill>
              </a:rPr>
              <a:t> word line</a:t>
            </a:r>
            <a:r>
              <a:rPr lang="it-IT" sz="1200" dirty="0">
                <a:solidFill>
                  <a:srgbClr val="997E71"/>
                </a:solidFill>
              </a:rPr>
              <a:t>, ciascuna colonna invece è collegate al dispositivo di lettura/scrittura tramite due linee </a:t>
            </a:r>
          </a:p>
        </p:txBody>
      </p:sp>
      <p:pic>
        <p:nvPicPr>
          <p:cNvPr id="121" name="Immagine 120">
            <a:extLst>
              <a:ext uri="{FF2B5EF4-FFF2-40B4-BE49-F238E27FC236}">
                <a16:creationId xmlns:a16="http://schemas.microsoft.com/office/drawing/2014/main" id="{BB73D7E0-D489-4D3F-1822-6DC92C3E3082}"/>
              </a:ext>
            </a:extLst>
          </p:cNvPr>
          <p:cNvPicPr>
            <a:picLocks noChangeAspect="1"/>
          </p:cNvPicPr>
          <p:nvPr/>
        </p:nvPicPr>
        <p:blipFill rotWithShape="1">
          <a:blip r:embed="rId6"/>
          <a:srcRect l="-15926" t="-15926" r="-19035" b="-19035"/>
          <a:stretch/>
        </p:blipFill>
        <p:spPr>
          <a:xfrm>
            <a:off x="5604503" y="4687675"/>
            <a:ext cx="504000"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27" name="Immagine 126">
            <a:extLst>
              <a:ext uri="{FF2B5EF4-FFF2-40B4-BE49-F238E27FC236}">
                <a16:creationId xmlns:a16="http://schemas.microsoft.com/office/drawing/2014/main" id="{1076AAB3-CEE4-9CAD-3B1A-0C80EC74EB3C}"/>
              </a:ext>
            </a:extLst>
          </p:cNvPr>
          <p:cNvPicPr>
            <a:picLocks noChangeAspect="1"/>
          </p:cNvPicPr>
          <p:nvPr/>
        </p:nvPicPr>
        <p:blipFill rotWithShape="1">
          <a:blip r:embed="rId7"/>
          <a:srcRect l="-22062" t="-24479" r="-22062" b="-15509"/>
          <a:stretch/>
        </p:blipFill>
        <p:spPr>
          <a:xfrm>
            <a:off x="6430237" y="4687675"/>
            <a:ext cx="518891"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28" name="Immagine 127">
            <a:extLst>
              <a:ext uri="{FF2B5EF4-FFF2-40B4-BE49-F238E27FC236}">
                <a16:creationId xmlns:a16="http://schemas.microsoft.com/office/drawing/2014/main" id="{BE1C79AC-2418-D37C-6F17-EA7AC3C3563A}"/>
              </a:ext>
            </a:extLst>
          </p:cNvPr>
          <p:cNvPicPr>
            <a:picLocks noChangeAspect="1"/>
          </p:cNvPicPr>
          <p:nvPr/>
        </p:nvPicPr>
        <p:blipFill rotWithShape="1">
          <a:blip r:embed="rId6"/>
          <a:srcRect l="-15926" t="-15926" r="-19035" b="-19035"/>
          <a:stretch/>
        </p:blipFill>
        <p:spPr>
          <a:xfrm>
            <a:off x="4758095" y="5452287"/>
            <a:ext cx="504000"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29" name="Immagine 128">
            <a:extLst>
              <a:ext uri="{FF2B5EF4-FFF2-40B4-BE49-F238E27FC236}">
                <a16:creationId xmlns:a16="http://schemas.microsoft.com/office/drawing/2014/main" id="{71E2E305-0563-CA08-70BC-F821EDE93A5F}"/>
              </a:ext>
            </a:extLst>
          </p:cNvPr>
          <p:cNvPicPr>
            <a:picLocks noChangeAspect="1"/>
          </p:cNvPicPr>
          <p:nvPr/>
        </p:nvPicPr>
        <p:blipFill rotWithShape="1">
          <a:blip r:embed="rId7"/>
          <a:srcRect l="-22062" t="-24479" r="-22062" b="-15509"/>
          <a:stretch/>
        </p:blipFill>
        <p:spPr>
          <a:xfrm>
            <a:off x="5603454" y="5452287"/>
            <a:ext cx="518891"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30" name="Immagine 129">
            <a:extLst>
              <a:ext uri="{FF2B5EF4-FFF2-40B4-BE49-F238E27FC236}">
                <a16:creationId xmlns:a16="http://schemas.microsoft.com/office/drawing/2014/main" id="{BFFEEA5D-6B51-98AD-9970-ED55A20CFD71}"/>
              </a:ext>
            </a:extLst>
          </p:cNvPr>
          <p:cNvPicPr>
            <a:picLocks noChangeAspect="1"/>
          </p:cNvPicPr>
          <p:nvPr/>
        </p:nvPicPr>
        <p:blipFill rotWithShape="1">
          <a:blip r:embed="rId6"/>
          <a:srcRect l="-15926" t="-15926" r="-19035" b="-19035"/>
          <a:stretch/>
        </p:blipFill>
        <p:spPr>
          <a:xfrm>
            <a:off x="6437682" y="5452287"/>
            <a:ext cx="504000"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31" name="Immagine 130">
            <a:extLst>
              <a:ext uri="{FF2B5EF4-FFF2-40B4-BE49-F238E27FC236}">
                <a16:creationId xmlns:a16="http://schemas.microsoft.com/office/drawing/2014/main" id="{50D540F1-E2CC-E58B-B001-A15B8A20481D}"/>
              </a:ext>
            </a:extLst>
          </p:cNvPr>
          <p:cNvPicPr>
            <a:picLocks noChangeAspect="1"/>
          </p:cNvPicPr>
          <p:nvPr/>
        </p:nvPicPr>
        <p:blipFill rotWithShape="1">
          <a:blip r:embed="rId6"/>
          <a:srcRect l="-15926" t="-15926" r="-19035" b="-19035"/>
          <a:stretch/>
        </p:blipFill>
        <p:spPr>
          <a:xfrm>
            <a:off x="4758095" y="4687675"/>
            <a:ext cx="504000"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32" name="Immagine 131">
            <a:extLst>
              <a:ext uri="{FF2B5EF4-FFF2-40B4-BE49-F238E27FC236}">
                <a16:creationId xmlns:a16="http://schemas.microsoft.com/office/drawing/2014/main" id="{3AF34AED-A81C-FD31-B5D0-8F29AD8AC8A2}"/>
              </a:ext>
            </a:extLst>
          </p:cNvPr>
          <p:cNvPicPr>
            <a:picLocks noChangeAspect="1"/>
          </p:cNvPicPr>
          <p:nvPr/>
        </p:nvPicPr>
        <p:blipFill rotWithShape="1">
          <a:blip r:embed="rId6"/>
          <a:srcRect l="-15926" t="-15926" r="-19035" b="-19035"/>
          <a:stretch/>
        </p:blipFill>
        <p:spPr>
          <a:xfrm>
            <a:off x="5610900" y="6191808"/>
            <a:ext cx="504000"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33" name="Immagine 132">
            <a:extLst>
              <a:ext uri="{FF2B5EF4-FFF2-40B4-BE49-F238E27FC236}">
                <a16:creationId xmlns:a16="http://schemas.microsoft.com/office/drawing/2014/main" id="{334DE91D-BE2D-84DE-7C05-FCACB88898DF}"/>
              </a:ext>
            </a:extLst>
          </p:cNvPr>
          <p:cNvPicPr>
            <a:picLocks noChangeAspect="1"/>
          </p:cNvPicPr>
          <p:nvPr/>
        </p:nvPicPr>
        <p:blipFill rotWithShape="1">
          <a:blip r:embed="rId7"/>
          <a:srcRect l="-22062" t="-24479" r="-22062" b="-15509"/>
          <a:stretch/>
        </p:blipFill>
        <p:spPr>
          <a:xfrm>
            <a:off x="6430237" y="6191808"/>
            <a:ext cx="518891"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134" name="Immagine 133">
            <a:extLst>
              <a:ext uri="{FF2B5EF4-FFF2-40B4-BE49-F238E27FC236}">
                <a16:creationId xmlns:a16="http://schemas.microsoft.com/office/drawing/2014/main" id="{C8349B2E-8613-4FB6-6A64-B8F9E104FC77}"/>
              </a:ext>
            </a:extLst>
          </p:cNvPr>
          <p:cNvPicPr>
            <a:picLocks noChangeAspect="1"/>
          </p:cNvPicPr>
          <p:nvPr/>
        </p:nvPicPr>
        <p:blipFill rotWithShape="1">
          <a:blip r:embed="rId7"/>
          <a:srcRect l="-22062" t="-24479" r="-22062" b="-15509"/>
          <a:stretch/>
        </p:blipFill>
        <p:spPr>
          <a:xfrm>
            <a:off x="4750649" y="6191808"/>
            <a:ext cx="518891" cy="50400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sp>
        <p:nvSpPr>
          <p:cNvPr id="135" name="Trapezio 134">
            <a:extLst>
              <a:ext uri="{FF2B5EF4-FFF2-40B4-BE49-F238E27FC236}">
                <a16:creationId xmlns:a16="http://schemas.microsoft.com/office/drawing/2014/main" id="{57B66FB7-FA26-7DA4-3B8A-A08CD9D6C93D}"/>
              </a:ext>
            </a:extLst>
          </p:cNvPr>
          <p:cNvSpPr/>
          <p:nvPr/>
        </p:nvSpPr>
        <p:spPr>
          <a:xfrm rot="16200000">
            <a:off x="3513739" y="5443275"/>
            <a:ext cx="1580479" cy="313794"/>
          </a:xfrm>
          <a:prstGeom prst="trapezoid">
            <a:avLst/>
          </a:prstGeom>
          <a:no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5" name="Rettangolo 164">
            <a:extLst>
              <a:ext uri="{FF2B5EF4-FFF2-40B4-BE49-F238E27FC236}">
                <a16:creationId xmlns:a16="http://schemas.microsoft.com/office/drawing/2014/main" id="{429DA11F-CAC6-0222-CCDC-CB5C345BC816}"/>
              </a:ext>
            </a:extLst>
          </p:cNvPr>
          <p:cNvSpPr/>
          <p:nvPr/>
        </p:nvSpPr>
        <p:spPr>
          <a:xfrm>
            <a:off x="4614290" y="6799025"/>
            <a:ext cx="762424" cy="409988"/>
          </a:xfrm>
          <a:prstGeom prst="rect">
            <a:avLst/>
          </a:prstGeom>
          <a:noFill/>
          <a:ln w="28575" cap="rnd">
            <a:solidFill>
              <a:schemeClr val="bg1">
                <a:lumMod val="65000"/>
              </a:schemeClr>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66" name="object 118">
            <a:extLst>
              <a:ext uri="{FF2B5EF4-FFF2-40B4-BE49-F238E27FC236}">
                <a16:creationId xmlns:a16="http://schemas.microsoft.com/office/drawing/2014/main" id="{362EE305-E6C1-718D-181E-82DB151F4D7E}"/>
              </a:ext>
            </a:extLst>
          </p:cNvPr>
          <p:cNvPicPr/>
          <p:nvPr/>
        </p:nvPicPr>
        <p:blipFill>
          <a:blip r:embed="rId2" cstate="print"/>
          <a:stretch>
            <a:fillRect/>
          </a:stretch>
        </p:blipFill>
        <p:spPr>
          <a:xfrm>
            <a:off x="4743435" y="6927260"/>
            <a:ext cx="293008" cy="298782"/>
          </a:xfrm>
          <a:prstGeom prst="rect">
            <a:avLst/>
          </a:prstGeom>
        </p:spPr>
      </p:pic>
      <p:pic>
        <p:nvPicPr>
          <p:cNvPr id="167" name="object 119">
            <a:extLst>
              <a:ext uri="{FF2B5EF4-FFF2-40B4-BE49-F238E27FC236}">
                <a16:creationId xmlns:a16="http://schemas.microsoft.com/office/drawing/2014/main" id="{71566327-5230-7458-A0F9-054BDC6BE4C3}"/>
              </a:ext>
            </a:extLst>
          </p:cNvPr>
          <p:cNvPicPr/>
          <p:nvPr/>
        </p:nvPicPr>
        <p:blipFill>
          <a:blip r:embed="rId3" cstate="print"/>
          <a:stretch>
            <a:fillRect/>
          </a:stretch>
        </p:blipFill>
        <p:spPr>
          <a:xfrm>
            <a:off x="4902244" y="6919249"/>
            <a:ext cx="194933" cy="194933"/>
          </a:xfrm>
          <a:prstGeom prst="rect">
            <a:avLst/>
          </a:prstGeom>
        </p:spPr>
      </p:pic>
      <p:pic>
        <p:nvPicPr>
          <p:cNvPr id="189" name="object 120">
            <a:extLst>
              <a:ext uri="{FF2B5EF4-FFF2-40B4-BE49-F238E27FC236}">
                <a16:creationId xmlns:a16="http://schemas.microsoft.com/office/drawing/2014/main" id="{EC7FF9F6-5368-74F5-B70B-440AAC01834A}"/>
              </a:ext>
            </a:extLst>
          </p:cNvPr>
          <p:cNvPicPr/>
          <p:nvPr/>
        </p:nvPicPr>
        <p:blipFill>
          <a:blip r:embed="rId4" cstate="print"/>
          <a:stretch>
            <a:fillRect/>
          </a:stretch>
        </p:blipFill>
        <p:spPr>
          <a:xfrm>
            <a:off x="5009991" y="6832886"/>
            <a:ext cx="229073" cy="228244"/>
          </a:xfrm>
          <a:prstGeom prst="rect">
            <a:avLst/>
          </a:prstGeom>
        </p:spPr>
      </p:pic>
      <p:cxnSp>
        <p:nvCxnSpPr>
          <p:cNvPr id="190" name="Connettore diritto 189">
            <a:extLst>
              <a:ext uri="{FF2B5EF4-FFF2-40B4-BE49-F238E27FC236}">
                <a16:creationId xmlns:a16="http://schemas.microsoft.com/office/drawing/2014/main" id="{E5E84F94-723F-F837-3CBE-BF7ECD7B9B3D}"/>
              </a:ext>
            </a:extLst>
          </p:cNvPr>
          <p:cNvCxnSpPr>
            <a:cxnSpLocks/>
          </p:cNvCxnSpPr>
          <p:nvPr/>
        </p:nvCxnSpPr>
        <p:spPr>
          <a:xfrm flipV="1">
            <a:off x="4620868" y="5039612"/>
            <a:ext cx="15670" cy="1756465"/>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7" name="Connettore diritto 196">
            <a:extLst>
              <a:ext uri="{FF2B5EF4-FFF2-40B4-BE49-F238E27FC236}">
                <a16:creationId xmlns:a16="http://schemas.microsoft.com/office/drawing/2014/main" id="{5712E437-DC37-977C-9096-A632A8CCA945}"/>
              </a:ext>
            </a:extLst>
          </p:cNvPr>
          <p:cNvCxnSpPr>
            <a:cxnSpLocks/>
          </p:cNvCxnSpPr>
          <p:nvPr/>
        </p:nvCxnSpPr>
        <p:spPr>
          <a:xfrm flipV="1">
            <a:off x="5374184" y="5044237"/>
            <a:ext cx="15670" cy="1756465"/>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8" name="CasellaDiTesto 237">
            <a:extLst>
              <a:ext uri="{FF2B5EF4-FFF2-40B4-BE49-F238E27FC236}">
                <a16:creationId xmlns:a16="http://schemas.microsoft.com/office/drawing/2014/main" id="{9D634832-213A-7FAA-FCB2-7C7B9F9831FC}"/>
              </a:ext>
            </a:extLst>
          </p:cNvPr>
          <p:cNvSpPr txBox="1"/>
          <p:nvPr/>
        </p:nvSpPr>
        <p:spPr>
          <a:xfrm>
            <a:off x="193873" y="7390562"/>
            <a:ext cx="3862897" cy="646331"/>
          </a:xfrm>
          <a:prstGeom prst="rect">
            <a:avLst/>
          </a:prstGeom>
          <a:noFill/>
        </p:spPr>
        <p:txBody>
          <a:bodyPr wrap="square">
            <a:spAutoFit/>
          </a:bodyPr>
          <a:lstStyle>
            <a:defPPr>
              <a:defRPr lang="en-US"/>
            </a:defPPr>
            <a:lvl1pPr>
              <a:defRPr sz="1200">
                <a:solidFill>
                  <a:srgbClr val="997E71"/>
                </a:solidFill>
              </a:defRPr>
            </a:lvl1pPr>
          </a:lstStyle>
          <a:p>
            <a:r>
              <a:rPr lang="it-IT" b="1" dirty="0"/>
              <a:t> IN LETTURA </a:t>
            </a:r>
            <a:r>
              <a:rPr lang="it-IT" dirty="0"/>
              <a:t>il circuito rileva e amplifica il valore elettrico contenuto nella cella interessata e lo manda al morsetto corrispondente di dato su cui esce come bit. </a:t>
            </a:r>
          </a:p>
        </p:txBody>
      </p:sp>
      <p:cxnSp>
        <p:nvCxnSpPr>
          <p:cNvPr id="239" name="Connettore diritto 238">
            <a:extLst>
              <a:ext uri="{FF2B5EF4-FFF2-40B4-BE49-F238E27FC236}">
                <a16:creationId xmlns:a16="http://schemas.microsoft.com/office/drawing/2014/main" id="{48FC6088-7AD7-D683-291E-56C18209CCDF}"/>
              </a:ext>
            </a:extLst>
          </p:cNvPr>
          <p:cNvCxnSpPr>
            <a:cxnSpLocks/>
          </p:cNvCxnSpPr>
          <p:nvPr/>
        </p:nvCxnSpPr>
        <p:spPr>
          <a:xfrm>
            <a:off x="2389273" y="8499757"/>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40" name="Connettore diritto 239">
            <a:extLst>
              <a:ext uri="{FF2B5EF4-FFF2-40B4-BE49-F238E27FC236}">
                <a16:creationId xmlns:a16="http://schemas.microsoft.com/office/drawing/2014/main" id="{3F0BBD68-A74C-2A58-B9C8-DE273AE78F6C}"/>
              </a:ext>
            </a:extLst>
          </p:cNvPr>
          <p:cNvCxnSpPr>
            <a:cxnSpLocks/>
          </p:cNvCxnSpPr>
          <p:nvPr/>
        </p:nvCxnSpPr>
        <p:spPr>
          <a:xfrm>
            <a:off x="2374241" y="9209343"/>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41" name="Connettore diritto 240">
            <a:extLst>
              <a:ext uri="{FF2B5EF4-FFF2-40B4-BE49-F238E27FC236}">
                <a16:creationId xmlns:a16="http://schemas.microsoft.com/office/drawing/2014/main" id="{69D8EBFF-DB41-04CE-A7B7-7FA5EB7D8F77}"/>
              </a:ext>
            </a:extLst>
          </p:cNvPr>
          <p:cNvCxnSpPr>
            <a:cxnSpLocks/>
          </p:cNvCxnSpPr>
          <p:nvPr/>
        </p:nvCxnSpPr>
        <p:spPr>
          <a:xfrm>
            <a:off x="2380638" y="9772981"/>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42" name="Rettangolo 241">
            <a:extLst>
              <a:ext uri="{FF2B5EF4-FFF2-40B4-BE49-F238E27FC236}">
                <a16:creationId xmlns:a16="http://schemas.microsoft.com/office/drawing/2014/main" id="{76BD1B48-70A0-DBE0-A818-2CAD08FEC3C8}"/>
              </a:ext>
            </a:extLst>
          </p:cNvPr>
          <p:cNvSpPr/>
          <p:nvPr/>
        </p:nvSpPr>
        <p:spPr>
          <a:xfrm>
            <a:off x="2371109" y="9928747"/>
            <a:ext cx="622449" cy="334718"/>
          </a:xfrm>
          <a:prstGeom prst="rect">
            <a:avLst/>
          </a:prstGeom>
          <a:noFill/>
          <a:ln w="28575" cap="rnd">
            <a:solidFill>
              <a:schemeClr val="bg1">
                <a:lumMod val="65000"/>
              </a:schemeClr>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43" name="object 118">
            <a:extLst>
              <a:ext uri="{FF2B5EF4-FFF2-40B4-BE49-F238E27FC236}">
                <a16:creationId xmlns:a16="http://schemas.microsoft.com/office/drawing/2014/main" id="{56FAD356-DDAF-6793-6201-29273DB7D64C}"/>
              </a:ext>
            </a:extLst>
          </p:cNvPr>
          <p:cNvPicPr/>
          <p:nvPr/>
        </p:nvPicPr>
        <p:blipFill>
          <a:blip r:embed="rId2" cstate="print"/>
          <a:stretch>
            <a:fillRect/>
          </a:stretch>
        </p:blipFill>
        <p:spPr>
          <a:xfrm>
            <a:off x="2476544" y="10033439"/>
            <a:ext cx="239214" cy="243928"/>
          </a:xfrm>
          <a:prstGeom prst="rect">
            <a:avLst/>
          </a:prstGeom>
        </p:spPr>
      </p:pic>
      <p:pic>
        <p:nvPicPr>
          <p:cNvPr id="244" name="object 119">
            <a:extLst>
              <a:ext uri="{FF2B5EF4-FFF2-40B4-BE49-F238E27FC236}">
                <a16:creationId xmlns:a16="http://schemas.microsoft.com/office/drawing/2014/main" id="{78D1F604-0061-833B-F3BB-84EA2AB181B2}"/>
              </a:ext>
            </a:extLst>
          </p:cNvPr>
          <p:cNvPicPr/>
          <p:nvPr/>
        </p:nvPicPr>
        <p:blipFill>
          <a:blip r:embed="rId3" cstate="print"/>
          <a:stretch>
            <a:fillRect/>
          </a:stretch>
        </p:blipFill>
        <p:spPr>
          <a:xfrm>
            <a:off x="2606197" y="10026899"/>
            <a:ext cx="159145" cy="159145"/>
          </a:xfrm>
          <a:prstGeom prst="rect">
            <a:avLst/>
          </a:prstGeom>
        </p:spPr>
      </p:pic>
      <p:pic>
        <p:nvPicPr>
          <p:cNvPr id="245" name="object 120">
            <a:extLst>
              <a:ext uri="{FF2B5EF4-FFF2-40B4-BE49-F238E27FC236}">
                <a16:creationId xmlns:a16="http://schemas.microsoft.com/office/drawing/2014/main" id="{0F20BE7F-1698-8B65-BCBB-262B37DA02BC}"/>
              </a:ext>
            </a:extLst>
          </p:cNvPr>
          <p:cNvPicPr/>
          <p:nvPr/>
        </p:nvPicPr>
        <p:blipFill>
          <a:blip r:embed="rId4" cstate="print"/>
          <a:stretch>
            <a:fillRect/>
          </a:stretch>
        </p:blipFill>
        <p:spPr>
          <a:xfrm>
            <a:off x="2694163" y="9956391"/>
            <a:ext cx="187017" cy="186340"/>
          </a:xfrm>
          <a:prstGeom prst="rect">
            <a:avLst/>
          </a:prstGeom>
        </p:spPr>
      </p:pic>
      <p:cxnSp>
        <p:nvCxnSpPr>
          <p:cNvPr id="246" name="Connettore diritto 245">
            <a:extLst>
              <a:ext uri="{FF2B5EF4-FFF2-40B4-BE49-F238E27FC236}">
                <a16:creationId xmlns:a16="http://schemas.microsoft.com/office/drawing/2014/main" id="{48B23B47-5ABC-6AF7-5DDF-93BD4930E1C0}"/>
              </a:ext>
            </a:extLst>
          </p:cNvPr>
          <p:cNvCxnSpPr>
            <a:cxnSpLocks/>
          </p:cNvCxnSpPr>
          <p:nvPr/>
        </p:nvCxnSpPr>
        <p:spPr>
          <a:xfrm flipV="1">
            <a:off x="2376480" y="8492348"/>
            <a:ext cx="12793" cy="143399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47" name="Connettore diritto 246">
            <a:extLst>
              <a:ext uri="{FF2B5EF4-FFF2-40B4-BE49-F238E27FC236}">
                <a16:creationId xmlns:a16="http://schemas.microsoft.com/office/drawing/2014/main" id="{5646A228-F3BC-2D57-2239-33F1CB535D1C}"/>
              </a:ext>
            </a:extLst>
          </p:cNvPr>
          <p:cNvCxnSpPr>
            <a:cxnSpLocks/>
          </p:cNvCxnSpPr>
          <p:nvPr/>
        </p:nvCxnSpPr>
        <p:spPr>
          <a:xfrm flipV="1">
            <a:off x="2991493" y="8496123"/>
            <a:ext cx="12793" cy="143399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48" name="Connettore diritto 247">
            <a:extLst>
              <a:ext uri="{FF2B5EF4-FFF2-40B4-BE49-F238E27FC236}">
                <a16:creationId xmlns:a16="http://schemas.microsoft.com/office/drawing/2014/main" id="{3332B23F-A19D-E0DC-FD81-97D3662032C4}"/>
              </a:ext>
            </a:extLst>
          </p:cNvPr>
          <p:cNvCxnSpPr>
            <a:cxnSpLocks/>
          </p:cNvCxnSpPr>
          <p:nvPr/>
        </p:nvCxnSpPr>
        <p:spPr>
          <a:xfrm>
            <a:off x="1726924" y="8502164"/>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49" name="Connettore diritto 248">
            <a:extLst>
              <a:ext uri="{FF2B5EF4-FFF2-40B4-BE49-F238E27FC236}">
                <a16:creationId xmlns:a16="http://schemas.microsoft.com/office/drawing/2014/main" id="{530EA194-2FBC-24A1-E0DA-D4ABCAAB3016}"/>
              </a:ext>
            </a:extLst>
          </p:cNvPr>
          <p:cNvCxnSpPr>
            <a:cxnSpLocks/>
          </p:cNvCxnSpPr>
          <p:nvPr/>
        </p:nvCxnSpPr>
        <p:spPr>
          <a:xfrm>
            <a:off x="1711892" y="9211750"/>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50" name="Connettore diritto 249">
            <a:extLst>
              <a:ext uri="{FF2B5EF4-FFF2-40B4-BE49-F238E27FC236}">
                <a16:creationId xmlns:a16="http://schemas.microsoft.com/office/drawing/2014/main" id="{FE0F7DC9-E495-1EF2-1260-1AA1B1BA88AB}"/>
              </a:ext>
            </a:extLst>
          </p:cNvPr>
          <p:cNvCxnSpPr>
            <a:cxnSpLocks/>
          </p:cNvCxnSpPr>
          <p:nvPr/>
        </p:nvCxnSpPr>
        <p:spPr>
          <a:xfrm>
            <a:off x="1718289" y="9775388"/>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51" name="Rettangolo 250">
            <a:extLst>
              <a:ext uri="{FF2B5EF4-FFF2-40B4-BE49-F238E27FC236}">
                <a16:creationId xmlns:a16="http://schemas.microsoft.com/office/drawing/2014/main" id="{D1E92EEE-B8AD-7557-2419-2A21E422B798}"/>
              </a:ext>
            </a:extLst>
          </p:cNvPr>
          <p:cNvSpPr/>
          <p:nvPr/>
        </p:nvSpPr>
        <p:spPr>
          <a:xfrm>
            <a:off x="1708760" y="9931154"/>
            <a:ext cx="622449" cy="334718"/>
          </a:xfrm>
          <a:prstGeom prst="rect">
            <a:avLst/>
          </a:prstGeom>
          <a:noFill/>
          <a:ln w="28575" cap="rnd">
            <a:solidFill>
              <a:schemeClr val="bg1">
                <a:lumMod val="65000"/>
              </a:schemeClr>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52" name="object 118">
            <a:extLst>
              <a:ext uri="{FF2B5EF4-FFF2-40B4-BE49-F238E27FC236}">
                <a16:creationId xmlns:a16="http://schemas.microsoft.com/office/drawing/2014/main" id="{6EDA3018-2167-682C-CF2C-6BD90847F7D8}"/>
              </a:ext>
            </a:extLst>
          </p:cNvPr>
          <p:cNvPicPr/>
          <p:nvPr/>
        </p:nvPicPr>
        <p:blipFill>
          <a:blip r:embed="rId2" cstate="print"/>
          <a:stretch>
            <a:fillRect/>
          </a:stretch>
        </p:blipFill>
        <p:spPr>
          <a:xfrm>
            <a:off x="1814195" y="10035846"/>
            <a:ext cx="239214" cy="243928"/>
          </a:xfrm>
          <a:prstGeom prst="rect">
            <a:avLst/>
          </a:prstGeom>
        </p:spPr>
      </p:pic>
      <p:pic>
        <p:nvPicPr>
          <p:cNvPr id="253" name="object 119">
            <a:extLst>
              <a:ext uri="{FF2B5EF4-FFF2-40B4-BE49-F238E27FC236}">
                <a16:creationId xmlns:a16="http://schemas.microsoft.com/office/drawing/2014/main" id="{C260574D-0488-717F-5499-78D772810477}"/>
              </a:ext>
            </a:extLst>
          </p:cNvPr>
          <p:cNvPicPr/>
          <p:nvPr/>
        </p:nvPicPr>
        <p:blipFill>
          <a:blip r:embed="rId3" cstate="print"/>
          <a:stretch>
            <a:fillRect/>
          </a:stretch>
        </p:blipFill>
        <p:spPr>
          <a:xfrm>
            <a:off x="1943848" y="10029306"/>
            <a:ext cx="159145" cy="159145"/>
          </a:xfrm>
          <a:prstGeom prst="rect">
            <a:avLst/>
          </a:prstGeom>
        </p:spPr>
      </p:pic>
      <p:pic>
        <p:nvPicPr>
          <p:cNvPr id="254" name="object 120">
            <a:extLst>
              <a:ext uri="{FF2B5EF4-FFF2-40B4-BE49-F238E27FC236}">
                <a16:creationId xmlns:a16="http://schemas.microsoft.com/office/drawing/2014/main" id="{163BB1E7-133B-6009-2048-13E95B0E3354}"/>
              </a:ext>
            </a:extLst>
          </p:cNvPr>
          <p:cNvPicPr/>
          <p:nvPr/>
        </p:nvPicPr>
        <p:blipFill>
          <a:blip r:embed="rId4" cstate="print"/>
          <a:stretch>
            <a:fillRect/>
          </a:stretch>
        </p:blipFill>
        <p:spPr>
          <a:xfrm>
            <a:off x="2031814" y="9958798"/>
            <a:ext cx="187017" cy="186340"/>
          </a:xfrm>
          <a:prstGeom prst="rect">
            <a:avLst/>
          </a:prstGeom>
        </p:spPr>
      </p:pic>
      <p:cxnSp>
        <p:nvCxnSpPr>
          <p:cNvPr id="255" name="Connettore diritto 254">
            <a:extLst>
              <a:ext uri="{FF2B5EF4-FFF2-40B4-BE49-F238E27FC236}">
                <a16:creationId xmlns:a16="http://schemas.microsoft.com/office/drawing/2014/main" id="{85017AB8-E6EC-A619-1715-25E3BB59746C}"/>
              </a:ext>
            </a:extLst>
          </p:cNvPr>
          <p:cNvCxnSpPr>
            <a:cxnSpLocks/>
          </p:cNvCxnSpPr>
          <p:nvPr/>
        </p:nvCxnSpPr>
        <p:spPr>
          <a:xfrm flipV="1">
            <a:off x="1714131" y="8494754"/>
            <a:ext cx="12793" cy="143399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56" name="Connettore diritto 255">
            <a:extLst>
              <a:ext uri="{FF2B5EF4-FFF2-40B4-BE49-F238E27FC236}">
                <a16:creationId xmlns:a16="http://schemas.microsoft.com/office/drawing/2014/main" id="{2FE41681-28AC-708D-AC2A-4D080EFE5E5A}"/>
              </a:ext>
            </a:extLst>
          </p:cNvPr>
          <p:cNvCxnSpPr>
            <a:cxnSpLocks/>
          </p:cNvCxnSpPr>
          <p:nvPr/>
        </p:nvCxnSpPr>
        <p:spPr>
          <a:xfrm flipV="1">
            <a:off x="2329144" y="8498530"/>
            <a:ext cx="12793" cy="143399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57" name="Connettore diritto 256">
            <a:extLst>
              <a:ext uri="{FF2B5EF4-FFF2-40B4-BE49-F238E27FC236}">
                <a16:creationId xmlns:a16="http://schemas.microsoft.com/office/drawing/2014/main" id="{D37B681B-9847-A494-F228-777672DB4E15}"/>
              </a:ext>
            </a:extLst>
          </p:cNvPr>
          <p:cNvCxnSpPr>
            <a:cxnSpLocks/>
          </p:cNvCxnSpPr>
          <p:nvPr/>
        </p:nvCxnSpPr>
        <p:spPr>
          <a:xfrm>
            <a:off x="1018161" y="8502164"/>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58" name="Connettore diritto 257">
            <a:extLst>
              <a:ext uri="{FF2B5EF4-FFF2-40B4-BE49-F238E27FC236}">
                <a16:creationId xmlns:a16="http://schemas.microsoft.com/office/drawing/2014/main" id="{3E3BC48F-E9BA-E214-F766-70DBB376A5C3}"/>
              </a:ext>
            </a:extLst>
          </p:cNvPr>
          <p:cNvCxnSpPr>
            <a:cxnSpLocks/>
          </p:cNvCxnSpPr>
          <p:nvPr/>
        </p:nvCxnSpPr>
        <p:spPr>
          <a:xfrm>
            <a:off x="1003129" y="9211750"/>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59" name="Connettore diritto 258">
            <a:extLst>
              <a:ext uri="{FF2B5EF4-FFF2-40B4-BE49-F238E27FC236}">
                <a16:creationId xmlns:a16="http://schemas.microsoft.com/office/drawing/2014/main" id="{55D5F391-3E02-9722-12E1-4150E75FD0F2}"/>
              </a:ext>
            </a:extLst>
          </p:cNvPr>
          <p:cNvCxnSpPr>
            <a:cxnSpLocks/>
          </p:cNvCxnSpPr>
          <p:nvPr/>
        </p:nvCxnSpPr>
        <p:spPr>
          <a:xfrm flipV="1">
            <a:off x="1009526" y="9753367"/>
            <a:ext cx="413369" cy="22021"/>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60" name="Connettore diritto 259">
            <a:extLst>
              <a:ext uri="{FF2B5EF4-FFF2-40B4-BE49-F238E27FC236}">
                <a16:creationId xmlns:a16="http://schemas.microsoft.com/office/drawing/2014/main" id="{52683BD8-E410-A189-46EE-B2ACFCF21B39}"/>
              </a:ext>
            </a:extLst>
          </p:cNvPr>
          <p:cNvCxnSpPr>
            <a:cxnSpLocks/>
          </p:cNvCxnSpPr>
          <p:nvPr/>
        </p:nvCxnSpPr>
        <p:spPr>
          <a:xfrm flipH="1">
            <a:off x="872408" y="8927202"/>
            <a:ext cx="1645534" cy="14528"/>
          </a:xfrm>
          <a:prstGeom prst="line">
            <a:avLst/>
          </a:prstGeom>
          <a:ln>
            <a:solidFill>
              <a:srgbClr val="FE6464"/>
            </a:solidFill>
          </a:ln>
        </p:spPr>
        <p:style>
          <a:lnRef idx="2">
            <a:schemeClr val="accent1"/>
          </a:lnRef>
          <a:fillRef idx="0">
            <a:schemeClr val="accent1"/>
          </a:fillRef>
          <a:effectRef idx="1">
            <a:schemeClr val="accent1"/>
          </a:effectRef>
          <a:fontRef idx="minor">
            <a:schemeClr val="tx1"/>
          </a:fontRef>
        </p:style>
      </p:cxnSp>
      <p:cxnSp>
        <p:nvCxnSpPr>
          <p:cNvPr id="261" name="Connettore diritto 260">
            <a:extLst>
              <a:ext uri="{FF2B5EF4-FFF2-40B4-BE49-F238E27FC236}">
                <a16:creationId xmlns:a16="http://schemas.microsoft.com/office/drawing/2014/main" id="{68158290-B042-1457-667B-B355AE5CCBD5}"/>
              </a:ext>
            </a:extLst>
          </p:cNvPr>
          <p:cNvCxnSpPr>
            <a:cxnSpLocks/>
          </p:cNvCxnSpPr>
          <p:nvPr/>
        </p:nvCxnSpPr>
        <p:spPr>
          <a:xfrm flipH="1">
            <a:off x="883875" y="9487510"/>
            <a:ext cx="1569016" cy="7541"/>
          </a:xfrm>
          <a:prstGeom prst="line">
            <a:avLst/>
          </a:prstGeom>
          <a:ln>
            <a:solidFill>
              <a:srgbClr val="FE6464"/>
            </a:solidFill>
          </a:ln>
          <a:effectLst>
            <a:glow rad="635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cxnSp>
        <p:nvCxnSpPr>
          <p:cNvPr id="262" name="Connettore diritto 261">
            <a:extLst>
              <a:ext uri="{FF2B5EF4-FFF2-40B4-BE49-F238E27FC236}">
                <a16:creationId xmlns:a16="http://schemas.microsoft.com/office/drawing/2014/main" id="{9061DB6B-0770-E9A5-5366-8EC55C1C1A15}"/>
              </a:ext>
            </a:extLst>
          </p:cNvPr>
          <p:cNvCxnSpPr>
            <a:cxnSpLocks/>
          </p:cNvCxnSpPr>
          <p:nvPr/>
        </p:nvCxnSpPr>
        <p:spPr>
          <a:xfrm flipH="1" flipV="1">
            <a:off x="890744" y="8388831"/>
            <a:ext cx="1579262" cy="24334"/>
          </a:xfrm>
          <a:prstGeom prst="line">
            <a:avLst/>
          </a:prstGeom>
          <a:ln>
            <a:solidFill>
              <a:srgbClr val="FE6464"/>
            </a:solidFill>
          </a:ln>
        </p:spPr>
        <p:style>
          <a:lnRef idx="2">
            <a:schemeClr val="accent1"/>
          </a:lnRef>
          <a:fillRef idx="0">
            <a:schemeClr val="accent1"/>
          </a:fillRef>
          <a:effectRef idx="1">
            <a:schemeClr val="accent1"/>
          </a:effectRef>
          <a:fontRef idx="minor">
            <a:schemeClr val="tx1"/>
          </a:fontRef>
        </p:style>
      </p:cxnSp>
      <p:pic>
        <p:nvPicPr>
          <p:cNvPr id="263" name="Immagine 262">
            <a:extLst>
              <a:ext uri="{FF2B5EF4-FFF2-40B4-BE49-F238E27FC236}">
                <a16:creationId xmlns:a16="http://schemas.microsoft.com/office/drawing/2014/main" id="{36AA083B-8D36-0156-76AF-53E856FA52B2}"/>
              </a:ext>
            </a:extLst>
          </p:cNvPr>
          <p:cNvPicPr>
            <a:picLocks noChangeAspect="1"/>
          </p:cNvPicPr>
          <p:nvPr/>
        </p:nvPicPr>
        <p:blipFill rotWithShape="1">
          <a:blip r:embed="rId6"/>
          <a:srcRect l="-15926" t="-15926" r="-19035" b="-19035"/>
          <a:stretch/>
        </p:blipFill>
        <p:spPr>
          <a:xfrm>
            <a:off x="1808416" y="8207430"/>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64" name="Immagine 263">
            <a:extLst>
              <a:ext uri="{FF2B5EF4-FFF2-40B4-BE49-F238E27FC236}">
                <a16:creationId xmlns:a16="http://schemas.microsoft.com/office/drawing/2014/main" id="{C201F76C-ADE2-60B3-5AD2-791F1536037D}"/>
              </a:ext>
            </a:extLst>
          </p:cNvPr>
          <p:cNvPicPr>
            <a:picLocks noChangeAspect="1"/>
          </p:cNvPicPr>
          <p:nvPr/>
        </p:nvPicPr>
        <p:blipFill rotWithShape="1">
          <a:blip r:embed="rId7"/>
          <a:srcRect l="-22062" t="-24479" r="-22062" b="-15509"/>
          <a:stretch/>
        </p:blipFill>
        <p:spPr>
          <a:xfrm>
            <a:off x="2482552" y="8207430"/>
            <a:ext cx="423627"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65" name="Immagine 264">
            <a:extLst>
              <a:ext uri="{FF2B5EF4-FFF2-40B4-BE49-F238E27FC236}">
                <a16:creationId xmlns:a16="http://schemas.microsoft.com/office/drawing/2014/main" id="{077D7390-95D2-4E27-9459-1140B0D298AA}"/>
              </a:ext>
            </a:extLst>
          </p:cNvPr>
          <p:cNvPicPr>
            <a:picLocks noChangeAspect="1"/>
          </p:cNvPicPr>
          <p:nvPr/>
        </p:nvPicPr>
        <p:blipFill rotWithShape="1">
          <a:blip r:embed="rId6"/>
          <a:srcRect l="-15926" t="-15926" r="-19035" b="-19035"/>
          <a:stretch/>
        </p:blipFill>
        <p:spPr>
          <a:xfrm>
            <a:off x="1117401" y="8831666"/>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66" name="Immagine 265">
            <a:extLst>
              <a:ext uri="{FF2B5EF4-FFF2-40B4-BE49-F238E27FC236}">
                <a16:creationId xmlns:a16="http://schemas.microsoft.com/office/drawing/2014/main" id="{DD05F2F6-E250-9E2D-3B03-ECB37FEB705F}"/>
              </a:ext>
            </a:extLst>
          </p:cNvPr>
          <p:cNvPicPr>
            <a:picLocks noChangeAspect="1"/>
          </p:cNvPicPr>
          <p:nvPr/>
        </p:nvPicPr>
        <p:blipFill rotWithShape="1">
          <a:blip r:embed="rId7"/>
          <a:srcRect l="-22062" t="-24479" r="-22062" b="-15509"/>
          <a:stretch/>
        </p:blipFill>
        <p:spPr>
          <a:xfrm>
            <a:off x="1807560" y="8831666"/>
            <a:ext cx="423627"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67" name="Immagine 266">
            <a:extLst>
              <a:ext uri="{FF2B5EF4-FFF2-40B4-BE49-F238E27FC236}">
                <a16:creationId xmlns:a16="http://schemas.microsoft.com/office/drawing/2014/main" id="{75193F7D-AF92-3A76-9E80-4FA195268965}"/>
              </a:ext>
            </a:extLst>
          </p:cNvPr>
          <p:cNvPicPr>
            <a:picLocks noChangeAspect="1"/>
          </p:cNvPicPr>
          <p:nvPr/>
        </p:nvPicPr>
        <p:blipFill rotWithShape="1">
          <a:blip r:embed="rId6"/>
          <a:srcRect l="-15926" t="-15926" r="-19035" b="-19035"/>
          <a:stretch/>
        </p:blipFill>
        <p:spPr>
          <a:xfrm>
            <a:off x="2488631" y="8831666"/>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68" name="Immagine 267">
            <a:extLst>
              <a:ext uri="{FF2B5EF4-FFF2-40B4-BE49-F238E27FC236}">
                <a16:creationId xmlns:a16="http://schemas.microsoft.com/office/drawing/2014/main" id="{AD1F4E86-CF2B-F4E5-E68F-4EBEF357A76A}"/>
              </a:ext>
            </a:extLst>
          </p:cNvPr>
          <p:cNvPicPr>
            <a:picLocks noChangeAspect="1"/>
          </p:cNvPicPr>
          <p:nvPr/>
        </p:nvPicPr>
        <p:blipFill rotWithShape="1">
          <a:blip r:embed="rId6"/>
          <a:srcRect l="-15926" t="-15926" r="-19035" b="-19035"/>
          <a:stretch/>
        </p:blipFill>
        <p:spPr>
          <a:xfrm>
            <a:off x="1117401" y="8207430"/>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69" name="Immagine 268">
            <a:extLst>
              <a:ext uri="{FF2B5EF4-FFF2-40B4-BE49-F238E27FC236}">
                <a16:creationId xmlns:a16="http://schemas.microsoft.com/office/drawing/2014/main" id="{CE733B30-EEC9-EE2B-A26E-808ABDBEB95E}"/>
              </a:ext>
            </a:extLst>
          </p:cNvPr>
          <p:cNvPicPr>
            <a:picLocks noChangeAspect="1"/>
          </p:cNvPicPr>
          <p:nvPr/>
        </p:nvPicPr>
        <p:blipFill rotWithShape="1">
          <a:blip r:embed="rId6"/>
          <a:srcRect l="-15926" t="-15926" r="-19035" b="-19035"/>
          <a:stretch/>
        </p:blipFill>
        <p:spPr>
          <a:xfrm>
            <a:off x="1813639" y="9435417"/>
            <a:ext cx="411470" cy="411470"/>
          </a:xfrm>
          <a:prstGeom prst="rect">
            <a:avLst/>
          </a:prstGeom>
          <a:solidFill>
            <a:srgbClr val="FAF6EF"/>
          </a:solid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70" name="Immagine 269">
            <a:extLst>
              <a:ext uri="{FF2B5EF4-FFF2-40B4-BE49-F238E27FC236}">
                <a16:creationId xmlns:a16="http://schemas.microsoft.com/office/drawing/2014/main" id="{55D9BD2A-29BD-1CF9-B4B4-9B4C8CF4C4AE}"/>
              </a:ext>
            </a:extLst>
          </p:cNvPr>
          <p:cNvPicPr>
            <a:picLocks noChangeAspect="1"/>
          </p:cNvPicPr>
          <p:nvPr/>
        </p:nvPicPr>
        <p:blipFill rotWithShape="1">
          <a:blip r:embed="rId7"/>
          <a:srcRect l="-22062" t="-24479" r="-22062" b="-15509"/>
          <a:stretch/>
        </p:blipFill>
        <p:spPr>
          <a:xfrm>
            <a:off x="2482552" y="9435417"/>
            <a:ext cx="423627" cy="411470"/>
          </a:xfrm>
          <a:prstGeom prst="rect">
            <a:avLst/>
          </a:prstGeom>
          <a:solidFill>
            <a:srgbClr val="FAF6EF"/>
          </a:solid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72" name="Immagine 271">
            <a:extLst>
              <a:ext uri="{FF2B5EF4-FFF2-40B4-BE49-F238E27FC236}">
                <a16:creationId xmlns:a16="http://schemas.microsoft.com/office/drawing/2014/main" id="{7F4DB537-51CE-089B-2FB9-9C334B010B3C}"/>
              </a:ext>
            </a:extLst>
          </p:cNvPr>
          <p:cNvPicPr>
            <a:picLocks noChangeAspect="1"/>
          </p:cNvPicPr>
          <p:nvPr/>
        </p:nvPicPr>
        <p:blipFill rotWithShape="1">
          <a:blip r:embed="rId7"/>
          <a:srcRect l="-22062" t="-24479" r="-22062" b="-15509"/>
          <a:stretch/>
        </p:blipFill>
        <p:spPr>
          <a:xfrm>
            <a:off x="1111322" y="9435417"/>
            <a:ext cx="423627" cy="411470"/>
          </a:xfrm>
          <a:prstGeom prst="rect">
            <a:avLst/>
          </a:prstGeom>
          <a:solidFill>
            <a:srgbClr val="FAF6EF"/>
          </a:solid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sp>
        <p:nvSpPr>
          <p:cNvPr id="273" name="Trapezio 272">
            <a:extLst>
              <a:ext uri="{FF2B5EF4-FFF2-40B4-BE49-F238E27FC236}">
                <a16:creationId xmlns:a16="http://schemas.microsoft.com/office/drawing/2014/main" id="{7AD9060F-8F10-209C-56C0-737EF535BDD6}"/>
              </a:ext>
            </a:extLst>
          </p:cNvPr>
          <p:cNvSpPr/>
          <p:nvPr/>
        </p:nvSpPr>
        <p:spPr>
          <a:xfrm rot="16200000">
            <a:off x="101499" y="8824308"/>
            <a:ext cx="1290316" cy="256184"/>
          </a:xfrm>
          <a:prstGeom prst="trapezoid">
            <a:avLst/>
          </a:prstGeom>
          <a:no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78" name="Connettore diritto 277">
            <a:extLst>
              <a:ext uri="{FF2B5EF4-FFF2-40B4-BE49-F238E27FC236}">
                <a16:creationId xmlns:a16="http://schemas.microsoft.com/office/drawing/2014/main" id="{695DE744-3776-A370-04CF-2BA36790EA6E}"/>
              </a:ext>
            </a:extLst>
          </p:cNvPr>
          <p:cNvCxnSpPr>
            <a:cxnSpLocks/>
          </p:cNvCxnSpPr>
          <p:nvPr/>
        </p:nvCxnSpPr>
        <p:spPr>
          <a:xfrm flipV="1">
            <a:off x="1005368" y="8494754"/>
            <a:ext cx="12793" cy="143399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79" name="Connettore diritto 278">
            <a:extLst>
              <a:ext uri="{FF2B5EF4-FFF2-40B4-BE49-F238E27FC236}">
                <a16:creationId xmlns:a16="http://schemas.microsoft.com/office/drawing/2014/main" id="{7090B71D-3F6F-759D-2937-815533BE71D0}"/>
              </a:ext>
            </a:extLst>
          </p:cNvPr>
          <p:cNvCxnSpPr>
            <a:cxnSpLocks/>
          </p:cNvCxnSpPr>
          <p:nvPr/>
        </p:nvCxnSpPr>
        <p:spPr>
          <a:xfrm flipV="1">
            <a:off x="1626459" y="8498530"/>
            <a:ext cx="6716" cy="1263912"/>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00" name="CasellaDiTesto 299">
            <a:extLst>
              <a:ext uri="{FF2B5EF4-FFF2-40B4-BE49-F238E27FC236}">
                <a16:creationId xmlns:a16="http://schemas.microsoft.com/office/drawing/2014/main" id="{D4915A77-FC6E-A836-73AB-2DD6175373A6}"/>
              </a:ext>
            </a:extLst>
          </p:cNvPr>
          <p:cNvSpPr txBox="1"/>
          <p:nvPr/>
        </p:nvSpPr>
        <p:spPr>
          <a:xfrm>
            <a:off x="4178255" y="7421981"/>
            <a:ext cx="3281375" cy="646331"/>
          </a:xfrm>
          <a:prstGeom prst="rect">
            <a:avLst/>
          </a:prstGeom>
          <a:noFill/>
        </p:spPr>
        <p:txBody>
          <a:bodyPr wrap="square">
            <a:spAutoFit/>
          </a:bodyPr>
          <a:lstStyle>
            <a:defPPr>
              <a:defRPr lang="en-US"/>
            </a:defPPr>
            <a:lvl1pPr>
              <a:defRPr sz="1200">
                <a:solidFill>
                  <a:srgbClr val="997E71"/>
                </a:solidFill>
              </a:defRPr>
            </a:lvl1pPr>
          </a:lstStyle>
          <a:p>
            <a:r>
              <a:rPr lang="it-IT" b="1" dirty="0"/>
              <a:t>IN SCRITTURA </a:t>
            </a:r>
            <a:r>
              <a:rPr lang="it-IT" dirty="0"/>
              <a:t>avviene il processo contrario, si rileva la tensione presente sul morsetto e la si va ad applicare alla cella corretta </a:t>
            </a:r>
          </a:p>
        </p:txBody>
      </p:sp>
      <p:cxnSp>
        <p:nvCxnSpPr>
          <p:cNvPr id="303" name="Connettore diritto 302">
            <a:extLst>
              <a:ext uri="{FF2B5EF4-FFF2-40B4-BE49-F238E27FC236}">
                <a16:creationId xmlns:a16="http://schemas.microsoft.com/office/drawing/2014/main" id="{7E2375A1-C285-B73A-F638-509AD65478D5}"/>
              </a:ext>
            </a:extLst>
          </p:cNvPr>
          <p:cNvCxnSpPr>
            <a:cxnSpLocks/>
          </p:cNvCxnSpPr>
          <p:nvPr/>
        </p:nvCxnSpPr>
        <p:spPr>
          <a:xfrm>
            <a:off x="6376101" y="8489218"/>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4" name="Connettore diritto 303">
            <a:extLst>
              <a:ext uri="{FF2B5EF4-FFF2-40B4-BE49-F238E27FC236}">
                <a16:creationId xmlns:a16="http://schemas.microsoft.com/office/drawing/2014/main" id="{924EE16F-16D5-24CF-CC11-BC6DBCF1AEE3}"/>
              </a:ext>
            </a:extLst>
          </p:cNvPr>
          <p:cNvCxnSpPr>
            <a:cxnSpLocks/>
          </p:cNvCxnSpPr>
          <p:nvPr/>
        </p:nvCxnSpPr>
        <p:spPr>
          <a:xfrm>
            <a:off x="6361069" y="9198804"/>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5" name="Connettore diritto 304">
            <a:extLst>
              <a:ext uri="{FF2B5EF4-FFF2-40B4-BE49-F238E27FC236}">
                <a16:creationId xmlns:a16="http://schemas.microsoft.com/office/drawing/2014/main" id="{284BA602-265A-43C9-4EB3-5760DBAB0756}"/>
              </a:ext>
            </a:extLst>
          </p:cNvPr>
          <p:cNvCxnSpPr>
            <a:cxnSpLocks/>
          </p:cNvCxnSpPr>
          <p:nvPr/>
        </p:nvCxnSpPr>
        <p:spPr>
          <a:xfrm>
            <a:off x="6367466" y="9762442"/>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06" name="Rettangolo 305">
            <a:extLst>
              <a:ext uri="{FF2B5EF4-FFF2-40B4-BE49-F238E27FC236}">
                <a16:creationId xmlns:a16="http://schemas.microsoft.com/office/drawing/2014/main" id="{F07EF95D-A17C-43BB-DB22-E468DEABEA98}"/>
              </a:ext>
            </a:extLst>
          </p:cNvPr>
          <p:cNvSpPr/>
          <p:nvPr/>
        </p:nvSpPr>
        <p:spPr>
          <a:xfrm>
            <a:off x="6357937" y="9918208"/>
            <a:ext cx="622449" cy="334718"/>
          </a:xfrm>
          <a:prstGeom prst="rect">
            <a:avLst/>
          </a:prstGeom>
          <a:noFill/>
          <a:ln w="28575" cap="rnd">
            <a:solidFill>
              <a:schemeClr val="bg1">
                <a:lumMod val="65000"/>
              </a:schemeClr>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307" name="object 118">
            <a:extLst>
              <a:ext uri="{FF2B5EF4-FFF2-40B4-BE49-F238E27FC236}">
                <a16:creationId xmlns:a16="http://schemas.microsoft.com/office/drawing/2014/main" id="{2A3B2BB5-1C52-DA47-19DB-CD5E02455FE1}"/>
              </a:ext>
            </a:extLst>
          </p:cNvPr>
          <p:cNvPicPr/>
          <p:nvPr/>
        </p:nvPicPr>
        <p:blipFill>
          <a:blip r:embed="rId2" cstate="print"/>
          <a:stretch>
            <a:fillRect/>
          </a:stretch>
        </p:blipFill>
        <p:spPr>
          <a:xfrm>
            <a:off x="6463372" y="10022900"/>
            <a:ext cx="239214" cy="243928"/>
          </a:xfrm>
          <a:prstGeom prst="rect">
            <a:avLst/>
          </a:prstGeom>
        </p:spPr>
      </p:pic>
      <p:pic>
        <p:nvPicPr>
          <p:cNvPr id="308" name="object 119">
            <a:extLst>
              <a:ext uri="{FF2B5EF4-FFF2-40B4-BE49-F238E27FC236}">
                <a16:creationId xmlns:a16="http://schemas.microsoft.com/office/drawing/2014/main" id="{33F88911-AB8D-ABAA-4779-B3D9F2DEC094}"/>
              </a:ext>
            </a:extLst>
          </p:cNvPr>
          <p:cNvPicPr/>
          <p:nvPr/>
        </p:nvPicPr>
        <p:blipFill>
          <a:blip r:embed="rId3" cstate="print"/>
          <a:stretch>
            <a:fillRect/>
          </a:stretch>
        </p:blipFill>
        <p:spPr>
          <a:xfrm>
            <a:off x="6593025" y="10016360"/>
            <a:ext cx="159145" cy="159145"/>
          </a:xfrm>
          <a:prstGeom prst="rect">
            <a:avLst/>
          </a:prstGeom>
        </p:spPr>
      </p:pic>
      <p:pic>
        <p:nvPicPr>
          <p:cNvPr id="309" name="object 120">
            <a:extLst>
              <a:ext uri="{FF2B5EF4-FFF2-40B4-BE49-F238E27FC236}">
                <a16:creationId xmlns:a16="http://schemas.microsoft.com/office/drawing/2014/main" id="{F58AACAF-E5AC-FECE-3A06-274A6E980653}"/>
              </a:ext>
            </a:extLst>
          </p:cNvPr>
          <p:cNvPicPr/>
          <p:nvPr/>
        </p:nvPicPr>
        <p:blipFill>
          <a:blip r:embed="rId4" cstate="print"/>
          <a:stretch>
            <a:fillRect/>
          </a:stretch>
        </p:blipFill>
        <p:spPr>
          <a:xfrm>
            <a:off x="6680991" y="9945852"/>
            <a:ext cx="187017" cy="186340"/>
          </a:xfrm>
          <a:prstGeom prst="rect">
            <a:avLst/>
          </a:prstGeom>
        </p:spPr>
      </p:pic>
      <p:cxnSp>
        <p:nvCxnSpPr>
          <p:cNvPr id="310" name="Connettore diritto 309">
            <a:extLst>
              <a:ext uri="{FF2B5EF4-FFF2-40B4-BE49-F238E27FC236}">
                <a16:creationId xmlns:a16="http://schemas.microsoft.com/office/drawing/2014/main" id="{BFD53F56-742A-54EA-9987-A52CF1665C02}"/>
              </a:ext>
            </a:extLst>
          </p:cNvPr>
          <p:cNvCxnSpPr>
            <a:cxnSpLocks/>
          </p:cNvCxnSpPr>
          <p:nvPr/>
        </p:nvCxnSpPr>
        <p:spPr>
          <a:xfrm flipV="1">
            <a:off x="6363308" y="8481809"/>
            <a:ext cx="12793" cy="1433993"/>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11" name="Connettore diritto 310">
            <a:extLst>
              <a:ext uri="{FF2B5EF4-FFF2-40B4-BE49-F238E27FC236}">
                <a16:creationId xmlns:a16="http://schemas.microsoft.com/office/drawing/2014/main" id="{1892FAB4-318E-FAAC-CB70-8473B96F3C17}"/>
              </a:ext>
            </a:extLst>
          </p:cNvPr>
          <p:cNvCxnSpPr>
            <a:cxnSpLocks/>
          </p:cNvCxnSpPr>
          <p:nvPr/>
        </p:nvCxnSpPr>
        <p:spPr>
          <a:xfrm flipV="1">
            <a:off x="6978321" y="8485584"/>
            <a:ext cx="12793" cy="1433993"/>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12" name="Connettore diritto 311">
            <a:extLst>
              <a:ext uri="{FF2B5EF4-FFF2-40B4-BE49-F238E27FC236}">
                <a16:creationId xmlns:a16="http://schemas.microsoft.com/office/drawing/2014/main" id="{5A39FEB2-6F97-1D42-13D9-D74DA141D770}"/>
              </a:ext>
            </a:extLst>
          </p:cNvPr>
          <p:cNvCxnSpPr>
            <a:cxnSpLocks/>
          </p:cNvCxnSpPr>
          <p:nvPr/>
        </p:nvCxnSpPr>
        <p:spPr>
          <a:xfrm>
            <a:off x="5713752" y="8491625"/>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13" name="Connettore diritto 312">
            <a:extLst>
              <a:ext uri="{FF2B5EF4-FFF2-40B4-BE49-F238E27FC236}">
                <a16:creationId xmlns:a16="http://schemas.microsoft.com/office/drawing/2014/main" id="{3421C908-D435-114E-CF68-1867D063844A}"/>
              </a:ext>
            </a:extLst>
          </p:cNvPr>
          <p:cNvCxnSpPr>
            <a:cxnSpLocks/>
          </p:cNvCxnSpPr>
          <p:nvPr/>
        </p:nvCxnSpPr>
        <p:spPr>
          <a:xfrm>
            <a:off x="5698720" y="9201211"/>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14" name="Connettore diritto 313">
            <a:extLst>
              <a:ext uri="{FF2B5EF4-FFF2-40B4-BE49-F238E27FC236}">
                <a16:creationId xmlns:a16="http://schemas.microsoft.com/office/drawing/2014/main" id="{AC15B66A-BD2A-FF41-281D-8D6ABD95085A}"/>
              </a:ext>
            </a:extLst>
          </p:cNvPr>
          <p:cNvCxnSpPr>
            <a:cxnSpLocks/>
          </p:cNvCxnSpPr>
          <p:nvPr/>
        </p:nvCxnSpPr>
        <p:spPr>
          <a:xfrm>
            <a:off x="5705117" y="9764849"/>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15" name="Rettangolo 314">
            <a:extLst>
              <a:ext uri="{FF2B5EF4-FFF2-40B4-BE49-F238E27FC236}">
                <a16:creationId xmlns:a16="http://schemas.microsoft.com/office/drawing/2014/main" id="{1B127221-E5DB-191C-EC44-5DEF490D2B6C}"/>
              </a:ext>
            </a:extLst>
          </p:cNvPr>
          <p:cNvSpPr/>
          <p:nvPr/>
        </p:nvSpPr>
        <p:spPr>
          <a:xfrm>
            <a:off x="5695588" y="9920615"/>
            <a:ext cx="622449" cy="334718"/>
          </a:xfrm>
          <a:prstGeom prst="rect">
            <a:avLst/>
          </a:prstGeom>
          <a:solidFill>
            <a:srgbClr val="FAF6EF"/>
          </a:solid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316" name="object 118">
            <a:extLst>
              <a:ext uri="{FF2B5EF4-FFF2-40B4-BE49-F238E27FC236}">
                <a16:creationId xmlns:a16="http://schemas.microsoft.com/office/drawing/2014/main" id="{26639D18-0571-03FB-58C0-34CC4CF42B06}"/>
              </a:ext>
            </a:extLst>
          </p:cNvPr>
          <p:cNvPicPr/>
          <p:nvPr/>
        </p:nvPicPr>
        <p:blipFill>
          <a:blip r:embed="rId2" cstate="print"/>
          <a:stretch>
            <a:fillRect/>
          </a:stretch>
        </p:blipFill>
        <p:spPr>
          <a:xfrm>
            <a:off x="5801023" y="10025307"/>
            <a:ext cx="239214" cy="243928"/>
          </a:xfrm>
          <a:prstGeom prst="rect">
            <a:avLst/>
          </a:prstGeom>
          <a:effectLst>
            <a:glow rad="63500">
              <a:schemeClr val="accent2">
                <a:satMod val="175000"/>
                <a:alpha val="40000"/>
              </a:schemeClr>
            </a:glow>
          </a:effectLst>
        </p:spPr>
      </p:pic>
      <p:pic>
        <p:nvPicPr>
          <p:cNvPr id="317" name="object 119">
            <a:extLst>
              <a:ext uri="{FF2B5EF4-FFF2-40B4-BE49-F238E27FC236}">
                <a16:creationId xmlns:a16="http://schemas.microsoft.com/office/drawing/2014/main" id="{DA39711F-37E0-BD3D-F3F1-98DF4196C404}"/>
              </a:ext>
            </a:extLst>
          </p:cNvPr>
          <p:cNvPicPr/>
          <p:nvPr/>
        </p:nvPicPr>
        <p:blipFill>
          <a:blip r:embed="rId3" cstate="print"/>
          <a:stretch>
            <a:fillRect/>
          </a:stretch>
        </p:blipFill>
        <p:spPr>
          <a:xfrm>
            <a:off x="5930676" y="10018767"/>
            <a:ext cx="159145" cy="159145"/>
          </a:xfrm>
          <a:prstGeom prst="rect">
            <a:avLst/>
          </a:prstGeom>
        </p:spPr>
      </p:pic>
      <p:pic>
        <p:nvPicPr>
          <p:cNvPr id="318" name="object 120">
            <a:extLst>
              <a:ext uri="{FF2B5EF4-FFF2-40B4-BE49-F238E27FC236}">
                <a16:creationId xmlns:a16="http://schemas.microsoft.com/office/drawing/2014/main" id="{5CE8EEF2-F0D0-0C44-790E-F7D590C4AE34}"/>
              </a:ext>
            </a:extLst>
          </p:cNvPr>
          <p:cNvPicPr/>
          <p:nvPr/>
        </p:nvPicPr>
        <p:blipFill>
          <a:blip r:embed="rId4" cstate="print"/>
          <a:stretch>
            <a:fillRect/>
          </a:stretch>
        </p:blipFill>
        <p:spPr>
          <a:xfrm>
            <a:off x="6018642" y="9948259"/>
            <a:ext cx="187017" cy="186340"/>
          </a:xfrm>
          <a:prstGeom prst="rect">
            <a:avLst/>
          </a:prstGeom>
        </p:spPr>
      </p:pic>
      <p:cxnSp>
        <p:nvCxnSpPr>
          <p:cNvPr id="319" name="Connettore diritto 318">
            <a:extLst>
              <a:ext uri="{FF2B5EF4-FFF2-40B4-BE49-F238E27FC236}">
                <a16:creationId xmlns:a16="http://schemas.microsoft.com/office/drawing/2014/main" id="{EE62968E-92E3-34B4-9EDF-2FF8493FB054}"/>
              </a:ext>
            </a:extLst>
          </p:cNvPr>
          <p:cNvCxnSpPr>
            <a:cxnSpLocks/>
          </p:cNvCxnSpPr>
          <p:nvPr/>
        </p:nvCxnSpPr>
        <p:spPr>
          <a:xfrm flipV="1">
            <a:off x="5700959" y="8484215"/>
            <a:ext cx="12793" cy="1433993"/>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48" name="Connettore diritto 2047">
            <a:extLst>
              <a:ext uri="{FF2B5EF4-FFF2-40B4-BE49-F238E27FC236}">
                <a16:creationId xmlns:a16="http://schemas.microsoft.com/office/drawing/2014/main" id="{C215C214-A581-1103-15C1-B3796D0D39EB}"/>
              </a:ext>
            </a:extLst>
          </p:cNvPr>
          <p:cNvCxnSpPr>
            <a:cxnSpLocks/>
          </p:cNvCxnSpPr>
          <p:nvPr/>
        </p:nvCxnSpPr>
        <p:spPr>
          <a:xfrm flipV="1">
            <a:off x="6315972" y="8487991"/>
            <a:ext cx="12793" cy="1433993"/>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49" name="Connettore diritto 2048">
            <a:extLst>
              <a:ext uri="{FF2B5EF4-FFF2-40B4-BE49-F238E27FC236}">
                <a16:creationId xmlns:a16="http://schemas.microsoft.com/office/drawing/2014/main" id="{2039346B-4FE0-FDFE-05DC-42031AEC19A3}"/>
              </a:ext>
            </a:extLst>
          </p:cNvPr>
          <p:cNvCxnSpPr>
            <a:cxnSpLocks/>
          </p:cNvCxnSpPr>
          <p:nvPr/>
        </p:nvCxnSpPr>
        <p:spPr>
          <a:xfrm>
            <a:off x="5004989" y="8491625"/>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51" name="Connettore diritto 2050">
            <a:extLst>
              <a:ext uri="{FF2B5EF4-FFF2-40B4-BE49-F238E27FC236}">
                <a16:creationId xmlns:a16="http://schemas.microsoft.com/office/drawing/2014/main" id="{AF653F83-23D7-5941-2B76-E8EC865AD67D}"/>
              </a:ext>
            </a:extLst>
          </p:cNvPr>
          <p:cNvCxnSpPr>
            <a:cxnSpLocks/>
          </p:cNvCxnSpPr>
          <p:nvPr/>
        </p:nvCxnSpPr>
        <p:spPr>
          <a:xfrm>
            <a:off x="4989957" y="9201211"/>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52" name="Connettore diritto 2051">
            <a:extLst>
              <a:ext uri="{FF2B5EF4-FFF2-40B4-BE49-F238E27FC236}">
                <a16:creationId xmlns:a16="http://schemas.microsoft.com/office/drawing/2014/main" id="{21D6FAEB-92E4-7C32-FDF1-2F5ADF0659D2}"/>
              </a:ext>
            </a:extLst>
          </p:cNvPr>
          <p:cNvCxnSpPr>
            <a:cxnSpLocks/>
          </p:cNvCxnSpPr>
          <p:nvPr/>
        </p:nvCxnSpPr>
        <p:spPr>
          <a:xfrm>
            <a:off x="4996354" y="9764849"/>
            <a:ext cx="617252"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53" name="Connettore diritto 2052">
            <a:extLst>
              <a:ext uri="{FF2B5EF4-FFF2-40B4-BE49-F238E27FC236}">
                <a16:creationId xmlns:a16="http://schemas.microsoft.com/office/drawing/2014/main" id="{B3787D14-5A2F-A664-3136-A483E38F43AC}"/>
              </a:ext>
            </a:extLst>
          </p:cNvPr>
          <p:cNvCxnSpPr>
            <a:cxnSpLocks/>
          </p:cNvCxnSpPr>
          <p:nvPr/>
        </p:nvCxnSpPr>
        <p:spPr>
          <a:xfrm flipH="1">
            <a:off x="4859236" y="8916663"/>
            <a:ext cx="1645534" cy="14528"/>
          </a:xfrm>
          <a:prstGeom prst="line">
            <a:avLst/>
          </a:prstGeom>
          <a:ln>
            <a:solidFill>
              <a:srgbClr val="FE6464"/>
            </a:solidFill>
          </a:ln>
        </p:spPr>
        <p:style>
          <a:lnRef idx="2">
            <a:schemeClr val="accent1"/>
          </a:lnRef>
          <a:fillRef idx="0">
            <a:schemeClr val="accent1"/>
          </a:fillRef>
          <a:effectRef idx="1">
            <a:schemeClr val="accent1"/>
          </a:effectRef>
          <a:fontRef idx="minor">
            <a:schemeClr val="tx1"/>
          </a:fontRef>
        </p:style>
      </p:cxnSp>
      <p:cxnSp>
        <p:nvCxnSpPr>
          <p:cNvPr id="2054" name="Connettore diritto 2053">
            <a:extLst>
              <a:ext uri="{FF2B5EF4-FFF2-40B4-BE49-F238E27FC236}">
                <a16:creationId xmlns:a16="http://schemas.microsoft.com/office/drawing/2014/main" id="{948039DE-9AD1-D320-C2DC-63A8D8077BDC}"/>
              </a:ext>
            </a:extLst>
          </p:cNvPr>
          <p:cNvCxnSpPr>
            <a:cxnSpLocks/>
          </p:cNvCxnSpPr>
          <p:nvPr/>
        </p:nvCxnSpPr>
        <p:spPr>
          <a:xfrm flipH="1">
            <a:off x="4870703" y="9476971"/>
            <a:ext cx="1569016" cy="7541"/>
          </a:xfrm>
          <a:prstGeom prst="line">
            <a:avLst/>
          </a:prstGeom>
          <a:ln>
            <a:solidFill>
              <a:srgbClr val="FE6464"/>
            </a:solidFill>
          </a:ln>
          <a:effectLst>
            <a:glow rad="635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cxnSp>
        <p:nvCxnSpPr>
          <p:cNvPr id="2055" name="Connettore diritto 2054">
            <a:extLst>
              <a:ext uri="{FF2B5EF4-FFF2-40B4-BE49-F238E27FC236}">
                <a16:creationId xmlns:a16="http://schemas.microsoft.com/office/drawing/2014/main" id="{68A68841-726A-4EFA-1114-95937A9B1F29}"/>
              </a:ext>
            </a:extLst>
          </p:cNvPr>
          <p:cNvCxnSpPr>
            <a:cxnSpLocks/>
          </p:cNvCxnSpPr>
          <p:nvPr/>
        </p:nvCxnSpPr>
        <p:spPr>
          <a:xfrm flipH="1" flipV="1">
            <a:off x="4877572" y="8378292"/>
            <a:ext cx="1579262" cy="24334"/>
          </a:xfrm>
          <a:prstGeom prst="line">
            <a:avLst/>
          </a:prstGeom>
          <a:ln>
            <a:solidFill>
              <a:srgbClr val="FE6464"/>
            </a:solidFill>
          </a:ln>
        </p:spPr>
        <p:style>
          <a:lnRef idx="2">
            <a:schemeClr val="accent1"/>
          </a:lnRef>
          <a:fillRef idx="0">
            <a:schemeClr val="accent1"/>
          </a:fillRef>
          <a:effectRef idx="1">
            <a:schemeClr val="accent1"/>
          </a:effectRef>
          <a:fontRef idx="minor">
            <a:schemeClr val="tx1"/>
          </a:fontRef>
        </p:style>
      </p:cxnSp>
      <p:pic>
        <p:nvPicPr>
          <p:cNvPr id="2056" name="Immagine 2055">
            <a:extLst>
              <a:ext uri="{FF2B5EF4-FFF2-40B4-BE49-F238E27FC236}">
                <a16:creationId xmlns:a16="http://schemas.microsoft.com/office/drawing/2014/main" id="{2EEAFF6B-24BE-B51D-086F-E85BF4B1482F}"/>
              </a:ext>
            </a:extLst>
          </p:cNvPr>
          <p:cNvPicPr>
            <a:picLocks noChangeAspect="1"/>
          </p:cNvPicPr>
          <p:nvPr/>
        </p:nvPicPr>
        <p:blipFill rotWithShape="1">
          <a:blip r:embed="rId6"/>
          <a:srcRect l="-15926" t="-15926" r="-19035" b="-19035"/>
          <a:stretch/>
        </p:blipFill>
        <p:spPr>
          <a:xfrm>
            <a:off x="5795244" y="8196891"/>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057" name="Immagine 2056">
            <a:extLst>
              <a:ext uri="{FF2B5EF4-FFF2-40B4-BE49-F238E27FC236}">
                <a16:creationId xmlns:a16="http://schemas.microsoft.com/office/drawing/2014/main" id="{DBFF90B1-D79B-ABAB-470E-1A922A68B0BA}"/>
              </a:ext>
            </a:extLst>
          </p:cNvPr>
          <p:cNvPicPr>
            <a:picLocks noChangeAspect="1"/>
          </p:cNvPicPr>
          <p:nvPr/>
        </p:nvPicPr>
        <p:blipFill rotWithShape="1">
          <a:blip r:embed="rId7"/>
          <a:srcRect l="-22062" t="-24479" r="-22062" b="-15509"/>
          <a:stretch/>
        </p:blipFill>
        <p:spPr>
          <a:xfrm>
            <a:off x="6469380" y="8196891"/>
            <a:ext cx="423627"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058" name="Immagine 2057">
            <a:extLst>
              <a:ext uri="{FF2B5EF4-FFF2-40B4-BE49-F238E27FC236}">
                <a16:creationId xmlns:a16="http://schemas.microsoft.com/office/drawing/2014/main" id="{CFD4B1DF-FDBA-378D-2966-A5B63B9120D0}"/>
              </a:ext>
            </a:extLst>
          </p:cNvPr>
          <p:cNvPicPr>
            <a:picLocks noChangeAspect="1"/>
          </p:cNvPicPr>
          <p:nvPr/>
        </p:nvPicPr>
        <p:blipFill rotWithShape="1">
          <a:blip r:embed="rId6"/>
          <a:srcRect l="-15926" t="-15926" r="-19035" b="-19035"/>
          <a:stretch/>
        </p:blipFill>
        <p:spPr>
          <a:xfrm>
            <a:off x="5104229" y="8821127"/>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059" name="Immagine 2058">
            <a:extLst>
              <a:ext uri="{FF2B5EF4-FFF2-40B4-BE49-F238E27FC236}">
                <a16:creationId xmlns:a16="http://schemas.microsoft.com/office/drawing/2014/main" id="{56003211-41F5-0AA0-D291-582F06AA59B8}"/>
              </a:ext>
            </a:extLst>
          </p:cNvPr>
          <p:cNvPicPr>
            <a:picLocks noChangeAspect="1"/>
          </p:cNvPicPr>
          <p:nvPr/>
        </p:nvPicPr>
        <p:blipFill rotWithShape="1">
          <a:blip r:embed="rId7"/>
          <a:srcRect l="-22062" t="-24479" r="-22062" b="-15509"/>
          <a:stretch/>
        </p:blipFill>
        <p:spPr>
          <a:xfrm>
            <a:off x="5794388" y="8821127"/>
            <a:ext cx="423627"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060" name="Immagine 2059">
            <a:extLst>
              <a:ext uri="{FF2B5EF4-FFF2-40B4-BE49-F238E27FC236}">
                <a16:creationId xmlns:a16="http://schemas.microsoft.com/office/drawing/2014/main" id="{252A78BE-57FF-33F0-B5EA-3D436114A6B1}"/>
              </a:ext>
            </a:extLst>
          </p:cNvPr>
          <p:cNvPicPr>
            <a:picLocks noChangeAspect="1"/>
          </p:cNvPicPr>
          <p:nvPr/>
        </p:nvPicPr>
        <p:blipFill rotWithShape="1">
          <a:blip r:embed="rId6"/>
          <a:srcRect l="-15926" t="-15926" r="-19035" b="-19035"/>
          <a:stretch/>
        </p:blipFill>
        <p:spPr>
          <a:xfrm>
            <a:off x="6475459" y="8821127"/>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061" name="Immagine 2060">
            <a:extLst>
              <a:ext uri="{FF2B5EF4-FFF2-40B4-BE49-F238E27FC236}">
                <a16:creationId xmlns:a16="http://schemas.microsoft.com/office/drawing/2014/main" id="{7B91F74B-6A2C-FD13-2769-45C86603E738}"/>
              </a:ext>
            </a:extLst>
          </p:cNvPr>
          <p:cNvPicPr>
            <a:picLocks noChangeAspect="1"/>
          </p:cNvPicPr>
          <p:nvPr/>
        </p:nvPicPr>
        <p:blipFill rotWithShape="1">
          <a:blip r:embed="rId6"/>
          <a:srcRect l="-15926" t="-15926" r="-19035" b="-19035"/>
          <a:stretch/>
        </p:blipFill>
        <p:spPr>
          <a:xfrm>
            <a:off x="5104229" y="8196891"/>
            <a:ext cx="411470"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063" name="Immagine 2062">
            <a:extLst>
              <a:ext uri="{FF2B5EF4-FFF2-40B4-BE49-F238E27FC236}">
                <a16:creationId xmlns:a16="http://schemas.microsoft.com/office/drawing/2014/main" id="{3B335F4D-273C-27AA-E6ED-714E4B9EE51A}"/>
              </a:ext>
            </a:extLst>
          </p:cNvPr>
          <p:cNvPicPr>
            <a:picLocks noChangeAspect="1"/>
          </p:cNvPicPr>
          <p:nvPr/>
        </p:nvPicPr>
        <p:blipFill rotWithShape="1">
          <a:blip r:embed="rId7"/>
          <a:srcRect l="-22062" t="-24479" r="-22062" b="-15509"/>
          <a:stretch/>
        </p:blipFill>
        <p:spPr>
          <a:xfrm>
            <a:off x="6469380" y="9424878"/>
            <a:ext cx="423627"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pic>
        <p:nvPicPr>
          <p:cNvPr id="2064" name="Immagine 2063">
            <a:extLst>
              <a:ext uri="{FF2B5EF4-FFF2-40B4-BE49-F238E27FC236}">
                <a16:creationId xmlns:a16="http://schemas.microsoft.com/office/drawing/2014/main" id="{620C9D51-CD7B-3BB1-0052-D76C009CD3ED}"/>
              </a:ext>
            </a:extLst>
          </p:cNvPr>
          <p:cNvPicPr>
            <a:picLocks noChangeAspect="1"/>
          </p:cNvPicPr>
          <p:nvPr/>
        </p:nvPicPr>
        <p:blipFill rotWithShape="1">
          <a:blip r:embed="rId7"/>
          <a:srcRect l="-22062" t="-24479" r="-22062" b="-15509"/>
          <a:stretch/>
        </p:blipFill>
        <p:spPr>
          <a:xfrm>
            <a:off x="5098150" y="9424878"/>
            <a:ext cx="423627" cy="411470"/>
          </a:xfrm>
          <a:prstGeom prst="rect">
            <a:avLst/>
          </a:prstGeom>
          <a:solidFill>
            <a:srgbClr val="FAF6EF"/>
          </a:solidFill>
          <a:ln w="28575"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sp>
        <p:nvSpPr>
          <p:cNvPr id="2065" name="Trapezio 2064">
            <a:extLst>
              <a:ext uri="{FF2B5EF4-FFF2-40B4-BE49-F238E27FC236}">
                <a16:creationId xmlns:a16="http://schemas.microsoft.com/office/drawing/2014/main" id="{082718DB-1D95-B24C-6DFC-068FF5EB4FCA}"/>
              </a:ext>
            </a:extLst>
          </p:cNvPr>
          <p:cNvSpPr/>
          <p:nvPr/>
        </p:nvSpPr>
        <p:spPr>
          <a:xfrm rot="16200000">
            <a:off x="4088327" y="8813769"/>
            <a:ext cx="1290316" cy="256184"/>
          </a:xfrm>
          <a:prstGeom prst="trapezoid">
            <a:avLst/>
          </a:prstGeom>
          <a:no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66" name="Rettangolo 2065">
            <a:extLst>
              <a:ext uri="{FF2B5EF4-FFF2-40B4-BE49-F238E27FC236}">
                <a16:creationId xmlns:a16="http://schemas.microsoft.com/office/drawing/2014/main" id="{B8D42DC3-60D0-E9AF-DF9B-355B01014EEE}"/>
              </a:ext>
            </a:extLst>
          </p:cNvPr>
          <p:cNvSpPr/>
          <p:nvPr/>
        </p:nvSpPr>
        <p:spPr>
          <a:xfrm>
            <a:off x="4986826" y="9920615"/>
            <a:ext cx="622449" cy="334718"/>
          </a:xfrm>
          <a:prstGeom prst="rect">
            <a:avLst/>
          </a:prstGeom>
          <a:noFill/>
          <a:ln w="28575" cap="rnd">
            <a:solidFill>
              <a:schemeClr val="bg1">
                <a:lumMod val="65000"/>
              </a:schemeClr>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067" name="object 118">
            <a:extLst>
              <a:ext uri="{FF2B5EF4-FFF2-40B4-BE49-F238E27FC236}">
                <a16:creationId xmlns:a16="http://schemas.microsoft.com/office/drawing/2014/main" id="{FDDABE30-B77F-EF4D-A887-F43262CA812F}"/>
              </a:ext>
            </a:extLst>
          </p:cNvPr>
          <p:cNvPicPr/>
          <p:nvPr/>
        </p:nvPicPr>
        <p:blipFill>
          <a:blip r:embed="rId2" cstate="print"/>
          <a:stretch>
            <a:fillRect/>
          </a:stretch>
        </p:blipFill>
        <p:spPr>
          <a:xfrm>
            <a:off x="5092261" y="10025307"/>
            <a:ext cx="239214" cy="243928"/>
          </a:xfrm>
          <a:prstGeom prst="rect">
            <a:avLst/>
          </a:prstGeom>
        </p:spPr>
      </p:pic>
      <p:pic>
        <p:nvPicPr>
          <p:cNvPr id="2068" name="object 119">
            <a:extLst>
              <a:ext uri="{FF2B5EF4-FFF2-40B4-BE49-F238E27FC236}">
                <a16:creationId xmlns:a16="http://schemas.microsoft.com/office/drawing/2014/main" id="{B2D10378-08C9-5B0C-4A64-F55CDDCFBB6F}"/>
              </a:ext>
            </a:extLst>
          </p:cNvPr>
          <p:cNvPicPr/>
          <p:nvPr/>
        </p:nvPicPr>
        <p:blipFill>
          <a:blip r:embed="rId3" cstate="print"/>
          <a:stretch>
            <a:fillRect/>
          </a:stretch>
        </p:blipFill>
        <p:spPr>
          <a:xfrm>
            <a:off x="5221914" y="10018767"/>
            <a:ext cx="159145" cy="159145"/>
          </a:xfrm>
          <a:prstGeom prst="rect">
            <a:avLst/>
          </a:prstGeom>
        </p:spPr>
      </p:pic>
      <p:pic>
        <p:nvPicPr>
          <p:cNvPr id="2069" name="object 120">
            <a:extLst>
              <a:ext uri="{FF2B5EF4-FFF2-40B4-BE49-F238E27FC236}">
                <a16:creationId xmlns:a16="http://schemas.microsoft.com/office/drawing/2014/main" id="{83826B2C-9A6A-F5F4-7520-1BF1AD56DD70}"/>
              </a:ext>
            </a:extLst>
          </p:cNvPr>
          <p:cNvPicPr/>
          <p:nvPr/>
        </p:nvPicPr>
        <p:blipFill>
          <a:blip r:embed="rId4" cstate="print"/>
          <a:stretch>
            <a:fillRect/>
          </a:stretch>
        </p:blipFill>
        <p:spPr>
          <a:xfrm>
            <a:off x="5309879" y="9948259"/>
            <a:ext cx="187017" cy="186340"/>
          </a:xfrm>
          <a:prstGeom prst="rect">
            <a:avLst/>
          </a:prstGeom>
        </p:spPr>
      </p:pic>
      <p:cxnSp>
        <p:nvCxnSpPr>
          <p:cNvPr id="2070" name="Connettore diritto 2069">
            <a:extLst>
              <a:ext uri="{FF2B5EF4-FFF2-40B4-BE49-F238E27FC236}">
                <a16:creationId xmlns:a16="http://schemas.microsoft.com/office/drawing/2014/main" id="{2F5CD042-20C8-F5CF-8B65-1EA1B07D3623}"/>
              </a:ext>
            </a:extLst>
          </p:cNvPr>
          <p:cNvCxnSpPr>
            <a:cxnSpLocks/>
          </p:cNvCxnSpPr>
          <p:nvPr/>
        </p:nvCxnSpPr>
        <p:spPr>
          <a:xfrm flipV="1">
            <a:off x="4992196" y="8484215"/>
            <a:ext cx="12793" cy="1433993"/>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71" name="Connettore diritto 2070">
            <a:extLst>
              <a:ext uri="{FF2B5EF4-FFF2-40B4-BE49-F238E27FC236}">
                <a16:creationId xmlns:a16="http://schemas.microsoft.com/office/drawing/2014/main" id="{2B0EEEEB-8CDA-4043-C624-0C059D2DEAE0}"/>
              </a:ext>
            </a:extLst>
          </p:cNvPr>
          <p:cNvCxnSpPr>
            <a:cxnSpLocks/>
          </p:cNvCxnSpPr>
          <p:nvPr/>
        </p:nvCxnSpPr>
        <p:spPr>
          <a:xfrm flipV="1">
            <a:off x="5607210" y="8487991"/>
            <a:ext cx="12793" cy="1433993"/>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73" name="Connettore diritto 2072">
            <a:extLst>
              <a:ext uri="{FF2B5EF4-FFF2-40B4-BE49-F238E27FC236}">
                <a16:creationId xmlns:a16="http://schemas.microsoft.com/office/drawing/2014/main" id="{B405953C-424E-4F90-279F-A290A43B2057}"/>
              </a:ext>
            </a:extLst>
          </p:cNvPr>
          <p:cNvCxnSpPr>
            <a:stCxn id="274" idx="2"/>
          </p:cNvCxnSpPr>
          <p:nvPr/>
        </p:nvCxnSpPr>
        <p:spPr>
          <a:xfrm flipH="1">
            <a:off x="1311222" y="10265872"/>
            <a:ext cx="1" cy="296381"/>
          </a:xfrm>
          <a:prstGeom prst="line">
            <a:avLst/>
          </a:prstGeom>
          <a:ln>
            <a:solidFill>
              <a:srgbClr val="FE6464"/>
            </a:solidFill>
          </a:ln>
          <a:effectLst>
            <a:glow rad="635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cxnSp>
        <p:nvCxnSpPr>
          <p:cNvPr id="2115" name="Connettore diritto 2114">
            <a:extLst>
              <a:ext uri="{FF2B5EF4-FFF2-40B4-BE49-F238E27FC236}">
                <a16:creationId xmlns:a16="http://schemas.microsoft.com/office/drawing/2014/main" id="{58001919-5C90-A94E-CC48-93DF89DDB43D}"/>
              </a:ext>
            </a:extLst>
          </p:cNvPr>
          <p:cNvCxnSpPr>
            <a:cxnSpLocks/>
          </p:cNvCxnSpPr>
          <p:nvPr/>
        </p:nvCxnSpPr>
        <p:spPr>
          <a:xfrm>
            <a:off x="1539175" y="9762442"/>
            <a:ext cx="91510" cy="0"/>
          </a:xfrm>
          <a:prstGeom prst="line">
            <a:avLst/>
          </a:prstGeom>
          <a:ln>
            <a:solidFill>
              <a:srgbClr val="FE6464"/>
            </a:solidFill>
          </a:ln>
          <a:effectLst/>
        </p:spPr>
        <p:style>
          <a:lnRef idx="2">
            <a:schemeClr val="accent1"/>
          </a:lnRef>
          <a:fillRef idx="0">
            <a:schemeClr val="accent1"/>
          </a:fillRef>
          <a:effectRef idx="1">
            <a:schemeClr val="accent1"/>
          </a:effectRef>
          <a:fontRef idx="minor">
            <a:schemeClr val="tx1"/>
          </a:fontRef>
        </p:style>
      </p:cxnSp>
      <p:sp>
        <p:nvSpPr>
          <p:cNvPr id="274" name="Rettangolo 273">
            <a:extLst>
              <a:ext uri="{FF2B5EF4-FFF2-40B4-BE49-F238E27FC236}">
                <a16:creationId xmlns:a16="http://schemas.microsoft.com/office/drawing/2014/main" id="{524A10D2-8137-96A8-7B9A-844647D145A2}"/>
              </a:ext>
            </a:extLst>
          </p:cNvPr>
          <p:cNvSpPr/>
          <p:nvPr/>
        </p:nvSpPr>
        <p:spPr>
          <a:xfrm>
            <a:off x="999998" y="9931154"/>
            <a:ext cx="622449" cy="334718"/>
          </a:xfrm>
          <a:prstGeom prst="rect">
            <a:avLst/>
          </a:prstGeom>
          <a:no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75" name="object 118">
            <a:extLst>
              <a:ext uri="{FF2B5EF4-FFF2-40B4-BE49-F238E27FC236}">
                <a16:creationId xmlns:a16="http://schemas.microsoft.com/office/drawing/2014/main" id="{0DE15716-C23F-E473-2AE8-3634A9908A7A}"/>
              </a:ext>
            </a:extLst>
          </p:cNvPr>
          <p:cNvPicPr/>
          <p:nvPr/>
        </p:nvPicPr>
        <p:blipFill>
          <a:blip r:embed="rId2" cstate="print"/>
          <a:stretch>
            <a:fillRect/>
          </a:stretch>
        </p:blipFill>
        <p:spPr>
          <a:xfrm>
            <a:off x="1105433" y="10035846"/>
            <a:ext cx="239214" cy="243928"/>
          </a:xfrm>
          <a:prstGeom prst="rect">
            <a:avLst/>
          </a:prstGeom>
        </p:spPr>
      </p:pic>
      <p:pic>
        <p:nvPicPr>
          <p:cNvPr id="276" name="object 119">
            <a:extLst>
              <a:ext uri="{FF2B5EF4-FFF2-40B4-BE49-F238E27FC236}">
                <a16:creationId xmlns:a16="http://schemas.microsoft.com/office/drawing/2014/main" id="{6A4919C5-F04C-A661-8FA0-0E329B2694BA}"/>
              </a:ext>
            </a:extLst>
          </p:cNvPr>
          <p:cNvPicPr/>
          <p:nvPr/>
        </p:nvPicPr>
        <p:blipFill>
          <a:blip r:embed="rId3" cstate="print"/>
          <a:stretch>
            <a:fillRect/>
          </a:stretch>
        </p:blipFill>
        <p:spPr>
          <a:xfrm>
            <a:off x="1235086" y="10029306"/>
            <a:ext cx="159145" cy="159145"/>
          </a:xfrm>
          <a:prstGeom prst="rect">
            <a:avLst/>
          </a:prstGeom>
        </p:spPr>
      </p:pic>
      <p:pic>
        <p:nvPicPr>
          <p:cNvPr id="277" name="object 120">
            <a:extLst>
              <a:ext uri="{FF2B5EF4-FFF2-40B4-BE49-F238E27FC236}">
                <a16:creationId xmlns:a16="http://schemas.microsoft.com/office/drawing/2014/main" id="{DC973F20-4B7D-5213-2374-1575E10651F3}"/>
              </a:ext>
            </a:extLst>
          </p:cNvPr>
          <p:cNvPicPr/>
          <p:nvPr/>
        </p:nvPicPr>
        <p:blipFill>
          <a:blip r:embed="rId4" cstate="print"/>
          <a:stretch>
            <a:fillRect/>
          </a:stretch>
        </p:blipFill>
        <p:spPr>
          <a:xfrm>
            <a:off x="1323051" y="9958798"/>
            <a:ext cx="187017" cy="186340"/>
          </a:xfrm>
          <a:prstGeom prst="rect">
            <a:avLst/>
          </a:prstGeom>
          <a:effectLst>
            <a:glow rad="38100">
              <a:schemeClr val="accent2">
                <a:satMod val="175000"/>
                <a:alpha val="40000"/>
              </a:schemeClr>
            </a:glow>
          </a:effectLst>
        </p:spPr>
      </p:pic>
      <p:cxnSp>
        <p:nvCxnSpPr>
          <p:cNvPr id="2124" name="Connettore diritto 2123">
            <a:extLst>
              <a:ext uri="{FF2B5EF4-FFF2-40B4-BE49-F238E27FC236}">
                <a16:creationId xmlns:a16="http://schemas.microsoft.com/office/drawing/2014/main" id="{750E33F1-1800-3A26-32F8-63D6CB77CC41}"/>
              </a:ext>
            </a:extLst>
          </p:cNvPr>
          <p:cNvCxnSpPr>
            <a:cxnSpLocks/>
          </p:cNvCxnSpPr>
          <p:nvPr/>
        </p:nvCxnSpPr>
        <p:spPr>
          <a:xfrm>
            <a:off x="2983176" y="9764377"/>
            <a:ext cx="0" cy="169978"/>
          </a:xfrm>
          <a:prstGeom prst="line">
            <a:avLst/>
          </a:prstGeom>
          <a:ln>
            <a:solidFill>
              <a:srgbClr val="FE6464"/>
            </a:solidFill>
          </a:ln>
          <a:effectLst/>
        </p:spPr>
        <p:style>
          <a:lnRef idx="2">
            <a:schemeClr val="accent1"/>
          </a:lnRef>
          <a:fillRef idx="0">
            <a:schemeClr val="accent1"/>
          </a:fillRef>
          <a:effectRef idx="1">
            <a:schemeClr val="accent1"/>
          </a:effectRef>
          <a:fontRef idx="minor">
            <a:schemeClr val="tx1"/>
          </a:fontRef>
        </p:style>
      </p:cxnSp>
      <p:cxnSp>
        <p:nvCxnSpPr>
          <p:cNvPr id="2125" name="Connettore diritto 2124">
            <a:extLst>
              <a:ext uri="{FF2B5EF4-FFF2-40B4-BE49-F238E27FC236}">
                <a16:creationId xmlns:a16="http://schemas.microsoft.com/office/drawing/2014/main" id="{9EE8624B-5AAB-B029-51F4-67C4350F33F6}"/>
              </a:ext>
            </a:extLst>
          </p:cNvPr>
          <p:cNvCxnSpPr>
            <a:cxnSpLocks/>
          </p:cNvCxnSpPr>
          <p:nvPr/>
        </p:nvCxnSpPr>
        <p:spPr>
          <a:xfrm>
            <a:off x="2898513" y="9770456"/>
            <a:ext cx="91510" cy="0"/>
          </a:xfrm>
          <a:prstGeom prst="line">
            <a:avLst/>
          </a:prstGeom>
          <a:ln>
            <a:solidFill>
              <a:srgbClr val="FE6464"/>
            </a:solidFill>
          </a:ln>
          <a:effectLst/>
        </p:spPr>
        <p:style>
          <a:lnRef idx="2">
            <a:schemeClr val="accent1"/>
          </a:lnRef>
          <a:fillRef idx="0">
            <a:schemeClr val="accent1"/>
          </a:fillRef>
          <a:effectRef idx="1">
            <a:schemeClr val="accent1"/>
          </a:effectRef>
          <a:fontRef idx="minor">
            <a:schemeClr val="tx1"/>
          </a:fontRef>
        </p:style>
      </p:cxnSp>
      <p:cxnSp>
        <p:nvCxnSpPr>
          <p:cNvPr id="2126" name="Connettore diritto 2125">
            <a:extLst>
              <a:ext uri="{FF2B5EF4-FFF2-40B4-BE49-F238E27FC236}">
                <a16:creationId xmlns:a16="http://schemas.microsoft.com/office/drawing/2014/main" id="{3C42BB5E-12C6-01EF-9F09-3383086DBF66}"/>
              </a:ext>
            </a:extLst>
          </p:cNvPr>
          <p:cNvCxnSpPr/>
          <p:nvPr/>
        </p:nvCxnSpPr>
        <p:spPr>
          <a:xfrm flipH="1">
            <a:off x="2021515" y="10272412"/>
            <a:ext cx="1" cy="296381"/>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127" name="Connettore diritto 2126">
            <a:extLst>
              <a:ext uri="{FF2B5EF4-FFF2-40B4-BE49-F238E27FC236}">
                <a16:creationId xmlns:a16="http://schemas.microsoft.com/office/drawing/2014/main" id="{C59C71A7-8A4B-0945-ADCC-9C2CB9A1E71C}"/>
              </a:ext>
            </a:extLst>
          </p:cNvPr>
          <p:cNvCxnSpPr/>
          <p:nvPr/>
        </p:nvCxnSpPr>
        <p:spPr>
          <a:xfrm flipH="1">
            <a:off x="2683548" y="10272412"/>
            <a:ext cx="1" cy="296381"/>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grpSp>
        <p:nvGrpSpPr>
          <p:cNvPr id="2134" name="Gruppo 2133">
            <a:extLst>
              <a:ext uri="{FF2B5EF4-FFF2-40B4-BE49-F238E27FC236}">
                <a16:creationId xmlns:a16="http://schemas.microsoft.com/office/drawing/2014/main" id="{2EAD01D7-9622-B851-0F9F-26D5E3133601}"/>
              </a:ext>
            </a:extLst>
          </p:cNvPr>
          <p:cNvGrpSpPr/>
          <p:nvPr/>
        </p:nvGrpSpPr>
        <p:grpSpPr>
          <a:xfrm flipH="1">
            <a:off x="5700221" y="9763923"/>
            <a:ext cx="91510" cy="169978"/>
            <a:chOff x="7329519" y="9679388"/>
            <a:chExt cx="91510" cy="169978"/>
          </a:xfrm>
        </p:grpSpPr>
        <p:cxnSp>
          <p:nvCxnSpPr>
            <p:cNvPr id="2128" name="Connettore diritto 2127">
              <a:extLst>
                <a:ext uri="{FF2B5EF4-FFF2-40B4-BE49-F238E27FC236}">
                  <a16:creationId xmlns:a16="http://schemas.microsoft.com/office/drawing/2014/main" id="{59A11E93-5674-7B33-3F0B-8DCAC5F6F7E5}"/>
                </a:ext>
              </a:extLst>
            </p:cNvPr>
            <p:cNvCxnSpPr>
              <a:cxnSpLocks/>
            </p:cNvCxnSpPr>
            <p:nvPr/>
          </p:nvCxnSpPr>
          <p:spPr>
            <a:xfrm flipH="1">
              <a:off x="7414182" y="9679388"/>
              <a:ext cx="0" cy="169978"/>
            </a:xfrm>
            <a:prstGeom prst="line">
              <a:avLst/>
            </a:prstGeom>
            <a:ln>
              <a:solidFill>
                <a:srgbClr val="FE6464"/>
              </a:solidFill>
            </a:ln>
            <a:effectLst>
              <a:glow rad="635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cxnSp>
          <p:nvCxnSpPr>
            <p:cNvPr id="2129" name="Connettore diritto 2128">
              <a:extLst>
                <a:ext uri="{FF2B5EF4-FFF2-40B4-BE49-F238E27FC236}">
                  <a16:creationId xmlns:a16="http://schemas.microsoft.com/office/drawing/2014/main" id="{6842A9D4-BABA-2DCA-4E5C-7D1D8D24C1F6}"/>
                </a:ext>
              </a:extLst>
            </p:cNvPr>
            <p:cNvCxnSpPr>
              <a:cxnSpLocks/>
            </p:cNvCxnSpPr>
            <p:nvPr/>
          </p:nvCxnSpPr>
          <p:spPr>
            <a:xfrm flipH="1">
              <a:off x="7329519" y="9685467"/>
              <a:ext cx="91510" cy="0"/>
            </a:xfrm>
            <a:prstGeom prst="line">
              <a:avLst/>
            </a:prstGeom>
            <a:ln>
              <a:solidFill>
                <a:srgbClr val="FE6464"/>
              </a:solidFill>
            </a:ln>
            <a:effectLst>
              <a:glow rad="635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grpSp>
      <p:pic>
        <p:nvPicPr>
          <p:cNvPr id="2130" name="Immagine 2129">
            <a:extLst>
              <a:ext uri="{FF2B5EF4-FFF2-40B4-BE49-F238E27FC236}">
                <a16:creationId xmlns:a16="http://schemas.microsoft.com/office/drawing/2014/main" id="{73187096-DADE-DB1B-D1B5-B11D1682D83E}"/>
              </a:ext>
            </a:extLst>
          </p:cNvPr>
          <p:cNvPicPr>
            <a:picLocks noChangeAspect="1"/>
          </p:cNvPicPr>
          <p:nvPr/>
        </p:nvPicPr>
        <p:blipFill rotWithShape="1">
          <a:blip r:embed="rId7"/>
          <a:srcRect l="-22062" t="-24479" r="-22062" b="-15509"/>
          <a:stretch/>
        </p:blipFill>
        <p:spPr>
          <a:xfrm>
            <a:off x="5817215" y="9423131"/>
            <a:ext cx="423627" cy="411470"/>
          </a:xfrm>
          <a:prstGeom prst="rect">
            <a:avLst/>
          </a:prstGeom>
          <a:solidFill>
            <a:srgbClr val="FAF6EF"/>
          </a:solidFill>
          <a:ln w="28575" cap="rnd">
            <a:solidFill>
              <a:srgbClr val="FE6464"/>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pic>
      <p:cxnSp>
        <p:nvCxnSpPr>
          <p:cNvPr id="2131" name="Connettore diritto 2130">
            <a:extLst>
              <a:ext uri="{FF2B5EF4-FFF2-40B4-BE49-F238E27FC236}">
                <a16:creationId xmlns:a16="http://schemas.microsoft.com/office/drawing/2014/main" id="{080A7749-54C6-3783-010A-7E0DC38220E7}"/>
              </a:ext>
            </a:extLst>
          </p:cNvPr>
          <p:cNvCxnSpPr/>
          <p:nvPr/>
        </p:nvCxnSpPr>
        <p:spPr>
          <a:xfrm flipH="1">
            <a:off x="5321408" y="10275373"/>
            <a:ext cx="1" cy="296381"/>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135" name="CasellaDiTesto 2134">
            <a:extLst>
              <a:ext uri="{FF2B5EF4-FFF2-40B4-BE49-F238E27FC236}">
                <a16:creationId xmlns:a16="http://schemas.microsoft.com/office/drawing/2014/main" id="{F10E94AE-6AE9-1328-58CD-A2259C8EDC09}"/>
              </a:ext>
            </a:extLst>
          </p:cNvPr>
          <p:cNvSpPr txBox="1"/>
          <p:nvPr/>
        </p:nvSpPr>
        <p:spPr>
          <a:xfrm>
            <a:off x="96573" y="6130314"/>
            <a:ext cx="3881345" cy="1200329"/>
          </a:xfrm>
          <a:prstGeom prst="rect">
            <a:avLst/>
          </a:prstGeom>
          <a:noFill/>
        </p:spPr>
        <p:txBody>
          <a:bodyPr wrap="square">
            <a:spAutoFit/>
          </a:bodyPr>
          <a:lstStyle/>
          <a:p>
            <a:r>
              <a:rPr lang="it-IT" sz="1200" dirty="0">
                <a:solidFill>
                  <a:srgbClr val="997E71"/>
                </a:solidFill>
              </a:rPr>
              <a:t>Ad esempio se una matrice ha 16 parole da 8 bit ciascuna, si può esprime ciò nella notazione 16x8, che sono 128 bit, esternamente si hanno dei collegamenti andare all’interno:  4 di indirizzo, 8 di dato, 1 di R/W (lettura/scrittura negata), 2 di alimentazione (massa e </a:t>
            </a:r>
            <a:r>
              <a:rPr lang="it-IT" sz="1200" dirty="0" err="1">
                <a:solidFill>
                  <a:srgbClr val="997E71"/>
                </a:solidFill>
              </a:rPr>
              <a:t>vcc</a:t>
            </a:r>
            <a:r>
              <a:rPr lang="it-IT" sz="1200" dirty="0">
                <a:solidFill>
                  <a:srgbClr val="997E71"/>
                </a:solidFill>
              </a:rPr>
              <a:t>), 1 di CS (chip </a:t>
            </a:r>
            <a:r>
              <a:rPr lang="it-IT" sz="1200" dirty="0" err="1">
                <a:solidFill>
                  <a:srgbClr val="997E71"/>
                </a:solidFill>
              </a:rPr>
              <a:t>select</a:t>
            </a:r>
            <a:r>
              <a:rPr lang="it-IT" sz="1200" dirty="0">
                <a:solidFill>
                  <a:srgbClr val="997E71"/>
                </a:solidFill>
              </a:rPr>
              <a:t>).</a:t>
            </a:r>
          </a:p>
        </p:txBody>
      </p:sp>
      <p:cxnSp>
        <p:nvCxnSpPr>
          <p:cNvPr id="2141" name="Connettore diritto 2140">
            <a:extLst>
              <a:ext uri="{FF2B5EF4-FFF2-40B4-BE49-F238E27FC236}">
                <a16:creationId xmlns:a16="http://schemas.microsoft.com/office/drawing/2014/main" id="{B20953E7-EC5D-D485-5D83-07CB44928F20}"/>
              </a:ext>
            </a:extLst>
          </p:cNvPr>
          <p:cNvCxnSpPr>
            <a:cxnSpLocks/>
          </p:cNvCxnSpPr>
          <p:nvPr/>
        </p:nvCxnSpPr>
        <p:spPr>
          <a:xfrm rot="5400000" flipH="1">
            <a:off x="4022841" y="5301201"/>
            <a:ext cx="1" cy="296381"/>
          </a:xfrm>
          <a:prstGeom prst="line">
            <a:avLst/>
          </a:prstGeom>
          <a:ln>
            <a:solidFill>
              <a:srgbClr val="FE6464"/>
            </a:solidFill>
          </a:ln>
          <a:effectLst/>
        </p:spPr>
        <p:style>
          <a:lnRef idx="2">
            <a:schemeClr val="accent1"/>
          </a:lnRef>
          <a:fillRef idx="0">
            <a:schemeClr val="accent1"/>
          </a:fillRef>
          <a:effectRef idx="1">
            <a:schemeClr val="accent1"/>
          </a:effectRef>
          <a:fontRef idx="minor">
            <a:schemeClr val="tx1"/>
          </a:fontRef>
        </p:style>
      </p:cxnSp>
      <p:cxnSp>
        <p:nvCxnSpPr>
          <p:cNvPr id="2142" name="Connettore diritto 2141">
            <a:extLst>
              <a:ext uri="{FF2B5EF4-FFF2-40B4-BE49-F238E27FC236}">
                <a16:creationId xmlns:a16="http://schemas.microsoft.com/office/drawing/2014/main" id="{1E802FFE-6B4F-2CAF-09CE-E39AEB4CA410}"/>
              </a:ext>
            </a:extLst>
          </p:cNvPr>
          <p:cNvCxnSpPr>
            <a:cxnSpLocks/>
          </p:cNvCxnSpPr>
          <p:nvPr/>
        </p:nvCxnSpPr>
        <p:spPr>
          <a:xfrm rot="5400000" flipH="1">
            <a:off x="4018067" y="5498390"/>
            <a:ext cx="1" cy="296381"/>
          </a:xfrm>
          <a:prstGeom prst="line">
            <a:avLst/>
          </a:prstGeom>
          <a:ln>
            <a:solidFill>
              <a:srgbClr val="FE6464"/>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9265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429" name="Arco 428">
            <a:extLst>
              <a:ext uri="{FF2B5EF4-FFF2-40B4-BE49-F238E27FC236}">
                <a16:creationId xmlns:a16="http://schemas.microsoft.com/office/drawing/2014/main" id="{930C871F-3C73-85CB-8BDB-DE66CF5E7A79}"/>
              </a:ext>
            </a:extLst>
          </p:cNvPr>
          <p:cNvSpPr/>
          <p:nvPr/>
        </p:nvSpPr>
        <p:spPr>
          <a:xfrm rot="20184355" flipH="1" flipV="1">
            <a:off x="3486425" y="2944339"/>
            <a:ext cx="1675599" cy="1521504"/>
          </a:xfrm>
          <a:prstGeom prst="arc">
            <a:avLst>
              <a:gd name="adj1" fmla="val 16200000"/>
              <a:gd name="adj2" fmla="val 19637418"/>
            </a:avLst>
          </a:prstGeom>
          <a:noFill/>
          <a:ln w="28575">
            <a:solidFill>
              <a:srgbClr val="F2AA84"/>
            </a:soli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72" name="Rettangolo 171">
            <a:extLst>
              <a:ext uri="{FF2B5EF4-FFF2-40B4-BE49-F238E27FC236}">
                <a16:creationId xmlns:a16="http://schemas.microsoft.com/office/drawing/2014/main" id="{8A16FEFE-1ACD-C9B2-053E-83729E36E323}"/>
              </a:ext>
            </a:extLst>
          </p:cNvPr>
          <p:cNvSpPr/>
          <p:nvPr/>
        </p:nvSpPr>
        <p:spPr>
          <a:xfrm>
            <a:off x="573829" y="7042323"/>
            <a:ext cx="6722952" cy="3190981"/>
          </a:xfrm>
          <a:custGeom>
            <a:avLst/>
            <a:gdLst>
              <a:gd name="connsiteX0" fmla="*/ 0 w 6722952"/>
              <a:gd name="connsiteY0" fmla="*/ 0 h 3190981"/>
              <a:gd name="connsiteX1" fmla="*/ 739525 w 6722952"/>
              <a:gd name="connsiteY1" fmla="*/ 0 h 3190981"/>
              <a:gd name="connsiteX2" fmla="*/ 1479049 w 6722952"/>
              <a:gd name="connsiteY2" fmla="*/ 0 h 3190981"/>
              <a:gd name="connsiteX3" fmla="*/ 2016886 w 6722952"/>
              <a:gd name="connsiteY3" fmla="*/ 0 h 3190981"/>
              <a:gd name="connsiteX4" fmla="*/ 2756410 w 6722952"/>
              <a:gd name="connsiteY4" fmla="*/ 0 h 3190981"/>
              <a:gd name="connsiteX5" fmla="*/ 3361476 w 6722952"/>
              <a:gd name="connsiteY5" fmla="*/ 0 h 3190981"/>
              <a:gd name="connsiteX6" fmla="*/ 4101001 w 6722952"/>
              <a:gd name="connsiteY6" fmla="*/ 0 h 3190981"/>
              <a:gd name="connsiteX7" fmla="*/ 4571607 w 6722952"/>
              <a:gd name="connsiteY7" fmla="*/ 0 h 3190981"/>
              <a:gd name="connsiteX8" fmla="*/ 5042214 w 6722952"/>
              <a:gd name="connsiteY8" fmla="*/ 0 h 3190981"/>
              <a:gd name="connsiteX9" fmla="*/ 5848968 w 6722952"/>
              <a:gd name="connsiteY9" fmla="*/ 0 h 3190981"/>
              <a:gd name="connsiteX10" fmla="*/ 6722952 w 6722952"/>
              <a:gd name="connsiteY10" fmla="*/ 0 h 3190981"/>
              <a:gd name="connsiteX11" fmla="*/ 6722952 w 6722952"/>
              <a:gd name="connsiteY11" fmla="*/ 702016 h 3190981"/>
              <a:gd name="connsiteX12" fmla="*/ 6722952 w 6722952"/>
              <a:gd name="connsiteY12" fmla="*/ 1244483 h 3190981"/>
              <a:gd name="connsiteX13" fmla="*/ 6722952 w 6722952"/>
              <a:gd name="connsiteY13" fmla="*/ 1786949 h 3190981"/>
              <a:gd name="connsiteX14" fmla="*/ 6722952 w 6722952"/>
              <a:gd name="connsiteY14" fmla="*/ 2361326 h 3190981"/>
              <a:gd name="connsiteX15" fmla="*/ 6722952 w 6722952"/>
              <a:gd name="connsiteY15" fmla="*/ 3190981 h 3190981"/>
              <a:gd name="connsiteX16" fmla="*/ 5983427 w 6722952"/>
              <a:gd name="connsiteY16" fmla="*/ 3190981 h 3190981"/>
              <a:gd name="connsiteX17" fmla="*/ 5311132 w 6722952"/>
              <a:gd name="connsiteY17" fmla="*/ 3190981 h 3190981"/>
              <a:gd name="connsiteX18" fmla="*/ 4504378 w 6722952"/>
              <a:gd name="connsiteY18" fmla="*/ 3190981 h 3190981"/>
              <a:gd name="connsiteX19" fmla="*/ 4033771 w 6722952"/>
              <a:gd name="connsiteY19" fmla="*/ 3190981 h 3190981"/>
              <a:gd name="connsiteX20" fmla="*/ 3361476 w 6722952"/>
              <a:gd name="connsiteY20" fmla="*/ 3190981 h 3190981"/>
              <a:gd name="connsiteX21" fmla="*/ 2890869 w 6722952"/>
              <a:gd name="connsiteY21" fmla="*/ 3190981 h 3190981"/>
              <a:gd name="connsiteX22" fmla="*/ 2218574 w 6722952"/>
              <a:gd name="connsiteY22" fmla="*/ 3190981 h 3190981"/>
              <a:gd name="connsiteX23" fmla="*/ 1411820 w 6722952"/>
              <a:gd name="connsiteY23" fmla="*/ 3190981 h 3190981"/>
              <a:gd name="connsiteX24" fmla="*/ 739525 w 6722952"/>
              <a:gd name="connsiteY24" fmla="*/ 3190981 h 3190981"/>
              <a:gd name="connsiteX25" fmla="*/ 0 w 6722952"/>
              <a:gd name="connsiteY25" fmla="*/ 3190981 h 3190981"/>
              <a:gd name="connsiteX26" fmla="*/ 0 w 6722952"/>
              <a:gd name="connsiteY26" fmla="*/ 2648514 h 3190981"/>
              <a:gd name="connsiteX27" fmla="*/ 0 w 6722952"/>
              <a:gd name="connsiteY27" fmla="*/ 2106047 h 3190981"/>
              <a:gd name="connsiteX28" fmla="*/ 0 w 6722952"/>
              <a:gd name="connsiteY28" fmla="*/ 1467851 h 3190981"/>
              <a:gd name="connsiteX29" fmla="*/ 0 w 6722952"/>
              <a:gd name="connsiteY29" fmla="*/ 829655 h 3190981"/>
              <a:gd name="connsiteX30" fmla="*/ 0 w 6722952"/>
              <a:gd name="connsiteY30" fmla="*/ 0 h 3190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722952" h="3190981" fill="none" extrusionOk="0">
                <a:moveTo>
                  <a:pt x="0" y="0"/>
                </a:moveTo>
                <a:cubicBezTo>
                  <a:pt x="315766" y="32502"/>
                  <a:pt x="449253" y="1907"/>
                  <a:pt x="739525" y="0"/>
                </a:cubicBezTo>
                <a:cubicBezTo>
                  <a:pt x="1029797" y="-1907"/>
                  <a:pt x="1182339" y="14802"/>
                  <a:pt x="1479049" y="0"/>
                </a:cubicBezTo>
                <a:cubicBezTo>
                  <a:pt x="1775759" y="-14802"/>
                  <a:pt x="1875983" y="9287"/>
                  <a:pt x="2016886" y="0"/>
                </a:cubicBezTo>
                <a:cubicBezTo>
                  <a:pt x="2157789" y="-9287"/>
                  <a:pt x="2530044" y="-11048"/>
                  <a:pt x="2756410" y="0"/>
                </a:cubicBezTo>
                <a:cubicBezTo>
                  <a:pt x="2982776" y="11048"/>
                  <a:pt x="3151150" y="18698"/>
                  <a:pt x="3361476" y="0"/>
                </a:cubicBezTo>
                <a:cubicBezTo>
                  <a:pt x="3571802" y="-18698"/>
                  <a:pt x="3755362" y="-5056"/>
                  <a:pt x="4101001" y="0"/>
                </a:cubicBezTo>
                <a:cubicBezTo>
                  <a:pt x="4446641" y="5056"/>
                  <a:pt x="4403334" y="16690"/>
                  <a:pt x="4571607" y="0"/>
                </a:cubicBezTo>
                <a:cubicBezTo>
                  <a:pt x="4739880" y="-16690"/>
                  <a:pt x="4938790" y="12820"/>
                  <a:pt x="5042214" y="0"/>
                </a:cubicBezTo>
                <a:cubicBezTo>
                  <a:pt x="5145638" y="-12820"/>
                  <a:pt x="5678372" y="-28090"/>
                  <a:pt x="5848968" y="0"/>
                </a:cubicBezTo>
                <a:cubicBezTo>
                  <a:pt x="6019564" y="28090"/>
                  <a:pt x="6416815" y="-15926"/>
                  <a:pt x="6722952" y="0"/>
                </a:cubicBezTo>
                <a:cubicBezTo>
                  <a:pt x="6755363" y="206674"/>
                  <a:pt x="6712503" y="531390"/>
                  <a:pt x="6722952" y="702016"/>
                </a:cubicBezTo>
                <a:cubicBezTo>
                  <a:pt x="6733401" y="872642"/>
                  <a:pt x="6709767" y="1028097"/>
                  <a:pt x="6722952" y="1244483"/>
                </a:cubicBezTo>
                <a:cubicBezTo>
                  <a:pt x="6736137" y="1460869"/>
                  <a:pt x="6699135" y="1529068"/>
                  <a:pt x="6722952" y="1786949"/>
                </a:cubicBezTo>
                <a:cubicBezTo>
                  <a:pt x="6746769" y="2044830"/>
                  <a:pt x="6708768" y="2226349"/>
                  <a:pt x="6722952" y="2361326"/>
                </a:cubicBezTo>
                <a:cubicBezTo>
                  <a:pt x="6737136" y="2496303"/>
                  <a:pt x="6696139" y="2956774"/>
                  <a:pt x="6722952" y="3190981"/>
                </a:cubicBezTo>
                <a:cubicBezTo>
                  <a:pt x="6403221" y="3177976"/>
                  <a:pt x="6344006" y="3174311"/>
                  <a:pt x="5983427" y="3190981"/>
                </a:cubicBezTo>
                <a:cubicBezTo>
                  <a:pt x="5622848" y="3207651"/>
                  <a:pt x="5587663" y="3157428"/>
                  <a:pt x="5311132" y="3190981"/>
                </a:cubicBezTo>
                <a:cubicBezTo>
                  <a:pt x="5034601" y="3224534"/>
                  <a:pt x="4697536" y="3181426"/>
                  <a:pt x="4504378" y="3190981"/>
                </a:cubicBezTo>
                <a:cubicBezTo>
                  <a:pt x="4311220" y="3200536"/>
                  <a:pt x="4178422" y="3202913"/>
                  <a:pt x="4033771" y="3190981"/>
                </a:cubicBezTo>
                <a:cubicBezTo>
                  <a:pt x="3889120" y="3179049"/>
                  <a:pt x="3632399" y="3207533"/>
                  <a:pt x="3361476" y="3190981"/>
                </a:cubicBezTo>
                <a:cubicBezTo>
                  <a:pt x="3090554" y="3174429"/>
                  <a:pt x="3106611" y="3205089"/>
                  <a:pt x="2890869" y="3190981"/>
                </a:cubicBezTo>
                <a:cubicBezTo>
                  <a:pt x="2675127" y="3176873"/>
                  <a:pt x="2436108" y="3211384"/>
                  <a:pt x="2218574" y="3190981"/>
                </a:cubicBezTo>
                <a:cubicBezTo>
                  <a:pt x="2001040" y="3170578"/>
                  <a:pt x="1653233" y="3169242"/>
                  <a:pt x="1411820" y="3190981"/>
                </a:cubicBezTo>
                <a:cubicBezTo>
                  <a:pt x="1170407" y="3212720"/>
                  <a:pt x="963219" y="3192697"/>
                  <a:pt x="739525" y="3190981"/>
                </a:cubicBezTo>
                <a:cubicBezTo>
                  <a:pt x="515831" y="3189265"/>
                  <a:pt x="258041" y="3169229"/>
                  <a:pt x="0" y="3190981"/>
                </a:cubicBezTo>
                <a:cubicBezTo>
                  <a:pt x="10157" y="3017618"/>
                  <a:pt x="16229" y="2894450"/>
                  <a:pt x="0" y="2648514"/>
                </a:cubicBezTo>
                <a:cubicBezTo>
                  <a:pt x="-16229" y="2402578"/>
                  <a:pt x="-17475" y="2236372"/>
                  <a:pt x="0" y="2106047"/>
                </a:cubicBezTo>
                <a:cubicBezTo>
                  <a:pt x="17475" y="1975722"/>
                  <a:pt x="-18499" y="1706184"/>
                  <a:pt x="0" y="1467851"/>
                </a:cubicBezTo>
                <a:cubicBezTo>
                  <a:pt x="18499" y="1229518"/>
                  <a:pt x="-22248" y="1101807"/>
                  <a:pt x="0" y="829655"/>
                </a:cubicBezTo>
                <a:cubicBezTo>
                  <a:pt x="22248" y="557503"/>
                  <a:pt x="-268" y="336010"/>
                  <a:pt x="0" y="0"/>
                </a:cubicBezTo>
                <a:close/>
              </a:path>
              <a:path w="6722952" h="3190981" stroke="0" extrusionOk="0">
                <a:moveTo>
                  <a:pt x="0" y="0"/>
                </a:moveTo>
                <a:cubicBezTo>
                  <a:pt x="165407" y="-16065"/>
                  <a:pt x="407261" y="27634"/>
                  <a:pt x="605066" y="0"/>
                </a:cubicBezTo>
                <a:cubicBezTo>
                  <a:pt x="802871" y="-27634"/>
                  <a:pt x="1005295" y="25567"/>
                  <a:pt x="1142902" y="0"/>
                </a:cubicBezTo>
                <a:cubicBezTo>
                  <a:pt x="1280509" y="-25567"/>
                  <a:pt x="1696464" y="-30506"/>
                  <a:pt x="1882427" y="0"/>
                </a:cubicBezTo>
                <a:cubicBezTo>
                  <a:pt x="2068391" y="30506"/>
                  <a:pt x="2312975" y="24270"/>
                  <a:pt x="2621951" y="0"/>
                </a:cubicBezTo>
                <a:cubicBezTo>
                  <a:pt x="2930927" y="-24270"/>
                  <a:pt x="3070150" y="-14066"/>
                  <a:pt x="3294246" y="0"/>
                </a:cubicBezTo>
                <a:cubicBezTo>
                  <a:pt x="3518342" y="14066"/>
                  <a:pt x="3654156" y="291"/>
                  <a:pt x="3966542" y="0"/>
                </a:cubicBezTo>
                <a:cubicBezTo>
                  <a:pt x="4278928" y="-291"/>
                  <a:pt x="4391169" y="-6390"/>
                  <a:pt x="4706066" y="0"/>
                </a:cubicBezTo>
                <a:cubicBezTo>
                  <a:pt x="5020963" y="6390"/>
                  <a:pt x="5251012" y="-806"/>
                  <a:pt x="5445591" y="0"/>
                </a:cubicBezTo>
                <a:cubicBezTo>
                  <a:pt x="5640170" y="806"/>
                  <a:pt x="5818238" y="12313"/>
                  <a:pt x="6050657" y="0"/>
                </a:cubicBezTo>
                <a:cubicBezTo>
                  <a:pt x="6283076" y="-12313"/>
                  <a:pt x="6465070" y="-22827"/>
                  <a:pt x="6722952" y="0"/>
                </a:cubicBezTo>
                <a:cubicBezTo>
                  <a:pt x="6730397" y="169584"/>
                  <a:pt x="6731273" y="469575"/>
                  <a:pt x="6722952" y="638196"/>
                </a:cubicBezTo>
                <a:cubicBezTo>
                  <a:pt x="6714631" y="806817"/>
                  <a:pt x="6699132" y="1063917"/>
                  <a:pt x="6722952" y="1244483"/>
                </a:cubicBezTo>
                <a:cubicBezTo>
                  <a:pt x="6746772" y="1425049"/>
                  <a:pt x="6740060" y="1640722"/>
                  <a:pt x="6722952" y="1818859"/>
                </a:cubicBezTo>
                <a:cubicBezTo>
                  <a:pt x="6705844" y="1996996"/>
                  <a:pt x="6733690" y="2201121"/>
                  <a:pt x="6722952" y="2488965"/>
                </a:cubicBezTo>
                <a:cubicBezTo>
                  <a:pt x="6712214" y="2776809"/>
                  <a:pt x="6747111" y="2888955"/>
                  <a:pt x="6722952" y="3190981"/>
                </a:cubicBezTo>
                <a:cubicBezTo>
                  <a:pt x="6392785" y="3167594"/>
                  <a:pt x="6253058" y="3168275"/>
                  <a:pt x="5916198" y="3190981"/>
                </a:cubicBezTo>
                <a:cubicBezTo>
                  <a:pt x="5579338" y="3213687"/>
                  <a:pt x="5339485" y="3165204"/>
                  <a:pt x="5109444" y="3190981"/>
                </a:cubicBezTo>
                <a:cubicBezTo>
                  <a:pt x="4879403" y="3216758"/>
                  <a:pt x="4776218" y="3181321"/>
                  <a:pt x="4638837" y="3190981"/>
                </a:cubicBezTo>
                <a:cubicBezTo>
                  <a:pt x="4501456" y="3200641"/>
                  <a:pt x="4328185" y="3188690"/>
                  <a:pt x="4168230" y="3190981"/>
                </a:cubicBezTo>
                <a:cubicBezTo>
                  <a:pt x="4008275" y="3193272"/>
                  <a:pt x="3832063" y="3208056"/>
                  <a:pt x="3563165" y="3190981"/>
                </a:cubicBezTo>
                <a:cubicBezTo>
                  <a:pt x="3294267" y="3173906"/>
                  <a:pt x="3218696" y="3182278"/>
                  <a:pt x="2890869" y="3190981"/>
                </a:cubicBezTo>
                <a:cubicBezTo>
                  <a:pt x="2563042" y="3199684"/>
                  <a:pt x="2655190" y="3179481"/>
                  <a:pt x="2420263" y="3190981"/>
                </a:cubicBezTo>
                <a:cubicBezTo>
                  <a:pt x="2185336" y="3202481"/>
                  <a:pt x="2117595" y="3164403"/>
                  <a:pt x="1882427" y="3190981"/>
                </a:cubicBezTo>
                <a:cubicBezTo>
                  <a:pt x="1647259" y="3217559"/>
                  <a:pt x="1375665" y="3177875"/>
                  <a:pt x="1210131" y="3190981"/>
                </a:cubicBezTo>
                <a:cubicBezTo>
                  <a:pt x="1044597" y="3204087"/>
                  <a:pt x="888303" y="3170901"/>
                  <a:pt x="605066" y="3190981"/>
                </a:cubicBezTo>
                <a:cubicBezTo>
                  <a:pt x="321830" y="3211061"/>
                  <a:pt x="262784" y="3214736"/>
                  <a:pt x="0" y="3190981"/>
                </a:cubicBezTo>
                <a:cubicBezTo>
                  <a:pt x="-33638" y="2933566"/>
                  <a:pt x="-547" y="2759897"/>
                  <a:pt x="0" y="2488965"/>
                </a:cubicBezTo>
                <a:cubicBezTo>
                  <a:pt x="547" y="2218033"/>
                  <a:pt x="19995" y="2135589"/>
                  <a:pt x="0" y="1818859"/>
                </a:cubicBezTo>
                <a:cubicBezTo>
                  <a:pt x="-19995" y="1502129"/>
                  <a:pt x="23464" y="1487346"/>
                  <a:pt x="0" y="1244483"/>
                </a:cubicBezTo>
                <a:cubicBezTo>
                  <a:pt x="-23464" y="1001620"/>
                  <a:pt x="7480" y="801371"/>
                  <a:pt x="0" y="606286"/>
                </a:cubicBezTo>
                <a:cubicBezTo>
                  <a:pt x="-7480" y="411201"/>
                  <a:pt x="-20477" y="233627"/>
                  <a:pt x="0" y="0"/>
                </a:cubicBezTo>
                <a:close/>
              </a:path>
            </a:pathLst>
          </a:custGeom>
          <a:solidFill>
            <a:srgbClr val="F2AA84">
              <a:alpha val="8000"/>
            </a:srgbClr>
          </a:solidFill>
          <a:ln w="28575">
            <a:solidFill>
              <a:srgbClr val="EECEAA"/>
            </a:solidFill>
            <a:extLst>
              <a:ext uri="{C807C97D-BFC1-408E-A445-0C87EB9F89A2}">
                <ask:lineSketchStyleProps xmlns:ask="http://schemas.microsoft.com/office/drawing/2018/sketchyshapes" sd="3750109198">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88" name="Triangolo isoscele 487">
            <a:extLst>
              <a:ext uri="{FF2B5EF4-FFF2-40B4-BE49-F238E27FC236}">
                <a16:creationId xmlns:a16="http://schemas.microsoft.com/office/drawing/2014/main" id="{A456C048-C598-88E6-6BC5-1B5C864E01BD}"/>
              </a:ext>
            </a:extLst>
          </p:cNvPr>
          <p:cNvSpPr/>
          <p:nvPr/>
        </p:nvSpPr>
        <p:spPr>
          <a:xfrm rot="3092196">
            <a:off x="2017111" y="3921202"/>
            <a:ext cx="2695526" cy="1261119"/>
          </a:xfrm>
          <a:prstGeom prst="triangle">
            <a:avLst/>
          </a:prstGeom>
          <a:gradFill>
            <a:gsLst>
              <a:gs pos="22000">
                <a:srgbClr val="EECEAA"/>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44" name="Rettangolo 1043">
            <a:extLst>
              <a:ext uri="{FF2B5EF4-FFF2-40B4-BE49-F238E27FC236}">
                <a16:creationId xmlns:a16="http://schemas.microsoft.com/office/drawing/2014/main" id="{174BAB4E-C775-FCAF-7A6B-E4DAC9404EB3}"/>
              </a:ext>
            </a:extLst>
          </p:cNvPr>
          <p:cNvSpPr/>
          <p:nvPr/>
        </p:nvSpPr>
        <p:spPr>
          <a:xfrm>
            <a:off x="3373167" y="3855794"/>
            <a:ext cx="912050" cy="942904"/>
          </a:xfrm>
          <a:custGeom>
            <a:avLst/>
            <a:gdLst>
              <a:gd name="connsiteX0" fmla="*/ 0 w 912050"/>
              <a:gd name="connsiteY0" fmla="*/ 0 h 942904"/>
              <a:gd name="connsiteX1" fmla="*/ 456025 w 912050"/>
              <a:gd name="connsiteY1" fmla="*/ 0 h 942904"/>
              <a:gd name="connsiteX2" fmla="*/ 912050 w 912050"/>
              <a:gd name="connsiteY2" fmla="*/ 0 h 942904"/>
              <a:gd name="connsiteX3" fmla="*/ 912050 w 912050"/>
              <a:gd name="connsiteY3" fmla="*/ 452594 h 942904"/>
              <a:gd name="connsiteX4" fmla="*/ 912050 w 912050"/>
              <a:gd name="connsiteY4" fmla="*/ 942904 h 942904"/>
              <a:gd name="connsiteX5" fmla="*/ 446905 w 912050"/>
              <a:gd name="connsiteY5" fmla="*/ 942904 h 942904"/>
              <a:gd name="connsiteX6" fmla="*/ 0 w 912050"/>
              <a:gd name="connsiteY6" fmla="*/ 942904 h 942904"/>
              <a:gd name="connsiteX7" fmla="*/ 0 w 912050"/>
              <a:gd name="connsiteY7" fmla="*/ 462023 h 942904"/>
              <a:gd name="connsiteX8" fmla="*/ 0 w 912050"/>
              <a:gd name="connsiteY8" fmla="*/ 0 h 94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2050" h="942904" fill="none" extrusionOk="0">
                <a:moveTo>
                  <a:pt x="0" y="0"/>
                </a:moveTo>
                <a:cubicBezTo>
                  <a:pt x="117818" y="-4956"/>
                  <a:pt x="314211" y="-17271"/>
                  <a:pt x="456025" y="0"/>
                </a:cubicBezTo>
                <a:cubicBezTo>
                  <a:pt x="597840" y="17271"/>
                  <a:pt x="717597" y="20008"/>
                  <a:pt x="912050" y="0"/>
                </a:cubicBezTo>
                <a:cubicBezTo>
                  <a:pt x="924989" y="119905"/>
                  <a:pt x="905283" y="325931"/>
                  <a:pt x="912050" y="452594"/>
                </a:cubicBezTo>
                <a:cubicBezTo>
                  <a:pt x="918817" y="579257"/>
                  <a:pt x="889743" y="812436"/>
                  <a:pt x="912050" y="942904"/>
                </a:cubicBezTo>
                <a:cubicBezTo>
                  <a:pt x="690015" y="941151"/>
                  <a:pt x="643130" y="943544"/>
                  <a:pt x="446905" y="942904"/>
                </a:cubicBezTo>
                <a:cubicBezTo>
                  <a:pt x="250680" y="942264"/>
                  <a:pt x="182060" y="957035"/>
                  <a:pt x="0" y="942904"/>
                </a:cubicBezTo>
                <a:cubicBezTo>
                  <a:pt x="-23372" y="759418"/>
                  <a:pt x="10898" y="574728"/>
                  <a:pt x="0" y="462023"/>
                </a:cubicBezTo>
                <a:cubicBezTo>
                  <a:pt x="-10898" y="349318"/>
                  <a:pt x="16192" y="112093"/>
                  <a:pt x="0" y="0"/>
                </a:cubicBezTo>
                <a:close/>
              </a:path>
              <a:path w="912050" h="942904" stroke="0" extrusionOk="0">
                <a:moveTo>
                  <a:pt x="0" y="0"/>
                </a:moveTo>
                <a:cubicBezTo>
                  <a:pt x="195110" y="-19444"/>
                  <a:pt x="357246" y="12705"/>
                  <a:pt x="446905" y="0"/>
                </a:cubicBezTo>
                <a:cubicBezTo>
                  <a:pt x="536565" y="-12705"/>
                  <a:pt x="742075" y="4777"/>
                  <a:pt x="912050" y="0"/>
                </a:cubicBezTo>
                <a:cubicBezTo>
                  <a:pt x="907946" y="177123"/>
                  <a:pt x="907297" y="317744"/>
                  <a:pt x="912050" y="480881"/>
                </a:cubicBezTo>
                <a:cubicBezTo>
                  <a:pt x="916803" y="644018"/>
                  <a:pt x="893943" y="717609"/>
                  <a:pt x="912050" y="942904"/>
                </a:cubicBezTo>
                <a:cubicBezTo>
                  <a:pt x="794133" y="950815"/>
                  <a:pt x="609397" y="953152"/>
                  <a:pt x="465146" y="942904"/>
                </a:cubicBezTo>
                <a:cubicBezTo>
                  <a:pt x="320895" y="932656"/>
                  <a:pt x="153772" y="963511"/>
                  <a:pt x="0" y="942904"/>
                </a:cubicBezTo>
                <a:cubicBezTo>
                  <a:pt x="3801" y="732979"/>
                  <a:pt x="15628" y="629971"/>
                  <a:pt x="0" y="480881"/>
                </a:cubicBezTo>
                <a:cubicBezTo>
                  <a:pt x="-15628" y="331791"/>
                  <a:pt x="-4673" y="199475"/>
                  <a:pt x="0" y="0"/>
                </a:cubicBezTo>
                <a:close/>
              </a:path>
            </a:pathLst>
          </a:custGeom>
          <a:solidFill>
            <a:srgbClr val="FAF6EF"/>
          </a:solidFill>
          <a:ln w="28575">
            <a:solidFill>
              <a:srgbClr val="EECEAA"/>
            </a:solidFill>
            <a:extLst>
              <a:ext uri="{C807C97D-BFC1-408E-A445-0C87EB9F89A2}">
                <ask:lineSketchStyleProps xmlns:ask="http://schemas.microsoft.com/office/drawing/2018/sketchyshapes" sd="3750109198">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object 241">
            <a:extLst>
              <a:ext uri="{FF2B5EF4-FFF2-40B4-BE49-F238E27FC236}">
                <a16:creationId xmlns:a16="http://schemas.microsoft.com/office/drawing/2014/main" id="{4C99DF51-BF81-0413-00CA-F1B68858AF16}"/>
              </a:ext>
            </a:extLst>
          </p:cNvPr>
          <p:cNvSpPr txBox="1"/>
          <p:nvPr/>
        </p:nvSpPr>
        <p:spPr>
          <a:xfrm>
            <a:off x="-19050" y="3849"/>
            <a:ext cx="7575550" cy="571821"/>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BANCHI DI CHIP o MEMORIA esercizi</a:t>
            </a:r>
          </a:p>
        </p:txBody>
      </p:sp>
      <p:sp>
        <p:nvSpPr>
          <p:cNvPr id="10" name="object 166">
            <a:extLst>
              <a:ext uri="{FF2B5EF4-FFF2-40B4-BE49-F238E27FC236}">
                <a16:creationId xmlns:a16="http://schemas.microsoft.com/office/drawing/2014/main" id="{DF5000CC-A9B9-78AC-A62D-B4313AD18120}"/>
              </a:ext>
            </a:extLst>
          </p:cNvPr>
          <p:cNvSpPr/>
          <p:nvPr/>
        </p:nvSpPr>
        <p:spPr>
          <a:xfrm>
            <a:off x="-4263692" y="883960"/>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2" name="object 168">
            <a:extLst>
              <a:ext uri="{FF2B5EF4-FFF2-40B4-BE49-F238E27FC236}">
                <a16:creationId xmlns:a16="http://schemas.microsoft.com/office/drawing/2014/main" id="{6A095960-656B-8CB8-8008-CEDAE28A045B}"/>
              </a:ext>
            </a:extLst>
          </p:cNvPr>
          <p:cNvSpPr txBox="1"/>
          <p:nvPr/>
        </p:nvSpPr>
        <p:spPr>
          <a:xfrm>
            <a:off x="-2105550" y="2225084"/>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42" name="object 192">
            <a:extLst>
              <a:ext uri="{FF2B5EF4-FFF2-40B4-BE49-F238E27FC236}">
                <a16:creationId xmlns:a16="http://schemas.microsoft.com/office/drawing/2014/main" id="{7C46EF8F-5DBE-D90E-EA01-DEA483EBD119}"/>
              </a:ext>
            </a:extLst>
          </p:cNvPr>
          <p:cNvSpPr/>
          <p:nvPr/>
        </p:nvSpPr>
        <p:spPr>
          <a:xfrm>
            <a:off x="-845855" y="1342387"/>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7709134" y="8264156"/>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8252807" y="8861309"/>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8445566" y="9297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9234315" y="93075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8445566" y="901317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9246015" y="901167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9105697" y="9045627"/>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8288273" y="9055920"/>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8287925" y="9336773"/>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9082871" y="9351766"/>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85" name="Rettangolo con angoli arrotondati 84">
            <a:extLst>
              <a:ext uri="{FF2B5EF4-FFF2-40B4-BE49-F238E27FC236}">
                <a16:creationId xmlns:a16="http://schemas.microsoft.com/office/drawing/2014/main" id="{56EE77D8-C149-4360-F68A-9777EDDEBADF}"/>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con angoli arrotondati 85">
            <a:extLst>
              <a:ext uri="{FF2B5EF4-FFF2-40B4-BE49-F238E27FC236}">
                <a16:creationId xmlns:a16="http://schemas.microsoft.com/office/drawing/2014/main" id="{3F000491-9639-47BA-CD98-A84E3240DD14}"/>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con angoli arrotondati 86">
            <a:extLst>
              <a:ext uri="{FF2B5EF4-FFF2-40B4-BE49-F238E27FC236}">
                <a16:creationId xmlns:a16="http://schemas.microsoft.com/office/drawing/2014/main" id="{2D7F0DB7-85B9-762A-91B5-D8BDECB90DBB}"/>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FC4F1112-D270-C3A3-0BC4-2093B873E672}"/>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6" name="Parentesi quadra aperta 105">
            <a:extLst>
              <a:ext uri="{FF2B5EF4-FFF2-40B4-BE49-F238E27FC236}">
                <a16:creationId xmlns:a16="http://schemas.microsoft.com/office/drawing/2014/main" id="{E8E7DFBB-CE86-B1AE-9DC3-DDED90DD197D}"/>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71" name="Parentesi quadra aperta 270">
            <a:extLst>
              <a:ext uri="{FF2B5EF4-FFF2-40B4-BE49-F238E27FC236}">
                <a16:creationId xmlns:a16="http://schemas.microsoft.com/office/drawing/2014/main" id="{40638298-8946-3B45-A817-85F722D66832}"/>
              </a:ext>
            </a:extLst>
          </p:cNvPr>
          <p:cNvSpPr/>
          <p:nvPr/>
        </p:nvSpPr>
        <p:spPr>
          <a:xfrm>
            <a:off x="214195" y="12638450"/>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8" name="CasellaDiTesto 7">
            <a:extLst>
              <a:ext uri="{FF2B5EF4-FFF2-40B4-BE49-F238E27FC236}">
                <a16:creationId xmlns:a16="http://schemas.microsoft.com/office/drawing/2014/main" id="{84F713B7-0772-E869-5D08-3DEB09652393}"/>
              </a:ext>
            </a:extLst>
          </p:cNvPr>
          <p:cNvSpPr txBox="1"/>
          <p:nvPr/>
        </p:nvSpPr>
        <p:spPr>
          <a:xfrm>
            <a:off x="138170" y="674959"/>
            <a:ext cx="7602435" cy="523220"/>
          </a:xfrm>
          <a:prstGeom prst="rect">
            <a:avLst/>
          </a:prstGeom>
          <a:noFill/>
        </p:spPr>
        <p:txBody>
          <a:bodyPr wrap="square">
            <a:spAutoFit/>
          </a:bodyPr>
          <a:lstStyle/>
          <a:p>
            <a:r>
              <a:rPr lang="it-IT" sz="1400" u="sng" dirty="0"/>
              <a:t>Esempio</a:t>
            </a:r>
            <a:r>
              <a:rPr lang="it-IT" sz="1400" dirty="0"/>
              <a:t>:</a:t>
            </a:r>
          </a:p>
          <a:p>
            <a:r>
              <a:rPr lang="it-IT" sz="1400" dirty="0"/>
              <a:t>Si realizzi un banco di memoria </a:t>
            </a:r>
            <a:r>
              <a:rPr lang="it-IT" sz="1400" dirty="0">
                <a:highlight>
                  <a:srgbClr val="EECEAA"/>
                </a:highlight>
              </a:rPr>
              <a:t>statica</a:t>
            </a:r>
            <a:r>
              <a:rPr lang="it-IT" sz="1400" dirty="0"/>
              <a:t> di </a:t>
            </a:r>
            <a:r>
              <a:rPr lang="it-IT" sz="1400" dirty="0">
                <a:highlight>
                  <a:srgbClr val="C2D9E5"/>
                </a:highlight>
              </a:rPr>
              <a:t>4MB</a:t>
            </a:r>
            <a:r>
              <a:rPr lang="it-IT" sz="1400" dirty="0"/>
              <a:t> indirizzabile al </a:t>
            </a:r>
            <a:r>
              <a:rPr lang="it-IT" sz="1400" dirty="0">
                <a:highlight>
                  <a:srgbClr val="B2E890"/>
                </a:highlight>
              </a:rPr>
              <a:t>byte</a:t>
            </a:r>
            <a:r>
              <a:rPr lang="it-IT" sz="1400" dirty="0"/>
              <a:t> utilizzando chip </a:t>
            </a:r>
            <a:r>
              <a:rPr lang="it-IT" sz="1400" dirty="0">
                <a:highlight>
                  <a:srgbClr val="FFE4DB"/>
                </a:highlight>
              </a:rPr>
              <a:t>1M x 1 bit </a:t>
            </a:r>
            <a:r>
              <a:rPr lang="it-IT" sz="1400" dirty="0"/>
              <a:t>. </a:t>
            </a:r>
          </a:p>
        </p:txBody>
      </p:sp>
      <p:sp>
        <p:nvSpPr>
          <p:cNvPr id="9" name="CasellaDiTesto 8">
            <a:extLst>
              <a:ext uri="{FF2B5EF4-FFF2-40B4-BE49-F238E27FC236}">
                <a16:creationId xmlns:a16="http://schemas.microsoft.com/office/drawing/2014/main" id="{CB6E804E-8F38-2A86-6F1B-A220A3A4904E}"/>
              </a:ext>
            </a:extLst>
          </p:cNvPr>
          <p:cNvSpPr txBox="1"/>
          <p:nvPr/>
        </p:nvSpPr>
        <p:spPr>
          <a:xfrm>
            <a:off x="138170" y="1256299"/>
            <a:ext cx="7111781" cy="1600438"/>
          </a:xfrm>
          <a:prstGeom prst="rect">
            <a:avLst/>
          </a:prstGeom>
          <a:noFill/>
        </p:spPr>
        <p:txBody>
          <a:bodyPr wrap="square">
            <a:spAutoFit/>
          </a:bodyPr>
          <a:lstStyle/>
          <a:p>
            <a:r>
              <a:rPr lang="it-IT" sz="1400" u="sng" dirty="0"/>
              <a:t>Spiegazione:</a:t>
            </a:r>
          </a:p>
          <a:p>
            <a:r>
              <a:rPr lang="it-IT" sz="1400" dirty="0"/>
              <a:t>Dobbiamo creare una (</a:t>
            </a:r>
            <a:r>
              <a:rPr lang="it-IT" sz="1400" dirty="0">
                <a:highlight>
                  <a:srgbClr val="EECEAA"/>
                </a:highlight>
              </a:rPr>
              <a:t>SRAM</a:t>
            </a:r>
            <a:r>
              <a:rPr lang="it-IT" sz="1400" dirty="0"/>
              <a:t>) di dimensioni </a:t>
            </a:r>
            <a:r>
              <a:rPr lang="it-IT" sz="1400" dirty="0">
                <a:highlight>
                  <a:srgbClr val="C2D9E5"/>
                </a:highlight>
              </a:rPr>
              <a:t>totali di 4MegaByte </a:t>
            </a:r>
            <a:r>
              <a:rPr lang="it-IT" sz="1400" dirty="0"/>
              <a:t>(1 MB = 2^20byte, 1 byte = 8bit), composta da componenti </a:t>
            </a:r>
            <a:r>
              <a:rPr lang="it-IT" sz="1400" dirty="0">
                <a:highlight>
                  <a:srgbClr val="FFE4DB"/>
                </a:highlight>
              </a:rPr>
              <a:t>chip 2^20bit x 1 bit</a:t>
            </a:r>
            <a:r>
              <a:rPr lang="it-IT" sz="1400" dirty="0"/>
              <a:t>. </a:t>
            </a:r>
          </a:p>
          <a:p>
            <a:r>
              <a:rPr lang="it-IT" sz="1400" dirty="0"/>
              <a:t>Bisogna stare attenti a non confondere MB e M, per creare una </a:t>
            </a:r>
            <a:r>
              <a:rPr lang="it-IT" sz="1400" dirty="0" err="1"/>
              <a:t>sram</a:t>
            </a:r>
            <a:r>
              <a:rPr lang="it-IT" sz="1400" dirty="0"/>
              <a:t> di 4MB basta avere 4 e 8 chip per lato(4M x 8bit) , 20bit ci serviranno per l’indirizzamento dentro al chip e ultimi bit per indirizzare gruppi da 1 byte, essendoci 4 gruppi bastano 2 bit, l’indirizzo tortale è 22 bit, puoi avere conferma di </a:t>
            </a:r>
            <a:r>
              <a:rPr lang="it-IT" sz="1400" dirty="0" err="1"/>
              <a:t>cio</a:t>
            </a:r>
            <a:r>
              <a:rPr lang="it-IT" sz="1400" dirty="0"/>
              <a:t> </a:t>
            </a:r>
            <a:r>
              <a:rPr lang="it-IT" sz="1400" dirty="0" err="1"/>
              <a:t>faccendo</a:t>
            </a:r>
            <a:r>
              <a:rPr lang="it-IT" sz="1400" dirty="0"/>
              <a:t> log(memoria/unità indirizzabile) = log(4MB/1b)=22</a:t>
            </a:r>
          </a:p>
        </p:txBody>
      </p:sp>
      <p:sp>
        <p:nvSpPr>
          <p:cNvPr id="17" name="object 123">
            <a:extLst>
              <a:ext uri="{FF2B5EF4-FFF2-40B4-BE49-F238E27FC236}">
                <a16:creationId xmlns:a16="http://schemas.microsoft.com/office/drawing/2014/main" id="{F1727E58-70ED-C7F3-34C9-170825360821}"/>
              </a:ext>
            </a:extLst>
          </p:cNvPr>
          <p:cNvSpPr/>
          <p:nvPr/>
        </p:nvSpPr>
        <p:spPr>
          <a:xfrm>
            <a:off x="8000256" y="4597187"/>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8" name="object 123">
            <a:extLst>
              <a:ext uri="{FF2B5EF4-FFF2-40B4-BE49-F238E27FC236}">
                <a16:creationId xmlns:a16="http://schemas.microsoft.com/office/drawing/2014/main" id="{23A52F6A-391C-0561-B091-CB7790585342}"/>
              </a:ext>
            </a:extLst>
          </p:cNvPr>
          <p:cNvSpPr/>
          <p:nvPr/>
        </p:nvSpPr>
        <p:spPr>
          <a:xfrm>
            <a:off x="8505723"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9" name="object 123">
            <a:extLst>
              <a:ext uri="{FF2B5EF4-FFF2-40B4-BE49-F238E27FC236}">
                <a16:creationId xmlns:a16="http://schemas.microsoft.com/office/drawing/2014/main" id="{34DAD8C6-6360-AC95-CA3A-88CEDFEB1310}"/>
              </a:ext>
            </a:extLst>
          </p:cNvPr>
          <p:cNvSpPr/>
          <p:nvPr/>
        </p:nvSpPr>
        <p:spPr>
          <a:xfrm>
            <a:off x="9003885" y="4582354"/>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B2E621C0-8F2C-F8E3-25CA-ECF36C0D0510}"/>
              </a:ext>
            </a:extLst>
          </p:cNvPr>
          <p:cNvSpPr/>
          <p:nvPr/>
        </p:nvSpPr>
        <p:spPr>
          <a:xfrm>
            <a:off x="9504517"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8" name="object 123">
            <a:extLst>
              <a:ext uri="{FF2B5EF4-FFF2-40B4-BE49-F238E27FC236}">
                <a16:creationId xmlns:a16="http://schemas.microsoft.com/office/drawing/2014/main" id="{8310E05C-5294-D27D-84F1-149354CFDCFA}"/>
              </a:ext>
            </a:extLst>
          </p:cNvPr>
          <p:cNvSpPr/>
          <p:nvPr/>
        </p:nvSpPr>
        <p:spPr>
          <a:xfrm>
            <a:off x="8002360"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9" name="object 123">
            <a:extLst>
              <a:ext uri="{FF2B5EF4-FFF2-40B4-BE49-F238E27FC236}">
                <a16:creationId xmlns:a16="http://schemas.microsoft.com/office/drawing/2014/main" id="{37DC80B9-B490-7CD1-3663-538B6BC91A7A}"/>
              </a:ext>
            </a:extLst>
          </p:cNvPr>
          <p:cNvSpPr/>
          <p:nvPr/>
        </p:nvSpPr>
        <p:spPr>
          <a:xfrm>
            <a:off x="8495902"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0" name="object 123">
            <a:extLst>
              <a:ext uri="{FF2B5EF4-FFF2-40B4-BE49-F238E27FC236}">
                <a16:creationId xmlns:a16="http://schemas.microsoft.com/office/drawing/2014/main" id="{377DC048-3508-E214-1AF8-731E804E18F2}"/>
              </a:ext>
            </a:extLst>
          </p:cNvPr>
          <p:cNvSpPr/>
          <p:nvPr/>
        </p:nvSpPr>
        <p:spPr>
          <a:xfrm>
            <a:off x="9504516"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1" name="object 123">
            <a:extLst>
              <a:ext uri="{FF2B5EF4-FFF2-40B4-BE49-F238E27FC236}">
                <a16:creationId xmlns:a16="http://schemas.microsoft.com/office/drawing/2014/main" id="{73AAABE2-CA8A-03E0-859E-343339CA5C93}"/>
              </a:ext>
            </a:extLst>
          </p:cNvPr>
          <p:cNvSpPr/>
          <p:nvPr/>
        </p:nvSpPr>
        <p:spPr>
          <a:xfrm>
            <a:off x="9011074" y="4567602"/>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4" name="object 123">
            <a:extLst>
              <a:ext uri="{FF2B5EF4-FFF2-40B4-BE49-F238E27FC236}">
                <a16:creationId xmlns:a16="http://schemas.microsoft.com/office/drawing/2014/main" id="{8FDB5833-F8B3-16A2-D397-9B3A5EC871F3}"/>
              </a:ext>
            </a:extLst>
          </p:cNvPr>
          <p:cNvSpPr/>
          <p:nvPr/>
        </p:nvSpPr>
        <p:spPr>
          <a:xfrm>
            <a:off x="9002421"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489" name="Rettangolo 488">
            <a:extLst>
              <a:ext uri="{FF2B5EF4-FFF2-40B4-BE49-F238E27FC236}">
                <a16:creationId xmlns:a16="http://schemas.microsoft.com/office/drawing/2014/main" id="{6BDB3785-E356-2B1C-B875-BF7E1D72B451}"/>
              </a:ext>
            </a:extLst>
          </p:cNvPr>
          <p:cNvSpPr/>
          <p:nvPr/>
        </p:nvSpPr>
        <p:spPr>
          <a:xfrm>
            <a:off x="322720" y="3698947"/>
            <a:ext cx="2672950" cy="3002584"/>
          </a:xfrm>
          <a:custGeom>
            <a:avLst/>
            <a:gdLst>
              <a:gd name="connsiteX0" fmla="*/ 0 w 2672950"/>
              <a:gd name="connsiteY0" fmla="*/ 0 h 3002584"/>
              <a:gd name="connsiteX1" fmla="*/ 588049 w 2672950"/>
              <a:gd name="connsiteY1" fmla="*/ 0 h 3002584"/>
              <a:gd name="connsiteX2" fmla="*/ 1283016 w 2672950"/>
              <a:gd name="connsiteY2" fmla="*/ 0 h 3002584"/>
              <a:gd name="connsiteX3" fmla="*/ 1924524 w 2672950"/>
              <a:gd name="connsiteY3" fmla="*/ 0 h 3002584"/>
              <a:gd name="connsiteX4" fmla="*/ 2672950 w 2672950"/>
              <a:gd name="connsiteY4" fmla="*/ 0 h 3002584"/>
              <a:gd name="connsiteX5" fmla="*/ 2672950 w 2672950"/>
              <a:gd name="connsiteY5" fmla="*/ 630543 h 3002584"/>
              <a:gd name="connsiteX6" fmla="*/ 2672950 w 2672950"/>
              <a:gd name="connsiteY6" fmla="*/ 1171008 h 3002584"/>
              <a:gd name="connsiteX7" fmla="*/ 2672950 w 2672950"/>
              <a:gd name="connsiteY7" fmla="*/ 1831576 h 3002584"/>
              <a:gd name="connsiteX8" fmla="*/ 2672950 w 2672950"/>
              <a:gd name="connsiteY8" fmla="*/ 2402067 h 3002584"/>
              <a:gd name="connsiteX9" fmla="*/ 2672950 w 2672950"/>
              <a:gd name="connsiteY9" fmla="*/ 3002584 h 3002584"/>
              <a:gd name="connsiteX10" fmla="*/ 1977983 w 2672950"/>
              <a:gd name="connsiteY10" fmla="*/ 3002584 h 3002584"/>
              <a:gd name="connsiteX11" fmla="*/ 1256287 w 2672950"/>
              <a:gd name="connsiteY11" fmla="*/ 3002584 h 3002584"/>
              <a:gd name="connsiteX12" fmla="*/ 0 w 2672950"/>
              <a:gd name="connsiteY12" fmla="*/ 3002584 h 3002584"/>
              <a:gd name="connsiteX13" fmla="*/ 0 w 2672950"/>
              <a:gd name="connsiteY13" fmla="*/ 2462119 h 3002584"/>
              <a:gd name="connsiteX14" fmla="*/ 0 w 2672950"/>
              <a:gd name="connsiteY14" fmla="*/ 1921654 h 3002584"/>
              <a:gd name="connsiteX15" fmla="*/ 0 w 2672950"/>
              <a:gd name="connsiteY15" fmla="*/ 1291111 h 3002584"/>
              <a:gd name="connsiteX16" fmla="*/ 0 w 2672950"/>
              <a:gd name="connsiteY16" fmla="*/ 720620 h 3002584"/>
              <a:gd name="connsiteX17" fmla="*/ 0 w 2672950"/>
              <a:gd name="connsiteY17" fmla="*/ 0 h 3002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2950" h="3002584" fill="none" extrusionOk="0">
                <a:moveTo>
                  <a:pt x="0" y="0"/>
                </a:moveTo>
                <a:cubicBezTo>
                  <a:pt x="171636" y="6932"/>
                  <a:pt x="346312" y="-12029"/>
                  <a:pt x="588049" y="0"/>
                </a:cubicBezTo>
                <a:cubicBezTo>
                  <a:pt x="829786" y="12029"/>
                  <a:pt x="1119019" y="-25426"/>
                  <a:pt x="1283016" y="0"/>
                </a:cubicBezTo>
                <a:cubicBezTo>
                  <a:pt x="1447013" y="25426"/>
                  <a:pt x="1604007" y="-380"/>
                  <a:pt x="1924524" y="0"/>
                </a:cubicBezTo>
                <a:cubicBezTo>
                  <a:pt x="2245041" y="380"/>
                  <a:pt x="2321263" y="-30153"/>
                  <a:pt x="2672950" y="0"/>
                </a:cubicBezTo>
                <a:cubicBezTo>
                  <a:pt x="2662397" y="155892"/>
                  <a:pt x="2647473" y="361861"/>
                  <a:pt x="2672950" y="630543"/>
                </a:cubicBezTo>
                <a:cubicBezTo>
                  <a:pt x="2698427" y="899225"/>
                  <a:pt x="2657597" y="930654"/>
                  <a:pt x="2672950" y="1171008"/>
                </a:cubicBezTo>
                <a:cubicBezTo>
                  <a:pt x="2688303" y="1411363"/>
                  <a:pt x="2660274" y="1512421"/>
                  <a:pt x="2672950" y="1831576"/>
                </a:cubicBezTo>
                <a:cubicBezTo>
                  <a:pt x="2685626" y="2150731"/>
                  <a:pt x="2675346" y="2237901"/>
                  <a:pt x="2672950" y="2402067"/>
                </a:cubicBezTo>
                <a:cubicBezTo>
                  <a:pt x="2670554" y="2566233"/>
                  <a:pt x="2673366" y="2880160"/>
                  <a:pt x="2672950" y="3002584"/>
                </a:cubicBezTo>
                <a:cubicBezTo>
                  <a:pt x="2328270" y="3013767"/>
                  <a:pt x="2127665" y="3020563"/>
                  <a:pt x="1977983" y="3002584"/>
                </a:cubicBezTo>
                <a:cubicBezTo>
                  <a:pt x="1828301" y="2984605"/>
                  <a:pt x="1451402" y="3005172"/>
                  <a:pt x="1256287" y="3002584"/>
                </a:cubicBezTo>
                <a:cubicBezTo>
                  <a:pt x="1061172" y="2999996"/>
                  <a:pt x="568999" y="2975901"/>
                  <a:pt x="0" y="3002584"/>
                </a:cubicBezTo>
                <a:cubicBezTo>
                  <a:pt x="23631" y="2843779"/>
                  <a:pt x="-15733" y="2685341"/>
                  <a:pt x="0" y="2462119"/>
                </a:cubicBezTo>
                <a:cubicBezTo>
                  <a:pt x="15733" y="2238898"/>
                  <a:pt x="17398" y="2097183"/>
                  <a:pt x="0" y="1921654"/>
                </a:cubicBezTo>
                <a:cubicBezTo>
                  <a:pt x="-17398" y="1746125"/>
                  <a:pt x="-17504" y="1544547"/>
                  <a:pt x="0" y="1291111"/>
                </a:cubicBezTo>
                <a:cubicBezTo>
                  <a:pt x="17504" y="1037675"/>
                  <a:pt x="-8428" y="852026"/>
                  <a:pt x="0" y="720620"/>
                </a:cubicBezTo>
                <a:cubicBezTo>
                  <a:pt x="8428" y="589214"/>
                  <a:pt x="6959" y="213306"/>
                  <a:pt x="0" y="0"/>
                </a:cubicBezTo>
                <a:close/>
              </a:path>
              <a:path w="2672950" h="3002584" stroke="0" extrusionOk="0">
                <a:moveTo>
                  <a:pt x="0" y="0"/>
                </a:moveTo>
                <a:cubicBezTo>
                  <a:pt x="302778" y="718"/>
                  <a:pt x="474933" y="-4533"/>
                  <a:pt x="641508" y="0"/>
                </a:cubicBezTo>
                <a:cubicBezTo>
                  <a:pt x="808083" y="4533"/>
                  <a:pt x="1125253" y="1557"/>
                  <a:pt x="1256287" y="0"/>
                </a:cubicBezTo>
                <a:cubicBezTo>
                  <a:pt x="1387321" y="-1557"/>
                  <a:pt x="1663779" y="-14732"/>
                  <a:pt x="1951254" y="0"/>
                </a:cubicBezTo>
                <a:cubicBezTo>
                  <a:pt x="2238729" y="14732"/>
                  <a:pt x="2415767" y="8991"/>
                  <a:pt x="2672950" y="0"/>
                </a:cubicBezTo>
                <a:cubicBezTo>
                  <a:pt x="2688835" y="205006"/>
                  <a:pt x="2666048" y="303734"/>
                  <a:pt x="2672950" y="600517"/>
                </a:cubicBezTo>
                <a:cubicBezTo>
                  <a:pt x="2679852" y="897300"/>
                  <a:pt x="2680986" y="934552"/>
                  <a:pt x="2672950" y="1231059"/>
                </a:cubicBezTo>
                <a:cubicBezTo>
                  <a:pt x="2664914" y="1527566"/>
                  <a:pt x="2685617" y="1701047"/>
                  <a:pt x="2672950" y="1861602"/>
                </a:cubicBezTo>
                <a:cubicBezTo>
                  <a:pt x="2660283" y="2022157"/>
                  <a:pt x="2653299" y="2213936"/>
                  <a:pt x="2672950" y="2402067"/>
                </a:cubicBezTo>
                <a:cubicBezTo>
                  <a:pt x="2692601" y="2590199"/>
                  <a:pt x="2677615" y="2800400"/>
                  <a:pt x="2672950" y="3002584"/>
                </a:cubicBezTo>
                <a:cubicBezTo>
                  <a:pt x="2441495" y="2991756"/>
                  <a:pt x="2318494" y="2986835"/>
                  <a:pt x="1977983" y="3002584"/>
                </a:cubicBezTo>
                <a:cubicBezTo>
                  <a:pt x="1637472" y="3018333"/>
                  <a:pt x="1515004" y="3000063"/>
                  <a:pt x="1256287" y="3002584"/>
                </a:cubicBezTo>
                <a:cubicBezTo>
                  <a:pt x="997570" y="3005105"/>
                  <a:pt x="920766" y="2995851"/>
                  <a:pt x="668238" y="3002584"/>
                </a:cubicBezTo>
                <a:cubicBezTo>
                  <a:pt x="415710" y="3009317"/>
                  <a:pt x="147611" y="2987797"/>
                  <a:pt x="0" y="3002584"/>
                </a:cubicBezTo>
                <a:cubicBezTo>
                  <a:pt x="-15017" y="2721601"/>
                  <a:pt x="28308" y="2704918"/>
                  <a:pt x="0" y="2432093"/>
                </a:cubicBezTo>
                <a:cubicBezTo>
                  <a:pt x="-28308" y="2159268"/>
                  <a:pt x="-16293" y="1962061"/>
                  <a:pt x="0" y="1831576"/>
                </a:cubicBezTo>
                <a:cubicBezTo>
                  <a:pt x="16293" y="1701091"/>
                  <a:pt x="-21277" y="1491980"/>
                  <a:pt x="0" y="1201034"/>
                </a:cubicBezTo>
                <a:cubicBezTo>
                  <a:pt x="21277" y="910088"/>
                  <a:pt x="-767" y="825728"/>
                  <a:pt x="0" y="570491"/>
                </a:cubicBezTo>
                <a:cubicBezTo>
                  <a:pt x="767" y="315254"/>
                  <a:pt x="25640" y="216613"/>
                  <a:pt x="0" y="0"/>
                </a:cubicBezTo>
                <a:close/>
              </a:path>
            </a:pathLst>
          </a:custGeom>
          <a:solidFill>
            <a:srgbClr val="FAF6EF"/>
          </a:solidFill>
          <a:ln w="28575">
            <a:solidFill>
              <a:srgbClr val="EECEAA"/>
            </a:solidFill>
            <a:extLst>
              <a:ext uri="{C807C97D-BFC1-408E-A445-0C87EB9F89A2}">
                <ask:lineSketchStyleProps xmlns:ask="http://schemas.microsoft.com/office/drawing/2018/sketchyshapes" sd="3750109198">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79" name="Rettangolo 378">
            <a:extLst>
              <a:ext uri="{FF2B5EF4-FFF2-40B4-BE49-F238E27FC236}">
                <a16:creationId xmlns:a16="http://schemas.microsoft.com/office/drawing/2014/main" id="{A8C150CB-5623-406C-20E6-0AF4D17E390E}"/>
              </a:ext>
            </a:extLst>
          </p:cNvPr>
          <p:cNvSpPr/>
          <p:nvPr/>
        </p:nvSpPr>
        <p:spPr>
          <a:xfrm>
            <a:off x="3864417" y="4031576"/>
            <a:ext cx="144000" cy="576000"/>
          </a:xfrm>
          <a:prstGeom prst="rect">
            <a:avLst/>
          </a:prstGeom>
          <a:solidFill>
            <a:srgbClr val="FAF6EF"/>
          </a:solid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2" name="Rettangolo 381">
            <a:extLst>
              <a:ext uri="{FF2B5EF4-FFF2-40B4-BE49-F238E27FC236}">
                <a16:creationId xmlns:a16="http://schemas.microsoft.com/office/drawing/2014/main" id="{83B172D8-FF66-14B1-C9CF-47D95A5429D6}"/>
              </a:ext>
            </a:extLst>
          </p:cNvPr>
          <p:cNvSpPr/>
          <p:nvPr/>
        </p:nvSpPr>
        <p:spPr>
          <a:xfrm>
            <a:off x="5251702"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3" name="Rettangolo 382">
            <a:extLst>
              <a:ext uri="{FF2B5EF4-FFF2-40B4-BE49-F238E27FC236}">
                <a16:creationId xmlns:a16="http://schemas.microsoft.com/office/drawing/2014/main" id="{6B8E028B-8CBD-3BCD-8915-94A93D6F6BE0}"/>
              </a:ext>
            </a:extLst>
          </p:cNvPr>
          <p:cNvSpPr/>
          <p:nvPr/>
        </p:nvSpPr>
        <p:spPr>
          <a:xfrm>
            <a:off x="5395143"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4" name="Rettangolo 383">
            <a:extLst>
              <a:ext uri="{FF2B5EF4-FFF2-40B4-BE49-F238E27FC236}">
                <a16:creationId xmlns:a16="http://schemas.microsoft.com/office/drawing/2014/main" id="{82606289-76C9-AB74-E509-A03E9C619222}"/>
              </a:ext>
            </a:extLst>
          </p:cNvPr>
          <p:cNvSpPr/>
          <p:nvPr/>
        </p:nvSpPr>
        <p:spPr>
          <a:xfrm>
            <a:off x="5538584"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5" name="Rettangolo 384">
            <a:extLst>
              <a:ext uri="{FF2B5EF4-FFF2-40B4-BE49-F238E27FC236}">
                <a16:creationId xmlns:a16="http://schemas.microsoft.com/office/drawing/2014/main" id="{AE60C4C9-7186-368E-646E-626E9E844329}"/>
              </a:ext>
            </a:extLst>
          </p:cNvPr>
          <p:cNvSpPr/>
          <p:nvPr/>
        </p:nvSpPr>
        <p:spPr>
          <a:xfrm>
            <a:off x="5682025"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6" name="Rettangolo 385">
            <a:extLst>
              <a:ext uri="{FF2B5EF4-FFF2-40B4-BE49-F238E27FC236}">
                <a16:creationId xmlns:a16="http://schemas.microsoft.com/office/drawing/2014/main" id="{A29ABCF4-0504-EAA7-A1DD-4B4E90FFA063}"/>
              </a:ext>
            </a:extLst>
          </p:cNvPr>
          <p:cNvSpPr/>
          <p:nvPr/>
        </p:nvSpPr>
        <p:spPr>
          <a:xfrm>
            <a:off x="5825466"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7" name="Rettangolo 386">
            <a:extLst>
              <a:ext uri="{FF2B5EF4-FFF2-40B4-BE49-F238E27FC236}">
                <a16:creationId xmlns:a16="http://schemas.microsoft.com/office/drawing/2014/main" id="{8CDBF73F-4DFD-58D4-AE15-A91EEF2C7687}"/>
              </a:ext>
            </a:extLst>
          </p:cNvPr>
          <p:cNvSpPr/>
          <p:nvPr/>
        </p:nvSpPr>
        <p:spPr>
          <a:xfrm>
            <a:off x="5966489"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8" name="Rettangolo 387">
            <a:extLst>
              <a:ext uri="{FF2B5EF4-FFF2-40B4-BE49-F238E27FC236}">
                <a16:creationId xmlns:a16="http://schemas.microsoft.com/office/drawing/2014/main" id="{A14AA0E8-CD60-F16B-0B63-89760A568D38}"/>
              </a:ext>
            </a:extLst>
          </p:cNvPr>
          <p:cNvSpPr/>
          <p:nvPr/>
        </p:nvSpPr>
        <p:spPr>
          <a:xfrm>
            <a:off x="6109930"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9" name="Rettangolo 388">
            <a:extLst>
              <a:ext uri="{FF2B5EF4-FFF2-40B4-BE49-F238E27FC236}">
                <a16:creationId xmlns:a16="http://schemas.microsoft.com/office/drawing/2014/main" id="{54CED9E7-C54B-82C0-31BC-CB4EB8E50D2E}"/>
              </a:ext>
            </a:extLst>
          </p:cNvPr>
          <p:cNvSpPr/>
          <p:nvPr/>
        </p:nvSpPr>
        <p:spPr>
          <a:xfrm>
            <a:off x="6253369" y="390759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98" name="Rettangolo 397">
            <a:extLst>
              <a:ext uri="{FF2B5EF4-FFF2-40B4-BE49-F238E27FC236}">
                <a16:creationId xmlns:a16="http://schemas.microsoft.com/office/drawing/2014/main" id="{FBEE4227-6610-5059-702F-26DB9D417560}"/>
              </a:ext>
            </a:extLst>
          </p:cNvPr>
          <p:cNvSpPr/>
          <p:nvPr/>
        </p:nvSpPr>
        <p:spPr>
          <a:xfrm>
            <a:off x="5251702"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99" name="Rettangolo 398">
            <a:extLst>
              <a:ext uri="{FF2B5EF4-FFF2-40B4-BE49-F238E27FC236}">
                <a16:creationId xmlns:a16="http://schemas.microsoft.com/office/drawing/2014/main" id="{ABC5F20B-A0B0-4F1D-9055-70C9F0E25E90}"/>
              </a:ext>
            </a:extLst>
          </p:cNvPr>
          <p:cNvSpPr/>
          <p:nvPr/>
        </p:nvSpPr>
        <p:spPr>
          <a:xfrm>
            <a:off x="5395143"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0" name="Rettangolo 399">
            <a:extLst>
              <a:ext uri="{FF2B5EF4-FFF2-40B4-BE49-F238E27FC236}">
                <a16:creationId xmlns:a16="http://schemas.microsoft.com/office/drawing/2014/main" id="{912355B4-55E6-8F39-97E9-F9B5DE2C52A1}"/>
              </a:ext>
            </a:extLst>
          </p:cNvPr>
          <p:cNvSpPr/>
          <p:nvPr/>
        </p:nvSpPr>
        <p:spPr>
          <a:xfrm>
            <a:off x="5538584"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1" name="Rettangolo 400">
            <a:extLst>
              <a:ext uri="{FF2B5EF4-FFF2-40B4-BE49-F238E27FC236}">
                <a16:creationId xmlns:a16="http://schemas.microsoft.com/office/drawing/2014/main" id="{FF300C8A-E507-7903-F478-306F9D5BF8D8}"/>
              </a:ext>
            </a:extLst>
          </p:cNvPr>
          <p:cNvSpPr/>
          <p:nvPr/>
        </p:nvSpPr>
        <p:spPr>
          <a:xfrm>
            <a:off x="5682025"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2" name="Rettangolo 401">
            <a:extLst>
              <a:ext uri="{FF2B5EF4-FFF2-40B4-BE49-F238E27FC236}">
                <a16:creationId xmlns:a16="http://schemas.microsoft.com/office/drawing/2014/main" id="{9717BF63-AF95-BA3C-5FA7-A4505B6ECCB9}"/>
              </a:ext>
            </a:extLst>
          </p:cNvPr>
          <p:cNvSpPr/>
          <p:nvPr/>
        </p:nvSpPr>
        <p:spPr>
          <a:xfrm>
            <a:off x="5825466"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3" name="Rettangolo 402">
            <a:extLst>
              <a:ext uri="{FF2B5EF4-FFF2-40B4-BE49-F238E27FC236}">
                <a16:creationId xmlns:a16="http://schemas.microsoft.com/office/drawing/2014/main" id="{5BC2580C-5611-6FBA-0F45-4DACD7D823BB}"/>
              </a:ext>
            </a:extLst>
          </p:cNvPr>
          <p:cNvSpPr/>
          <p:nvPr/>
        </p:nvSpPr>
        <p:spPr>
          <a:xfrm>
            <a:off x="5966489"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4" name="Rettangolo 403">
            <a:extLst>
              <a:ext uri="{FF2B5EF4-FFF2-40B4-BE49-F238E27FC236}">
                <a16:creationId xmlns:a16="http://schemas.microsoft.com/office/drawing/2014/main" id="{6193C1F9-D070-BFFF-7F4B-191C5645735F}"/>
              </a:ext>
            </a:extLst>
          </p:cNvPr>
          <p:cNvSpPr/>
          <p:nvPr/>
        </p:nvSpPr>
        <p:spPr>
          <a:xfrm>
            <a:off x="6109930"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5" name="Rettangolo 404">
            <a:extLst>
              <a:ext uri="{FF2B5EF4-FFF2-40B4-BE49-F238E27FC236}">
                <a16:creationId xmlns:a16="http://schemas.microsoft.com/office/drawing/2014/main" id="{56A8A8D5-6509-A41D-550B-A712538DC174}"/>
              </a:ext>
            </a:extLst>
          </p:cNvPr>
          <p:cNvSpPr/>
          <p:nvPr/>
        </p:nvSpPr>
        <p:spPr>
          <a:xfrm>
            <a:off x="6253369" y="4535622"/>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6" name="Rettangolo 405">
            <a:extLst>
              <a:ext uri="{FF2B5EF4-FFF2-40B4-BE49-F238E27FC236}">
                <a16:creationId xmlns:a16="http://schemas.microsoft.com/office/drawing/2014/main" id="{83D8D5FA-C411-ED3E-FAF7-ED507E7CD677}"/>
              </a:ext>
            </a:extLst>
          </p:cNvPr>
          <p:cNvSpPr/>
          <p:nvPr/>
        </p:nvSpPr>
        <p:spPr>
          <a:xfrm>
            <a:off x="5251702"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7" name="Rettangolo 406">
            <a:extLst>
              <a:ext uri="{FF2B5EF4-FFF2-40B4-BE49-F238E27FC236}">
                <a16:creationId xmlns:a16="http://schemas.microsoft.com/office/drawing/2014/main" id="{176E4D13-40DE-535F-2DCD-374DB33470CC}"/>
              </a:ext>
            </a:extLst>
          </p:cNvPr>
          <p:cNvSpPr/>
          <p:nvPr/>
        </p:nvSpPr>
        <p:spPr>
          <a:xfrm>
            <a:off x="5395143"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8" name="Rettangolo 407">
            <a:extLst>
              <a:ext uri="{FF2B5EF4-FFF2-40B4-BE49-F238E27FC236}">
                <a16:creationId xmlns:a16="http://schemas.microsoft.com/office/drawing/2014/main" id="{E1195B8F-C678-6A8D-EC9D-D65363877F7B}"/>
              </a:ext>
            </a:extLst>
          </p:cNvPr>
          <p:cNvSpPr/>
          <p:nvPr/>
        </p:nvSpPr>
        <p:spPr>
          <a:xfrm>
            <a:off x="5538584"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9" name="Rettangolo 408">
            <a:extLst>
              <a:ext uri="{FF2B5EF4-FFF2-40B4-BE49-F238E27FC236}">
                <a16:creationId xmlns:a16="http://schemas.microsoft.com/office/drawing/2014/main" id="{770D8236-07D1-4BD5-8093-2D72EEA705B4}"/>
              </a:ext>
            </a:extLst>
          </p:cNvPr>
          <p:cNvSpPr/>
          <p:nvPr/>
        </p:nvSpPr>
        <p:spPr>
          <a:xfrm>
            <a:off x="5682025"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0" name="Rettangolo 409">
            <a:extLst>
              <a:ext uri="{FF2B5EF4-FFF2-40B4-BE49-F238E27FC236}">
                <a16:creationId xmlns:a16="http://schemas.microsoft.com/office/drawing/2014/main" id="{88B73B92-C46E-9D87-12C7-0852FF5105ED}"/>
              </a:ext>
            </a:extLst>
          </p:cNvPr>
          <p:cNvSpPr/>
          <p:nvPr/>
        </p:nvSpPr>
        <p:spPr>
          <a:xfrm>
            <a:off x="5825466"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1" name="Rettangolo 410">
            <a:extLst>
              <a:ext uri="{FF2B5EF4-FFF2-40B4-BE49-F238E27FC236}">
                <a16:creationId xmlns:a16="http://schemas.microsoft.com/office/drawing/2014/main" id="{8D3C2C43-A8D8-E8D7-5F3A-25682AD342F2}"/>
              </a:ext>
            </a:extLst>
          </p:cNvPr>
          <p:cNvSpPr/>
          <p:nvPr/>
        </p:nvSpPr>
        <p:spPr>
          <a:xfrm>
            <a:off x="5966489"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2" name="Rettangolo 411">
            <a:extLst>
              <a:ext uri="{FF2B5EF4-FFF2-40B4-BE49-F238E27FC236}">
                <a16:creationId xmlns:a16="http://schemas.microsoft.com/office/drawing/2014/main" id="{4B564F52-F8BE-4CCC-F29E-6E62F6C06CA9}"/>
              </a:ext>
            </a:extLst>
          </p:cNvPr>
          <p:cNvSpPr/>
          <p:nvPr/>
        </p:nvSpPr>
        <p:spPr>
          <a:xfrm>
            <a:off x="6109930"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3" name="Rettangolo 412">
            <a:extLst>
              <a:ext uri="{FF2B5EF4-FFF2-40B4-BE49-F238E27FC236}">
                <a16:creationId xmlns:a16="http://schemas.microsoft.com/office/drawing/2014/main" id="{DB866284-B384-16FF-521E-E06E0D61C43C}"/>
              </a:ext>
            </a:extLst>
          </p:cNvPr>
          <p:cNvSpPr/>
          <p:nvPr/>
        </p:nvSpPr>
        <p:spPr>
          <a:xfrm>
            <a:off x="6253369" y="5157057"/>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4" name="Rettangolo 413">
            <a:extLst>
              <a:ext uri="{FF2B5EF4-FFF2-40B4-BE49-F238E27FC236}">
                <a16:creationId xmlns:a16="http://schemas.microsoft.com/office/drawing/2014/main" id="{3587BD26-1B05-A0E8-D162-423ADC964E3D}"/>
              </a:ext>
            </a:extLst>
          </p:cNvPr>
          <p:cNvSpPr/>
          <p:nvPr/>
        </p:nvSpPr>
        <p:spPr>
          <a:xfrm>
            <a:off x="5251702"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5" name="Rettangolo 414">
            <a:extLst>
              <a:ext uri="{FF2B5EF4-FFF2-40B4-BE49-F238E27FC236}">
                <a16:creationId xmlns:a16="http://schemas.microsoft.com/office/drawing/2014/main" id="{D98569D3-418E-F604-4EB7-0C56BDD4CDAD}"/>
              </a:ext>
            </a:extLst>
          </p:cNvPr>
          <p:cNvSpPr/>
          <p:nvPr/>
        </p:nvSpPr>
        <p:spPr>
          <a:xfrm>
            <a:off x="5395143"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6" name="Rettangolo 415">
            <a:extLst>
              <a:ext uri="{FF2B5EF4-FFF2-40B4-BE49-F238E27FC236}">
                <a16:creationId xmlns:a16="http://schemas.microsoft.com/office/drawing/2014/main" id="{E8229086-DAA7-816A-DE44-0986EE5618F5}"/>
              </a:ext>
            </a:extLst>
          </p:cNvPr>
          <p:cNvSpPr/>
          <p:nvPr/>
        </p:nvSpPr>
        <p:spPr>
          <a:xfrm>
            <a:off x="5538584"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7" name="Rettangolo 416">
            <a:extLst>
              <a:ext uri="{FF2B5EF4-FFF2-40B4-BE49-F238E27FC236}">
                <a16:creationId xmlns:a16="http://schemas.microsoft.com/office/drawing/2014/main" id="{A311B60B-924C-C77D-D8BF-1CE3412CF6C7}"/>
              </a:ext>
            </a:extLst>
          </p:cNvPr>
          <p:cNvSpPr/>
          <p:nvPr/>
        </p:nvSpPr>
        <p:spPr>
          <a:xfrm>
            <a:off x="5682025"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8" name="Rettangolo 417">
            <a:extLst>
              <a:ext uri="{FF2B5EF4-FFF2-40B4-BE49-F238E27FC236}">
                <a16:creationId xmlns:a16="http://schemas.microsoft.com/office/drawing/2014/main" id="{0CD8042E-3B58-78D2-4CD8-A5BDBEE082C5}"/>
              </a:ext>
            </a:extLst>
          </p:cNvPr>
          <p:cNvSpPr/>
          <p:nvPr/>
        </p:nvSpPr>
        <p:spPr>
          <a:xfrm>
            <a:off x="5825466"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9" name="Rettangolo 418">
            <a:extLst>
              <a:ext uri="{FF2B5EF4-FFF2-40B4-BE49-F238E27FC236}">
                <a16:creationId xmlns:a16="http://schemas.microsoft.com/office/drawing/2014/main" id="{7EB22E82-82B4-6561-02CA-E529DF726D51}"/>
              </a:ext>
            </a:extLst>
          </p:cNvPr>
          <p:cNvSpPr/>
          <p:nvPr/>
        </p:nvSpPr>
        <p:spPr>
          <a:xfrm>
            <a:off x="5966489"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0" name="Rettangolo 419">
            <a:extLst>
              <a:ext uri="{FF2B5EF4-FFF2-40B4-BE49-F238E27FC236}">
                <a16:creationId xmlns:a16="http://schemas.microsoft.com/office/drawing/2014/main" id="{30CA3C9B-7CE0-BE8F-DB7D-A88892337074}"/>
              </a:ext>
            </a:extLst>
          </p:cNvPr>
          <p:cNvSpPr/>
          <p:nvPr/>
        </p:nvSpPr>
        <p:spPr>
          <a:xfrm>
            <a:off x="6109930"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1" name="Rettangolo 420">
            <a:extLst>
              <a:ext uri="{FF2B5EF4-FFF2-40B4-BE49-F238E27FC236}">
                <a16:creationId xmlns:a16="http://schemas.microsoft.com/office/drawing/2014/main" id="{ABD719E1-7AAA-006B-40D0-3D0A966900E1}"/>
              </a:ext>
            </a:extLst>
          </p:cNvPr>
          <p:cNvSpPr/>
          <p:nvPr/>
        </p:nvSpPr>
        <p:spPr>
          <a:xfrm>
            <a:off x="6253369" y="578508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2" name="CasellaDiTesto 421">
            <a:extLst>
              <a:ext uri="{FF2B5EF4-FFF2-40B4-BE49-F238E27FC236}">
                <a16:creationId xmlns:a16="http://schemas.microsoft.com/office/drawing/2014/main" id="{E1B4C437-82A4-B9D9-0E7F-DE33B5CAD8EA}"/>
              </a:ext>
            </a:extLst>
          </p:cNvPr>
          <p:cNvSpPr txBox="1"/>
          <p:nvPr/>
        </p:nvSpPr>
        <p:spPr>
          <a:xfrm>
            <a:off x="4518595" y="5010827"/>
            <a:ext cx="346570" cy="238527"/>
          </a:xfrm>
          <a:prstGeom prst="rect">
            <a:avLst/>
          </a:prstGeom>
          <a:noFill/>
        </p:spPr>
        <p:txBody>
          <a:bodyPr wrap="none" rtlCol="0">
            <a:spAutoFit/>
          </a:bodyPr>
          <a:lstStyle/>
          <a:p>
            <a:r>
              <a:rPr lang="it-IT" sz="950" dirty="0">
                <a:solidFill>
                  <a:srgbClr val="795548"/>
                </a:solidFill>
              </a:rPr>
              <a:t>4M</a:t>
            </a:r>
          </a:p>
        </p:txBody>
      </p:sp>
      <p:sp>
        <p:nvSpPr>
          <p:cNvPr id="423" name="CasellaDiTesto 422">
            <a:extLst>
              <a:ext uri="{FF2B5EF4-FFF2-40B4-BE49-F238E27FC236}">
                <a16:creationId xmlns:a16="http://schemas.microsoft.com/office/drawing/2014/main" id="{7A352FC0-8469-E16A-F9E7-394856D40C5E}"/>
              </a:ext>
            </a:extLst>
          </p:cNvPr>
          <p:cNvSpPr txBox="1"/>
          <p:nvPr/>
        </p:nvSpPr>
        <p:spPr>
          <a:xfrm>
            <a:off x="5499488" y="3410831"/>
            <a:ext cx="638316" cy="238527"/>
          </a:xfrm>
          <a:prstGeom prst="rect">
            <a:avLst/>
          </a:prstGeom>
          <a:noFill/>
        </p:spPr>
        <p:txBody>
          <a:bodyPr wrap="none" rtlCol="0">
            <a:spAutoFit/>
          </a:bodyPr>
          <a:lstStyle/>
          <a:p>
            <a:pPr algn="ctr"/>
            <a:r>
              <a:rPr lang="it-IT" sz="950" dirty="0">
                <a:solidFill>
                  <a:srgbClr val="795548"/>
                </a:solidFill>
              </a:rPr>
              <a:t>8 (</a:t>
            </a:r>
            <a:r>
              <a:rPr lang="it-IT" sz="950" dirty="0">
                <a:solidFill>
                  <a:schemeClr val="accent6">
                    <a:lumMod val="75000"/>
                  </a:schemeClr>
                </a:solidFill>
              </a:rPr>
              <a:t>1byte</a:t>
            </a:r>
            <a:r>
              <a:rPr lang="it-IT" sz="950" dirty="0">
                <a:solidFill>
                  <a:srgbClr val="795548"/>
                </a:solidFill>
              </a:rPr>
              <a:t>)</a:t>
            </a:r>
          </a:p>
        </p:txBody>
      </p:sp>
      <p:sp>
        <p:nvSpPr>
          <p:cNvPr id="424" name="Rettangolo 423">
            <a:extLst>
              <a:ext uri="{FF2B5EF4-FFF2-40B4-BE49-F238E27FC236}">
                <a16:creationId xmlns:a16="http://schemas.microsoft.com/office/drawing/2014/main" id="{77F579FA-A77B-D104-E911-D4369688C160}"/>
              </a:ext>
            </a:extLst>
          </p:cNvPr>
          <p:cNvSpPr/>
          <p:nvPr/>
        </p:nvSpPr>
        <p:spPr>
          <a:xfrm>
            <a:off x="5306480" y="3171143"/>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5" name="Rettangolo 424">
            <a:extLst>
              <a:ext uri="{FF2B5EF4-FFF2-40B4-BE49-F238E27FC236}">
                <a16:creationId xmlns:a16="http://schemas.microsoft.com/office/drawing/2014/main" id="{E927162B-2251-0E7B-A44D-1A5041AFDCA5}"/>
              </a:ext>
            </a:extLst>
          </p:cNvPr>
          <p:cNvSpPr/>
          <p:nvPr/>
        </p:nvSpPr>
        <p:spPr>
          <a:xfrm>
            <a:off x="6374666" y="3171143"/>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6" name="Rettangolo 425">
            <a:extLst>
              <a:ext uri="{FF2B5EF4-FFF2-40B4-BE49-F238E27FC236}">
                <a16:creationId xmlns:a16="http://schemas.microsoft.com/office/drawing/2014/main" id="{3D5C22C3-ED5B-093D-79C2-61D5E382ECD6}"/>
              </a:ext>
            </a:extLst>
          </p:cNvPr>
          <p:cNvSpPr/>
          <p:nvPr/>
        </p:nvSpPr>
        <p:spPr>
          <a:xfrm>
            <a:off x="6404101" y="3190587"/>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7" name="Rettangolo 426">
            <a:extLst>
              <a:ext uri="{FF2B5EF4-FFF2-40B4-BE49-F238E27FC236}">
                <a16:creationId xmlns:a16="http://schemas.microsoft.com/office/drawing/2014/main" id="{A8DB8518-DDF4-0744-9FAA-4CD97D532C2D}"/>
              </a:ext>
            </a:extLst>
          </p:cNvPr>
          <p:cNvSpPr/>
          <p:nvPr/>
        </p:nvSpPr>
        <p:spPr>
          <a:xfrm>
            <a:off x="6560275" y="3190587"/>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6" name="CasellaDiTesto 445">
            <a:extLst>
              <a:ext uri="{FF2B5EF4-FFF2-40B4-BE49-F238E27FC236}">
                <a16:creationId xmlns:a16="http://schemas.microsoft.com/office/drawing/2014/main" id="{24829805-CE13-E710-E42C-4BA8B5DCA497}"/>
              </a:ext>
            </a:extLst>
          </p:cNvPr>
          <p:cNvSpPr txBox="1"/>
          <p:nvPr/>
        </p:nvSpPr>
        <p:spPr>
          <a:xfrm>
            <a:off x="1807623" y="4694502"/>
            <a:ext cx="144000" cy="238527"/>
          </a:xfrm>
          <a:prstGeom prst="rect">
            <a:avLst/>
          </a:prstGeom>
          <a:noFill/>
        </p:spPr>
        <p:txBody>
          <a:bodyPr wrap="square" lIns="0" rIns="0" rtlCol="0">
            <a:spAutoFit/>
          </a:bodyPr>
          <a:lstStyle/>
          <a:p>
            <a:pPr algn="ctr"/>
            <a:r>
              <a:rPr lang="it-IT" sz="950" dirty="0">
                <a:solidFill>
                  <a:srgbClr val="795548"/>
                </a:solidFill>
              </a:rPr>
              <a:t>…</a:t>
            </a:r>
          </a:p>
        </p:txBody>
      </p:sp>
      <p:sp>
        <p:nvSpPr>
          <p:cNvPr id="448" name="CasellaDiTesto 447">
            <a:extLst>
              <a:ext uri="{FF2B5EF4-FFF2-40B4-BE49-F238E27FC236}">
                <a16:creationId xmlns:a16="http://schemas.microsoft.com/office/drawing/2014/main" id="{4E175A37-804D-EB67-A351-86F76F61F30C}"/>
              </a:ext>
            </a:extLst>
          </p:cNvPr>
          <p:cNvSpPr txBox="1"/>
          <p:nvPr/>
        </p:nvSpPr>
        <p:spPr>
          <a:xfrm>
            <a:off x="488746" y="4276509"/>
            <a:ext cx="956401" cy="384721"/>
          </a:xfrm>
          <a:prstGeom prst="rect">
            <a:avLst/>
          </a:prstGeom>
          <a:noFill/>
          <a:ln w="28575">
            <a:solidFill>
              <a:srgbClr val="F2AA84"/>
            </a:solidFill>
          </a:ln>
        </p:spPr>
        <p:txBody>
          <a:bodyPr wrap="square" rtlCol="0">
            <a:spAutoFit/>
          </a:bodyPr>
          <a:lstStyle/>
          <a:p>
            <a:pPr algn="ctr"/>
            <a:r>
              <a:rPr lang="it-IT" sz="950" dirty="0">
                <a:solidFill>
                  <a:srgbClr val="795548"/>
                </a:solidFill>
              </a:rPr>
              <a:t>20 bit indirizzamento</a:t>
            </a:r>
          </a:p>
        </p:txBody>
      </p:sp>
      <p:cxnSp>
        <p:nvCxnSpPr>
          <p:cNvPr id="450" name="Connettore diritto 449">
            <a:extLst>
              <a:ext uri="{FF2B5EF4-FFF2-40B4-BE49-F238E27FC236}">
                <a16:creationId xmlns:a16="http://schemas.microsoft.com/office/drawing/2014/main" id="{4635D9F1-162C-1420-7CC5-D224B8D97300}"/>
              </a:ext>
            </a:extLst>
          </p:cNvPr>
          <p:cNvCxnSpPr>
            <a:cxnSpLocks/>
          </p:cNvCxnSpPr>
          <p:nvPr/>
        </p:nvCxnSpPr>
        <p:spPr>
          <a:xfrm>
            <a:off x="1023855" y="4793960"/>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2" name="Connettore diritto 451">
            <a:extLst>
              <a:ext uri="{FF2B5EF4-FFF2-40B4-BE49-F238E27FC236}">
                <a16:creationId xmlns:a16="http://schemas.microsoft.com/office/drawing/2014/main" id="{26766FA1-ED54-AB9A-0BB9-F17BAC4AAEEE}"/>
              </a:ext>
            </a:extLst>
          </p:cNvPr>
          <p:cNvCxnSpPr>
            <a:cxnSpLocks/>
          </p:cNvCxnSpPr>
          <p:nvPr/>
        </p:nvCxnSpPr>
        <p:spPr>
          <a:xfrm flipV="1">
            <a:off x="1431654" y="4488281"/>
            <a:ext cx="223007" cy="305679"/>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5" name="Connettore diritto 454">
            <a:extLst>
              <a:ext uri="{FF2B5EF4-FFF2-40B4-BE49-F238E27FC236}">
                <a16:creationId xmlns:a16="http://schemas.microsoft.com/office/drawing/2014/main" id="{13BCB9B2-2BBD-B89E-2068-C1E63ED8EAAA}"/>
              </a:ext>
            </a:extLst>
          </p:cNvPr>
          <p:cNvCxnSpPr>
            <a:cxnSpLocks/>
          </p:cNvCxnSpPr>
          <p:nvPr/>
        </p:nvCxnSpPr>
        <p:spPr>
          <a:xfrm flipV="1">
            <a:off x="1431653" y="4702117"/>
            <a:ext cx="217030" cy="14036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6" name="Connettore diritto 455">
            <a:extLst>
              <a:ext uri="{FF2B5EF4-FFF2-40B4-BE49-F238E27FC236}">
                <a16:creationId xmlns:a16="http://schemas.microsoft.com/office/drawing/2014/main" id="{7A4A7BB3-1FA4-B5D3-1616-3974529050CE}"/>
              </a:ext>
            </a:extLst>
          </p:cNvPr>
          <p:cNvCxnSpPr>
            <a:cxnSpLocks/>
          </p:cNvCxnSpPr>
          <p:nvPr/>
        </p:nvCxnSpPr>
        <p:spPr>
          <a:xfrm>
            <a:off x="1023855" y="4838294"/>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7" name="Connettore diritto 456">
            <a:extLst>
              <a:ext uri="{FF2B5EF4-FFF2-40B4-BE49-F238E27FC236}">
                <a16:creationId xmlns:a16="http://schemas.microsoft.com/office/drawing/2014/main" id="{00A17CC6-07F3-4887-BDA9-09D275FD29DE}"/>
              </a:ext>
            </a:extLst>
          </p:cNvPr>
          <p:cNvCxnSpPr>
            <a:cxnSpLocks/>
          </p:cNvCxnSpPr>
          <p:nvPr/>
        </p:nvCxnSpPr>
        <p:spPr>
          <a:xfrm>
            <a:off x="1018990" y="4887064"/>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8" name="Connettore diritto 457">
            <a:extLst>
              <a:ext uri="{FF2B5EF4-FFF2-40B4-BE49-F238E27FC236}">
                <a16:creationId xmlns:a16="http://schemas.microsoft.com/office/drawing/2014/main" id="{5E8F8A7A-B814-284A-DF81-F9170748CE88}"/>
              </a:ext>
            </a:extLst>
          </p:cNvPr>
          <p:cNvCxnSpPr>
            <a:cxnSpLocks/>
          </p:cNvCxnSpPr>
          <p:nvPr/>
        </p:nvCxnSpPr>
        <p:spPr>
          <a:xfrm>
            <a:off x="1018990" y="4931028"/>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9" name="Connettore diritto 458">
            <a:extLst>
              <a:ext uri="{FF2B5EF4-FFF2-40B4-BE49-F238E27FC236}">
                <a16:creationId xmlns:a16="http://schemas.microsoft.com/office/drawing/2014/main" id="{09F6C1C6-6AE9-01EA-061B-4B846E235F8A}"/>
              </a:ext>
            </a:extLst>
          </p:cNvPr>
          <p:cNvCxnSpPr>
            <a:cxnSpLocks/>
          </p:cNvCxnSpPr>
          <p:nvPr/>
        </p:nvCxnSpPr>
        <p:spPr>
          <a:xfrm flipH="1" flipV="1">
            <a:off x="1421369" y="4925715"/>
            <a:ext cx="223007" cy="305679"/>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60" name="Connettore diritto 459">
            <a:extLst>
              <a:ext uri="{FF2B5EF4-FFF2-40B4-BE49-F238E27FC236}">
                <a16:creationId xmlns:a16="http://schemas.microsoft.com/office/drawing/2014/main" id="{53EA4DA9-CA83-9A15-A99D-2DA24BECC1B5}"/>
              </a:ext>
            </a:extLst>
          </p:cNvPr>
          <p:cNvCxnSpPr>
            <a:cxnSpLocks/>
          </p:cNvCxnSpPr>
          <p:nvPr/>
        </p:nvCxnSpPr>
        <p:spPr>
          <a:xfrm flipH="1" flipV="1">
            <a:off x="1428825" y="4886891"/>
            <a:ext cx="223007" cy="11204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grpSp>
        <p:nvGrpSpPr>
          <p:cNvPr id="330" name="Gruppo 329">
            <a:extLst>
              <a:ext uri="{FF2B5EF4-FFF2-40B4-BE49-F238E27FC236}">
                <a16:creationId xmlns:a16="http://schemas.microsoft.com/office/drawing/2014/main" id="{65C74E02-8ED0-B22A-A70C-9F7C9D67D21C}"/>
              </a:ext>
            </a:extLst>
          </p:cNvPr>
          <p:cNvGrpSpPr/>
          <p:nvPr/>
        </p:nvGrpSpPr>
        <p:grpSpPr>
          <a:xfrm>
            <a:off x="1654662" y="3871790"/>
            <a:ext cx="479120" cy="1916480"/>
            <a:chOff x="5611826" y="4053207"/>
            <a:chExt cx="237566" cy="950265"/>
          </a:xfrm>
        </p:grpSpPr>
        <p:sp>
          <p:nvSpPr>
            <p:cNvPr id="331" name="Rettangolo 330">
              <a:extLst>
                <a:ext uri="{FF2B5EF4-FFF2-40B4-BE49-F238E27FC236}">
                  <a16:creationId xmlns:a16="http://schemas.microsoft.com/office/drawing/2014/main" id="{1261BBBA-CE93-6307-C467-B27C93C992B8}"/>
                </a:ext>
              </a:extLst>
            </p:cNvPr>
            <p:cNvSpPr/>
            <p:nvPr/>
          </p:nvSpPr>
          <p:spPr>
            <a:xfrm>
              <a:off x="5611826" y="4053207"/>
              <a:ext cx="237566" cy="950265"/>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332" name="Rettangolo con angoli arrotondati 331">
              <a:extLst>
                <a:ext uri="{FF2B5EF4-FFF2-40B4-BE49-F238E27FC236}">
                  <a16:creationId xmlns:a16="http://schemas.microsoft.com/office/drawing/2014/main" id="{904FB8AC-087E-8CF5-87E5-8D44F7B2A217}"/>
                </a:ext>
              </a:extLst>
            </p:cNvPr>
            <p:cNvSpPr/>
            <p:nvPr/>
          </p:nvSpPr>
          <p:spPr>
            <a:xfrm>
              <a:off x="5642288" y="40899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3" name="Rettangolo con angoli arrotondati 332">
              <a:extLst>
                <a:ext uri="{FF2B5EF4-FFF2-40B4-BE49-F238E27FC236}">
                  <a16:creationId xmlns:a16="http://schemas.microsoft.com/office/drawing/2014/main" id="{74C0418C-1920-77E7-D54E-A442B063E55A}"/>
                </a:ext>
              </a:extLst>
            </p:cNvPr>
            <p:cNvSpPr/>
            <p:nvPr/>
          </p:nvSpPr>
          <p:spPr>
            <a:xfrm>
              <a:off x="5642288" y="41597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4" name="Rettangolo con angoli arrotondati 333">
              <a:extLst>
                <a:ext uri="{FF2B5EF4-FFF2-40B4-BE49-F238E27FC236}">
                  <a16:creationId xmlns:a16="http://schemas.microsoft.com/office/drawing/2014/main" id="{43F6EBB7-9CE1-8935-EF72-08BEDD1322CB}"/>
                </a:ext>
              </a:extLst>
            </p:cNvPr>
            <p:cNvSpPr/>
            <p:nvPr/>
          </p:nvSpPr>
          <p:spPr>
            <a:xfrm>
              <a:off x="5642288" y="42295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5" name="Rettangolo con angoli arrotondati 334">
              <a:extLst>
                <a:ext uri="{FF2B5EF4-FFF2-40B4-BE49-F238E27FC236}">
                  <a16:creationId xmlns:a16="http://schemas.microsoft.com/office/drawing/2014/main" id="{D7546937-A325-DFBD-B68D-F818CEA94042}"/>
                </a:ext>
              </a:extLst>
            </p:cNvPr>
            <p:cNvSpPr/>
            <p:nvPr/>
          </p:nvSpPr>
          <p:spPr>
            <a:xfrm>
              <a:off x="5642288" y="42992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6" name="Rettangolo con angoli arrotondati 335">
              <a:extLst>
                <a:ext uri="{FF2B5EF4-FFF2-40B4-BE49-F238E27FC236}">
                  <a16:creationId xmlns:a16="http://schemas.microsoft.com/office/drawing/2014/main" id="{748D17DC-3799-9E67-4B59-DAA5456D097C}"/>
                </a:ext>
              </a:extLst>
            </p:cNvPr>
            <p:cNvSpPr/>
            <p:nvPr/>
          </p:nvSpPr>
          <p:spPr>
            <a:xfrm>
              <a:off x="5642288" y="43690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7" name="Rettangolo con angoli arrotondati 336">
              <a:extLst>
                <a:ext uri="{FF2B5EF4-FFF2-40B4-BE49-F238E27FC236}">
                  <a16:creationId xmlns:a16="http://schemas.microsoft.com/office/drawing/2014/main" id="{5F1BD604-4718-2D8D-3D77-FBFE2A8270C5}"/>
                </a:ext>
              </a:extLst>
            </p:cNvPr>
            <p:cNvSpPr/>
            <p:nvPr/>
          </p:nvSpPr>
          <p:spPr>
            <a:xfrm>
              <a:off x="5642288" y="44388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9" name="Rettangolo con angoli arrotondati 338">
              <a:extLst>
                <a:ext uri="{FF2B5EF4-FFF2-40B4-BE49-F238E27FC236}">
                  <a16:creationId xmlns:a16="http://schemas.microsoft.com/office/drawing/2014/main" id="{DE02142A-CEAD-A42A-D2F7-60D8AFBF0952}"/>
                </a:ext>
              </a:extLst>
            </p:cNvPr>
            <p:cNvSpPr/>
            <p:nvPr/>
          </p:nvSpPr>
          <p:spPr>
            <a:xfrm>
              <a:off x="5642288" y="45784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0" name="Rettangolo con angoli arrotondati 339">
              <a:extLst>
                <a:ext uri="{FF2B5EF4-FFF2-40B4-BE49-F238E27FC236}">
                  <a16:creationId xmlns:a16="http://schemas.microsoft.com/office/drawing/2014/main" id="{3B5C971A-7416-9FEB-C5CB-DE6A73D6FCE9}"/>
                </a:ext>
              </a:extLst>
            </p:cNvPr>
            <p:cNvSpPr/>
            <p:nvPr/>
          </p:nvSpPr>
          <p:spPr>
            <a:xfrm>
              <a:off x="5642288" y="46481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1" name="Rettangolo con angoli arrotondati 340">
              <a:extLst>
                <a:ext uri="{FF2B5EF4-FFF2-40B4-BE49-F238E27FC236}">
                  <a16:creationId xmlns:a16="http://schemas.microsoft.com/office/drawing/2014/main" id="{D52AAD07-7E3C-87BF-D35B-EC613FC42D66}"/>
                </a:ext>
              </a:extLst>
            </p:cNvPr>
            <p:cNvSpPr/>
            <p:nvPr/>
          </p:nvSpPr>
          <p:spPr>
            <a:xfrm>
              <a:off x="5642288" y="47179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2" name="Rettangolo con angoli arrotondati 341">
              <a:extLst>
                <a:ext uri="{FF2B5EF4-FFF2-40B4-BE49-F238E27FC236}">
                  <a16:creationId xmlns:a16="http://schemas.microsoft.com/office/drawing/2014/main" id="{C67FDDF3-330A-EBBC-B492-4DC2584753BD}"/>
                </a:ext>
              </a:extLst>
            </p:cNvPr>
            <p:cNvSpPr/>
            <p:nvPr/>
          </p:nvSpPr>
          <p:spPr>
            <a:xfrm>
              <a:off x="5642288" y="47877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3" name="Rettangolo con angoli arrotondati 342">
              <a:extLst>
                <a:ext uri="{FF2B5EF4-FFF2-40B4-BE49-F238E27FC236}">
                  <a16:creationId xmlns:a16="http://schemas.microsoft.com/office/drawing/2014/main" id="{04A47AA0-EB69-48B6-B1D2-BB12424EB712}"/>
                </a:ext>
              </a:extLst>
            </p:cNvPr>
            <p:cNvSpPr/>
            <p:nvPr/>
          </p:nvSpPr>
          <p:spPr>
            <a:xfrm>
              <a:off x="5642288" y="48575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4" name="Rettangolo con angoli arrotondati 343">
              <a:extLst>
                <a:ext uri="{FF2B5EF4-FFF2-40B4-BE49-F238E27FC236}">
                  <a16:creationId xmlns:a16="http://schemas.microsoft.com/office/drawing/2014/main" id="{CAE8BD26-EE5D-86E8-EF2F-EB72F87C3468}"/>
                </a:ext>
              </a:extLst>
            </p:cNvPr>
            <p:cNvSpPr/>
            <p:nvPr/>
          </p:nvSpPr>
          <p:spPr>
            <a:xfrm>
              <a:off x="5642288" y="4927322"/>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cxnSp>
        <p:nvCxnSpPr>
          <p:cNvPr id="464" name="Connettore diritto 463">
            <a:extLst>
              <a:ext uri="{FF2B5EF4-FFF2-40B4-BE49-F238E27FC236}">
                <a16:creationId xmlns:a16="http://schemas.microsoft.com/office/drawing/2014/main" id="{FBC925DB-E1DF-8B7E-D9BA-731182289421}"/>
              </a:ext>
            </a:extLst>
          </p:cNvPr>
          <p:cNvCxnSpPr>
            <a:cxnSpLocks/>
            <a:stCxn id="379" idx="1"/>
          </p:cNvCxnSpPr>
          <p:nvPr/>
        </p:nvCxnSpPr>
        <p:spPr>
          <a:xfrm flipH="1" flipV="1">
            <a:off x="3635147" y="4313140"/>
            <a:ext cx="229270" cy="6436"/>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66" name="Connettore diritto 465">
            <a:extLst>
              <a:ext uri="{FF2B5EF4-FFF2-40B4-BE49-F238E27FC236}">
                <a16:creationId xmlns:a16="http://schemas.microsoft.com/office/drawing/2014/main" id="{26E81D6D-58B7-BC27-58A9-54D634EB9AE1}"/>
              </a:ext>
            </a:extLst>
          </p:cNvPr>
          <p:cNvCxnSpPr>
            <a:cxnSpLocks/>
          </p:cNvCxnSpPr>
          <p:nvPr/>
        </p:nvCxnSpPr>
        <p:spPr>
          <a:xfrm>
            <a:off x="3696327" y="4268918"/>
            <a:ext cx="58031" cy="85843"/>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67" name="CasellaDiTesto 466">
            <a:extLst>
              <a:ext uri="{FF2B5EF4-FFF2-40B4-BE49-F238E27FC236}">
                <a16:creationId xmlns:a16="http://schemas.microsoft.com/office/drawing/2014/main" id="{BE355BB3-3C74-1B2E-7167-27023F30E348}"/>
              </a:ext>
            </a:extLst>
          </p:cNvPr>
          <p:cNvSpPr txBox="1"/>
          <p:nvPr/>
        </p:nvSpPr>
        <p:spPr>
          <a:xfrm>
            <a:off x="3422659" y="4185640"/>
            <a:ext cx="144000" cy="238527"/>
          </a:xfrm>
          <a:prstGeom prst="rect">
            <a:avLst/>
          </a:prstGeom>
          <a:noFill/>
        </p:spPr>
        <p:txBody>
          <a:bodyPr wrap="square" lIns="0" rIns="0" rtlCol="0">
            <a:spAutoFit/>
          </a:bodyPr>
          <a:lstStyle/>
          <a:p>
            <a:pPr algn="ctr"/>
            <a:r>
              <a:rPr lang="it-IT" sz="950" dirty="0">
                <a:solidFill>
                  <a:srgbClr val="795548"/>
                </a:solidFill>
              </a:rPr>
              <a:t>20</a:t>
            </a:r>
          </a:p>
        </p:txBody>
      </p:sp>
      <p:cxnSp>
        <p:nvCxnSpPr>
          <p:cNvPr id="473" name="Connettore diritto 472">
            <a:extLst>
              <a:ext uri="{FF2B5EF4-FFF2-40B4-BE49-F238E27FC236}">
                <a16:creationId xmlns:a16="http://schemas.microsoft.com/office/drawing/2014/main" id="{2054E95B-8151-D58A-141D-6DA9B4E7AF61}"/>
              </a:ext>
            </a:extLst>
          </p:cNvPr>
          <p:cNvCxnSpPr>
            <a:cxnSpLocks/>
          </p:cNvCxnSpPr>
          <p:nvPr/>
        </p:nvCxnSpPr>
        <p:spPr>
          <a:xfrm flipH="1">
            <a:off x="2136808" y="4248331"/>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77" name="CasellaDiTesto 476">
            <a:extLst>
              <a:ext uri="{FF2B5EF4-FFF2-40B4-BE49-F238E27FC236}">
                <a16:creationId xmlns:a16="http://schemas.microsoft.com/office/drawing/2014/main" id="{40A87497-6EF7-A4C0-247F-765A9B9A6044}"/>
              </a:ext>
            </a:extLst>
          </p:cNvPr>
          <p:cNvSpPr txBox="1"/>
          <p:nvPr/>
        </p:nvSpPr>
        <p:spPr>
          <a:xfrm>
            <a:off x="1970095" y="4003656"/>
            <a:ext cx="956401" cy="238527"/>
          </a:xfrm>
          <a:prstGeom prst="rect">
            <a:avLst/>
          </a:prstGeom>
          <a:noFill/>
        </p:spPr>
        <p:txBody>
          <a:bodyPr wrap="square" rtlCol="0">
            <a:spAutoFit/>
          </a:bodyPr>
          <a:lstStyle/>
          <a:p>
            <a:pPr algn="ctr"/>
            <a:r>
              <a:rPr lang="it-IT" sz="950" dirty="0" err="1">
                <a:solidFill>
                  <a:srgbClr val="795548"/>
                </a:solidFill>
              </a:rPr>
              <a:t>DATAout</a:t>
            </a:r>
            <a:endParaRPr lang="it-IT" sz="950" dirty="0">
              <a:solidFill>
                <a:srgbClr val="795548"/>
              </a:solidFill>
            </a:endParaRPr>
          </a:p>
        </p:txBody>
      </p:sp>
      <p:cxnSp>
        <p:nvCxnSpPr>
          <p:cNvPr id="478" name="Connettore diritto 477">
            <a:extLst>
              <a:ext uri="{FF2B5EF4-FFF2-40B4-BE49-F238E27FC236}">
                <a16:creationId xmlns:a16="http://schemas.microsoft.com/office/drawing/2014/main" id="{D8019F99-D5C7-6A3A-B7E9-1CD32E702BAF}"/>
              </a:ext>
            </a:extLst>
          </p:cNvPr>
          <p:cNvCxnSpPr>
            <a:cxnSpLocks/>
          </p:cNvCxnSpPr>
          <p:nvPr/>
        </p:nvCxnSpPr>
        <p:spPr>
          <a:xfrm flipH="1">
            <a:off x="2139592" y="4663118"/>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79" name="CasellaDiTesto 478">
            <a:extLst>
              <a:ext uri="{FF2B5EF4-FFF2-40B4-BE49-F238E27FC236}">
                <a16:creationId xmlns:a16="http://schemas.microsoft.com/office/drawing/2014/main" id="{717F7331-2D06-A140-8734-4B965218FE07}"/>
              </a:ext>
            </a:extLst>
          </p:cNvPr>
          <p:cNvSpPr txBox="1"/>
          <p:nvPr/>
        </p:nvSpPr>
        <p:spPr>
          <a:xfrm>
            <a:off x="1972879" y="4418443"/>
            <a:ext cx="956401" cy="238527"/>
          </a:xfrm>
          <a:prstGeom prst="rect">
            <a:avLst/>
          </a:prstGeom>
          <a:noFill/>
        </p:spPr>
        <p:txBody>
          <a:bodyPr wrap="square" rtlCol="0">
            <a:spAutoFit/>
          </a:bodyPr>
          <a:lstStyle/>
          <a:p>
            <a:pPr algn="ctr"/>
            <a:r>
              <a:rPr lang="it-IT" sz="950" dirty="0" err="1">
                <a:solidFill>
                  <a:srgbClr val="795548"/>
                </a:solidFill>
              </a:rPr>
              <a:t>DATAin</a:t>
            </a:r>
            <a:endParaRPr lang="it-IT" sz="950" dirty="0">
              <a:solidFill>
                <a:srgbClr val="795548"/>
              </a:solidFill>
            </a:endParaRPr>
          </a:p>
        </p:txBody>
      </p:sp>
      <p:cxnSp>
        <p:nvCxnSpPr>
          <p:cNvPr id="480" name="Connettore diritto 479">
            <a:extLst>
              <a:ext uri="{FF2B5EF4-FFF2-40B4-BE49-F238E27FC236}">
                <a16:creationId xmlns:a16="http://schemas.microsoft.com/office/drawing/2014/main" id="{BDB84112-659D-E5CD-388D-4E8AAC4271A0}"/>
              </a:ext>
            </a:extLst>
          </p:cNvPr>
          <p:cNvCxnSpPr>
            <a:cxnSpLocks/>
          </p:cNvCxnSpPr>
          <p:nvPr/>
        </p:nvCxnSpPr>
        <p:spPr>
          <a:xfrm rot="5400000" flipH="1">
            <a:off x="1567936" y="5936430"/>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81" name="CasellaDiTesto 480">
            <a:extLst>
              <a:ext uri="{FF2B5EF4-FFF2-40B4-BE49-F238E27FC236}">
                <a16:creationId xmlns:a16="http://schemas.microsoft.com/office/drawing/2014/main" id="{A0680BEF-18B1-8B62-B008-1B20803917BF}"/>
              </a:ext>
            </a:extLst>
          </p:cNvPr>
          <p:cNvSpPr txBox="1"/>
          <p:nvPr/>
        </p:nvSpPr>
        <p:spPr>
          <a:xfrm>
            <a:off x="988842" y="6059538"/>
            <a:ext cx="956401" cy="238527"/>
          </a:xfrm>
          <a:prstGeom prst="rect">
            <a:avLst/>
          </a:prstGeom>
          <a:noFill/>
        </p:spPr>
        <p:txBody>
          <a:bodyPr wrap="square" rtlCol="0">
            <a:spAutoFit/>
          </a:bodyPr>
          <a:lstStyle/>
          <a:p>
            <a:pPr algn="ctr"/>
            <a:r>
              <a:rPr lang="it-IT" sz="950" u="sng" dirty="0" err="1">
                <a:solidFill>
                  <a:srgbClr val="795548"/>
                </a:solidFill>
              </a:rPr>
              <a:t>ChipSelection</a:t>
            </a:r>
            <a:endParaRPr lang="it-IT" sz="950" u="sng" dirty="0">
              <a:solidFill>
                <a:srgbClr val="795548"/>
              </a:solidFill>
            </a:endParaRPr>
          </a:p>
        </p:txBody>
      </p:sp>
      <p:cxnSp>
        <p:nvCxnSpPr>
          <p:cNvPr id="482" name="Connettore diritto 481">
            <a:extLst>
              <a:ext uri="{FF2B5EF4-FFF2-40B4-BE49-F238E27FC236}">
                <a16:creationId xmlns:a16="http://schemas.microsoft.com/office/drawing/2014/main" id="{AEAF72F7-2C8C-18A7-ACED-EA32D31D8B66}"/>
              </a:ext>
            </a:extLst>
          </p:cNvPr>
          <p:cNvCxnSpPr>
            <a:cxnSpLocks/>
          </p:cNvCxnSpPr>
          <p:nvPr/>
        </p:nvCxnSpPr>
        <p:spPr>
          <a:xfrm rot="5400000" flipH="1">
            <a:off x="1882132" y="5948287"/>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83" name="CasellaDiTesto 482">
            <a:extLst>
              <a:ext uri="{FF2B5EF4-FFF2-40B4-BE49-F238E27FC236}">
                <a16:creationId xmlns:a16="http://schemas.microsoft.com/office/drawing/2014/main" id="{38648F6C-201A-22DB-7140-2C5C862BC32E}"/>
              </a:ext>
            </a:extLst>
          </p:cNvPr>
          <p:cNvSpPr txBox="1"/>
          <p:nvPr/>
        </p:nvSpPr>
        <p:spPr>
          <a:xfrm>
            <a:off x="1772760" y="6052217"/>
            <a:ext cx="956401" cy="238527"/>
          </a:xfrm>
          <a:prstGeom prst="rect">
            <a:avLst/>
          </a:prstGeom>
          <a:noFill/>
        </p:spPr>
        <p:txBody>
          <a:bodyPr wrap="square" rtlCol="0">
            <a:spAutoFit/>
          </a:bodyPr>
          <a:lstStyle/>
          <a:p>
            <a:pPr algn="ctr"/>
            <a:r>
              <a:rPr lang="it-IT" sz="950" dirty="0">
                <a:solidFill>
                  <a:srgbClr val="795548"/>
                </a:solidFill>
              </a:rPr>
              <a:t>Read/Write</a:t>
            </a:r>
          </a:p>
        </p:txBody>
      </p:sp>
      <p:cxnSp>
        <p:nvCxnSpPr>
          <p:cNvPr id="484" name="Connettore diritto 483">
            <a:extLst>
              <a:ext uri="{FF2B5EF4-FFF2-40B4-BE49-F238E27FC236}">
                <a16:creationId xmlns:a16="http://schemas.microsoft.com/office/drawing/2014/main" id="{8DC46135-AD14-0026-F3B8-7CF2E197E3EF}"/>
              </a:ext>
            </a:extLst>
          </p:cNvPr>
          <p:cNvCxnSpPr>
            <a:cxnSpLocks/>
          </p:cNvCxnSpPr>
          <p:nvPr/>
        </p:nvCxnSpPr>
        <p:spPr>
          <a:xfrm rot="10800000" flipH="1">
            <a:off x="4029337" y="4097195"/>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85" name="Connettore diritto 484">
            <a:extLst>
              <a:ext uri="{FF2B5EF4-FFF2-40B4-BE49-F238E27FC236}">
                <a16:creationId xmlns:a16="http://schemas.microsoft.com/office/drawing/2014/main" id="{596BEA9E-86BC-D4A4-310E-20006369A4B3}"/>
              </a:ext>
            </a:extLst>
          </p:cNvPr>
          <p:cNvCxnSpPr>
            <a:cxnSpLocks/>
          </p:cNvCxnSpPr>
          <p:nvPr/>
        </p:nvCxnSpPr>
        <p:spPr>
          <a:xfrm rot="10800000" flipH="1">
            <a:off x="4026235" y="4249595"/>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86" name="Connettore diritto 485">
            <a:extLst>
              <a:ext uri="{FF2B5EF4-FFF2-40B4-BE49-F238E27FC236}">
                <a16:creationId xmlns:a16="http://schemas.microsoft.com/office/drawing/2014/main" id="{AF324F59-96D9-9F3E-D108-5DDAC7E1B488}"/>
              </a:ext>
            </a:extLst>
          </p:cNvPr>
          <p:cNvCxnSpPr>
            <a:cxnSpLocks/>
          </p:cNvCxnSpPr>
          <p:nvPr/>
        </p:nvCxnSpPr>
        <p:spPr>
          <a:xfrm rot="5400000" flipH="1">
            <a:off x="3873845" y="4650825"/>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87" name="Connettore diritto 486">
            <a:extLst>
              <a:ext uri="{FF2B5EF4-FFF2-40B4-BE49-F238E27FC236}">
                <a16:creationId xmlns:a16="http://schemas.microsoft.com/office/drawing/2014/main" id="{3E53BF6D-2CDD-36B4-E553-67B82A352466}"/>
              </a:ext>
            </a:extLst>
          </p:cNvPr>
          <p:cNvCxnSpPr>
            <a:cxnSpLocks/>
          </p:cNvCxnSpPr>
          <p:nvPr/>
        </p:nvCxnSpPr>
        <p:spPr>
          <a:xfrm rot="5400000" flipH="1">
            <a:off x="3939161" y="4647718"/>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90" name="CasellaDiTesto 489">
            <a:extLst>
              <a:ext uri="{FF2B5EF4-FFF2-40B4-BE49-F238E27FC236}">
                <a16:creationId xmlns:a16="http://schemas.microsoft.com/office/drawing/2014/main" id="{269BADE7-A8CF-4819-1980-D5777D6BA2B2}"/>
              </a:ext>
            </a:extLst>
          </p:cNvPr>
          <p:cNvSpPr txBox="1"/>
          <p:nvPr/>
        </p:nvSpPr>
        <p:spPr>
          <a:xfrm>
            <a:off x="370675" y="3578357"/>
            <a:ext cx="1221070" cy="240242"/>
          </a:xfrm>
          <a:prstGeom prst="rect">
            <a:avLst/>
          </a:prstGeom>
          <a:solidFill>
            <a:srgbClr val="795548"/>
          </a:solidFill>
        </p:spPr>
        <p:txBody>
          <a:bodyPr wrap="square" lIns="0" rIns="0" rtlCol="0">
            <a:spAutoFit/>
          </a:bodyPr>
          <a:lstStyle/>
          <a:p>
            <a:pPr algn="ctr"/>
            <a:r>
              <a:rPr lang="it-IT" sz="950" b="1" dirty="0">
                <a:solidFill>
                  <a:schemeClr val="bg1"/>
                </a:solidFill>
              </a:rPr>
              <a:t>Chip da 1M x 1 bit*</a:t>
            </a:r>
          </a:p>
        </p:txBody>
      </p:sp>
      <p:grpSp>
        <p:nvGrpSpPr>
          <p:cNvPr id="2" name="Gruppo 1">
            <a:extLst>
              <a:ext uri="{FF2B5EF4-FFF2-40B4-BE49-F238E27FC236}">
                <a16:creationId xmlns:a16="http://schemas.microsoft.com/office/drawing/2014/main" id="{04652D4C-4FAA-CC21-5EB3-409D114C20F5}"/>
              </a:ext>
            </a:extLst>
          </p:cNvPr>
          <p:cNvGrpSpPr/>
          <p:nvPr/>
        </p:nvGrpSpPr>
        <p:grpSpPr>
          <a:xfrm>
            <a:off x="2405652" y="2986982"/>
            <a:ext cx="1513596" cy="440197"/>
            <a:chOff x="2655439" y="6491299"/>
            <a:chExt cx="1513596" cy="440197"/>
          </a:xfrm>
        </p:grpSpPr>
        <p:sp>
          <p:nvSpPr>
            <p:cNvPr id="491" name="Rettangolo 490">
              <a:extLst>
                <a:ext uri="{FF2B5EF4-FFF2-40B4-BE49-F238E27FC236}">
                  <a16:creationId xmlns:a16="http://schemas.microsoft.com/office/drawing/2014/main" id="{709269AD-FA63-A618-E005-7198B887B298}"/>
                </a:ext>
              </a:extLst>
            </p:cNvPr>
            <p:cNvSpPr/>
            <p:nvPr/>
          </p:nvSpPr>
          <p:spPr>
            <a:xfrm>
              <a:off x="2763105" y="6677919"/>
              <a:ext cx="1403795" cy="253577"/>
            </a:xfrm>
            <a:prstGeom prst="rect">
              <a:avLst/>
            </a:prstGeom>
            <a:solidFill>
              <a:srgbClr val="FAF6EF"/>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2" name="Rettangolo 491">
              <a:extLst>
                <a:ext uri="{FF2B5EF4-FFF2-40B4-BE49-F238E27FC236}">
                  <a16:creationId xmlns:a16="http://schemas.microsoft.com/office/drawing/2014/main" id="{19E60A33-1B75-0EB1-34E6-51B628559129}"/>
                </a:ext>
              </a:extLst>
            </p:cNvPr>
            <p:cNvSpPr/>
            <p:nvPr/>
          </p:nvSpPr>
          <p:spPr>
            <a:xfrm>
              <a:off x="3831291" y="6677919"/>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4" name="Rettangolo 493">
              <a:extLst>
                <a:ext uri="{FF2B5EF4-FFF2-40B4-BE49-F238E27FC236}">
                  <a16:creationId xmlns:a16="http://schemas.microsoft.com/office/drawing/2014/main" id="{3802CAD6-0005-F9D8-BFBD-9C1211E3F90B}"/>
                </a:ext>
              </a:extLst>
            </p:cNvPr>
            <p:cNvSpPr/>
            <p:nvPr/>
          </p:nvSpPr>
          <p:spPr>
            <a:xfrm>
              <a:off x="2805246" y="6710321"/>
              <a:ext cx="1002575" cy="167342"/>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8" name="CasellaDiTesto 497">
              <a:extLst>
                <a:ext uri="{FF2B5EF4-FFF2-40B4-BE49-F238E27FC236}">
                  <a16:creationId xmlns:a16="http://schemas.microsoft.com/office/drawing/2014/main" id="{867A5207-0E89-E40E-3B5B-B774F25817C8}"/>
                </a:ext>
              </a:extLst>
            </p:cNvPr>
            <p:cNvSpPr txBox="1"/>
            <p:nvPr/>
          </p:nvSpPr>
          <p:spPr>
            <a:xfrm>
              <a:off x="3654648" y="6491299"/>
              <a:ext cx="426988" cy="246221"/>
            </a:xfrm>
            <a:prstGeom prst="rect">
              <a:avLst/>
            </a:prstGeom>
            <a:noFill/>
          </p:spPr>
          <p:txBody>
            <a:bodyPr wrap="square">
              <a:spAutoFit/>
            </a:bodyPr>
            <a:lstStyle/>
            <a:p>
              <a:r>
                <a:rPr lang="it-IT" sz="1000" dirty="0">
                  <a:solidFill>
                    <a:srgbClr val="795548"/>
                  </a:solidFill>
                </a:rPr>
                <a:t>19</a:t>
              </a:r>
              <a:endParaRPr lang="it-IT" sz="1000" dirty="0"/>
            </a:p>
          </p:txBody>
        </p:sp>
        <p:sp>
          <p:nvSpPr>
            <p:cNvPr id="499" name="CasellaDiTesto 498">
              <a:extLst>
                <a:ext uri="{FF2B5EF4-FFF2-40B4-BE49-F238E27FC236}">
                  <a16:creationId xmlns:a16="http://schemas.microsoft.com/office/drawing/2014/main" id="{9DCA3E19-DE95-CB4A-3E0C-C18316105984}"/>
                </a:ext>
              </a:extLst>
            </p:cNvPr>
            <p:cNvSpPr txBox="1"/>
            <p:nvPr/>
          </p:nvSpPr>
          <p:spPr>
            <a:xfrm>
              <a:off x="2655439" y="6497453"/>
              <a:ext cx="426988" cy="246221"/>
            </a:xfrm>
            <a:prstGeom prst="rect">
              <a:avLst/>
            </a:prstGeom>
            <a:noFill/>
          </p:spPr>
          <p:txBody>
            <a:bodyPr wrap="square">
              <a:spAutoFit/>
            </a:bodyPr>
            <a:lstStyle/>
            <a:p>
              <a:r>
                <a:rPr lang="it-IT" sz="1000" dirty="0">
                  <a:solidFill>
                    <a:srgbClr val="795548"/>
                  </a:solidFill>
                </a:rPr>
                <a:t>0</a:t>
              </a:r>
              <a:endParaRPr lang="it-IT" sz="1000" dirty="0"/>
            </a:p>
          </p:txBody>
        </p:sp>
      </p:grpSp>
      <p:sp>
        <p:nvSpPr>
          <p:cNvPr id="503" name="CasellaDiTesto 502">
            <a:extLst>
              <a:ext uri="{FF2B5EF4-FFF2-40B4-BE49-F238E27FC236}">
                <a16:creationId xmlns:a16="http://schemas.microsoft.com/office/drawing/2014/main" id="{C07EDC95-E7B2-C750-C017-DCCE1D91DBD5}"/>
              </a:ext>
            </a:extLst>
          </p:cNvPr>
          <p:cNvSpPr txBox="1"/>
          <p:nvPr/>
        </p:nvSpPr>
        <p:spPr>
          <a:xfrm>
            <a:off x="6544140" y="2981231"/>
            <a:ext cx="337743" cy="246221"/>
          </a:xfrm>
          <a:prstGeom prst="rect">
            <a:avLst/>
          </a:prstGeom>
          <a:noFill/>
        </p:spPr>
        <p:txBody>
          <a:bodyPr wrap="square">
            <a:spAutoFit/>
          </a:bodyPr>
          <a:lstStyle/>
          <a:p>
            <a:r>
              <a:rPr lang="it-IT" sz="1000" dirty="0">
                <a:solidFill>
                  <a:srgbClr val="795548"/>
                </a:solidFill>
              </a:rPr>
              <a:t>21</a:t>
            </a:r>
            <a:endParaRPr lang="it-IT" sz="1000" dirty="0"/>
          </a:p>
        </p:txBody>
      </p:sp>
      <p:sp>
        <p:nvSpPr>
          <p:cNvPr id="504" name="CasellaDiTesto 503">
            <a:extLst>
              <a:ext uri="{FF2B5EF4-FFF2-40B4-BE49-F238E27FC236}">
                <a16:creationId xmlns:a16="http://schemas.microsoft.com/office/drawing/2014/main" id="{34104B96-01FF-6498-9230-2ADD6AEEF81A}"/>
              </a:ext>
            </a:extLst>
          </p:cNvPr>
          <p:cNvSpPr txBox="1"/>
          <p:nvPr/>
        </p:nvSpPr>
        <p:spPr>
          <a:xfrm>
            <a:off x="6192527" y="2990311"/>
            <a:ext cx="337743" cy="246221"/>
          </a:xfrm>
          <a:prstGeom prst="rect">
            <a:avLst/>
          </a:prstGeom>
          <a:noFill/>
        </p:spPr>
        <p:txBody>
          <a:bodyPr wrap="square">
            <a:spAutoFit/>
          </a:bodyPr>
          <a:lstStyle/>
          <a:p>
            <a:r>
              <a:rPr lang="it-IT" sz="1000" dirty="0">
                <a:solidFill>
                  <a:srgbClr val="795548"/>
                </a:solidFill>
              </a:rPr>
              <a:t>20</a:t>
            </a:r>
            <a:endParaRPr lang="it-IT" sz="1000" dirty="0"/>
          </a:p>
        </p:txBody>
      </p:sp>
      <p:cxnSp>
        <p:nvCxnSpPr>
          <p:cNvPr id="7" name="Connettore diritto 6">
            <a:extLst>
              <a:ext uri="{FF2B5EF4-FFF2-40B4-BE49-F238E27FC236}">
                <a16:creationId xmlns:a16="http://schemas.microsoft.com/office/drawing/2014/main" id="{8191D43B-90B9-4669-974E-06C97BCCDB2C}"/>
              </a:ext>
            </a:extLst>
          </p:cNvPr>
          <p:cNvCxnSpPr>
            <a:cxnSpLocks/>
          </p:cNvCxnSpPr>
          <p:nvPr/>
        </p:nvCxnSpPr>
        <p:spPr>
          <a:xfrm flipH="1">
            <a:off x="1853046" y="3399412"/>
            <a:ext cx="574084" cy="280134"/>
          </a:xfrm>
          <a:prstGeom prst="line">
            <a:avLst/>
          </a:prstGeom>
          <a:ln w="28575" cap="rnd">
            <a:solidFill>
              <a:srgbClr val="F2AA84"/>
            </a:solidFill>
            <a:prstDash val="sysDot"/>
            <a:bevel/>
          </a:ln>
        </p:spPr>
        <p:style>
          <a:lnRef idx="2">
            <a:schemeClr val="accent1"/>
          </a:lnRef>
          <a:fillRef idx="0">
            <a:schemeClr val="accent1"/>
          </a:fillRef>
          <a:effectRef idx="1">
            <a:schemeClr val="accent1"/>
          </a:effectRef>
          <a:fontRef idx="minor">
            <a:schemeClr val="tx1"/>
          </a:fontRef>
        </p:style>
      </p:cxnSp>
      <p:sp>
        <p:nvSpPr>
          <p:cNvPr id="15" name="CasellaDiTesto 14">
            <a:extLst>
              <a:ext uri="{FF2B5EF4-FFF2-40B4-BE49-F238E27FC236}">
                <a16:creationId xmlns:a16="http://schemas.microsoft.com/office/drawing/2014/main" id="{B9A9C1FA-AA68-4F00-E9A9-09DB7EFDBFE3}"/>
              </a:ext>
            </a:extLst>
          </p:cNvPr>
          <p:cNvSpPr txBox="1"/>
          <p:nvPr/>
        </p:nvSpPr>
        <p:spPr>
          <a:xfrm>
            <a:off x="6563355" y="3866215"/>
            <a:ext cx="514885" cy="2255041"/>
          </a:xfrm>
          <a:prstGeom prst="rect">
            <a:avLst/>
          </a:prstGeom>
          <a:noFill/>
        </p:spPr>
        <p:txBody>
          <a:bodyPr wrap="none" rtlCol="0">
            <a:spAutoFit/>
          </a:bodyPr>
          <a:lstStyle/>
          <a:p>
            <a:pPr>
              <a:lnSpc>
                <a:spcPct val="150000"/>
              </a:lnSpc>
            </a:pPr>
            <a:r>
              <a:rPr lang="it-IT" sz="2400" b="1" dirty="0">
                <a:solidFill>
                  <a:srgbClr val="B2E890"/>
                </a:solidFill>
              </a:rPr>
              <a:t>00</a:t>
            </a:r>
            <a:br>
              <a:rPr lang="it-IT" sz="2400" b="1" dirty="0">
                <a:solidFill>
                  <a:srgbClr val="B2E890"/>
                </a:solidFill>
              </a:rPr>
            </a:br>
            <a:r>
              <a:rPr lang="it-IT" sz="2400" b="1" dirty="0">
                <a:solidFill>
                  <a:srgbClr val="B2E890"/>
                </a:solidFill>
              </a:rPr>
              <a:t>01</a:t>
            </a:r>
          </a:p>
          <a:p>
            <a:pPr>
              <a:lnSpc>
                <a:spcPct val="150000"/>
              </a:lnSpc>
            </a:pPr>
            <a:r>
              <a:rPr lang="it-IT" sz="2400" b="1" dirty="0">
                <a:solidFill>
                  <a:srgbClr val="B2E890"/>
                </a:solidFill>
              </a:rPr>
              <a:t>10</a:t>
            </a:r>
          </a:p>
          <a:p>
            <a:pPr>
              <a:lnSpc>
                <a:spcPct val="150000"/>
              </a:lnSpc>
            </a:pPr>
            <a:r>
              <a:rPr lang="it-IT" sz="2400" b="1" dirty="0">
                <a:solidFill>
                  <a:srgbClr val="B2E890"/>
                </a:solidFill>
              </a:rPr>
              <a:t>11</a:t>
            </a:r>
          </a:p>
        </p:txBody>
      </p:sp>
      <p:cxnSp>
        <p:nvCxnSpPr>
          <p:cNvPr id="16" name="Connettore diritto 15">
            <a:extLst>
              <a:ext uri="{FF2B5EF4-FFF2-40B4-BE49-F238E27FC236}">
                <a16:creationId xmlns:a16="http://schemas.microsoft.com/office/drawing/2014/main" id="{8F47AA31-F109-740B-D2DD-7CC1556481EE}"/>
              </a:ext>
            </a:extLst>
          </p:cNvPr>
          <p:cNvCxnSpPr>
            <a:cxnSpLocks/>
          </p:cNvCxnSpPr>
          <p:nvPr/>
        </p:nvCxnSpPr>
        <p:spPr>
          <a:xfrm>
            <a:off x="6600272" y="3439818"/>
            <a:ext cx="6219" cy="2548976"/>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0" name="Connettore diritto 19">
            <a:extLst>
              <a:ext uri="{FF2B5EF4-FFF2-40B4-BE49-F238E27FC236}">
                <a16:creationId xmlns:a16="http://schemas.microsoft.com/office/drawing/2014/main" id="{9BDD5CED-B3ED-1149-4EA0-AE00E8F17661}"/>
              </a:ext>
            </a:extLst>
          </p:cNvPr>
          <p:cNvCxnSpPr>
            <a:cxnSpLocks/>
          </p:cNvCxnSpPr>
          <p:nvPr/>
        </p:nvCxnSpPr>
        <p:spPr>
          <a:xfrm flipH="1">
            <a:off x="6538605" y="5988795"/>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2" name="Connettore diritto 21">
            <a:extLst>
              <a:ext uri="{FF2B5EF4-FFF2-40B4-BE49-F238E27FC236}">
                <a16:creationId xmlns:a16="http://schemas.microsoft.com/office/drawing/2014/main" id="{546317A2-A204-E2B2-76D3-DED079F3652E}"/>
              </a:ext>
            </a:extLst>
          </p:cNvPr>
          <p:cNvCxnSpPr>
            <a:cxnSpLocks/>
          </p:cNvCxnSpPr>
          <p:nvPr/>
        </p:nvCxnSpPr>
        <p:spPr>
          <a:xfrm flipH="1">
            <a:off x="6538605" y="4821636"/>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3" name="Connettore diritto 22">
            <a:extLst>
              <a:ext uri="{FF2B5EF4-FFF2-40B4-BE49-F238E27FC236}">
                <a16:creationId xmlns:a16="http://schemas.microsoft.com/office/drawing/2014/main" id="{2BA3E95B-50EE-AA9A-438F-65B85F832791}"/>
              </a:ext>
            </a:extLst>
          </p:cNvPr>
          <p:cNvCxnSpPr>
            <a:cxnSpLocks/>
          </p:cNvCxnSpPr>
          <p:nvPr/>
        </p:nvCxnSpPr>
        <p:spPr>
          <a:xfrm flipH="1">
            <a:off x="6538605" y="4238057"/>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5" name="Connettore diritto 24">
            <a:extLst>
              <a:ext uri="{FF2B5EF4-FFF2-40B4-BE49-F238E27FC236}">
                <a16:creationId xmlns:a16="http://schemas.microsoft.com/office/drawing/2014/main" id="{11E1FFF1-6BB4-A131-4DC0-4E1640BB6AE5}"/>
              </a:ext>
            </a:extLst>
          </p:cNvPr>
          <p:cNvCxnSpPr>
            <a:cxnSpLocks/>
          </p:cNvCxnSpPr>
          <p:nvPr/>
        </p:nvCxnSpPr>
        <p:spPr>
          <a:xfrm flipH="1">
            <a:off x="6538605" y="5405215"/>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sp>
        <p:nvSpPr>
          <p:cNvPr id="32" name="Rettangolo con angoli arrotondati 31">
            <a:extLst>
              <a:ext uri="{FF2B5EF4-FFF2-40B4-BE49-F238E27FC236}">
                <a16:creationId xmlns:a16="http://schemas.microsoft.com/office/drawing/2014/main" id="{87D84ECF-41B0-1EA0-5D8D-CBFE08ADCF96}"/>
              </a:ext>
            </a:extLst>
          </p:cNvPr>
          <p:cNvSpPr/>
          <p:nvPr/>
        </p:nvSpPr>
        <p:spPr>
          <a:xfrm>
            <a:off x="6710275" y="11302122"/>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9" name="Connettore diritto 78">
            <a:extLst>
              <a:ext uri="{FF2B5EF4-FFF2-40B4-BE49-F238E27FC236}">
                <a16:creationId xmlns:a16="http://schemas.microsoft.com/office/drawing/2014/main" id="{068742D3-D1A0-FF8F-ADAD-5ECF3AB0B06D}"/>
              </a:ext>
            </a:extLst>
          </p:cNvPr>
          <p:cNvCxnSpPr>
            <a:cxnSpLocks/>
          </p:cNvCxnSpPr>
          <p:nvPr/>
        </p:nvCxnSpPr>
        <p:spPr>
          <a:xfrm>
            <a:off x="397306" y="7233424"/>
            <a:ext cx="6300129"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27" name="Connettore diritto 126">
            <a:extLst>
              <a:ext uri="{FF2B5EF4-FFF2-40B4-BE49-F238E27FC236}">
                <a16:creationId xmlns:a16="http://schemas.microsoft.com/office/drawing/2014/main" id="{A714587F-5E01-9AF0-3D6A-AF23862F89F7}"/>
              </a:ext>
            </a:extLst>
          </p:cNvPr>
          <p:cNvCxnSpPr>
            <a:cxnSpLocks/>
          </p:cNvCxnSpPr>
          <p:nvPr/>
        </p:nvCxnSpPr>
        <p:spPr>
          <a:xfrm flipV="1">
            <a:off x="1500305" y="9642305"/>
            <a:ext cx="4957350" cy="13081"/>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sp>
        <p:nvSpPr>
          <p:cNvPr id="148" name="Rettangolo 147">
            <a:extLst>
              <a:ext uri="{FF2B5EF4-FFF2-40B4-BE49-F238E27FC236}">
                <a16:creationId xmlns:a16="http://schemas.microsoft.com/office/drawing/2014/main" id="{A1A6C148-601D-C44B-EBC7-276ECD3F7F41}"/>
              </a:ext>
            </a:extLst>
          </p:cNvPr>
          <p:cNvSpPr/>
          <p:nvPr/>
        </p:nvSpPr>
        <p:spPr>
          <a:xfrm>
            <a:off x="653341" y="9499166"/>
            <a:ext cx="971315" cy="253577"/>
          </a:xfrm>
          <a:prstGeom prst="rect">
            <a:avLst/>
          </a:prstGeom>
          <a:solidFill>
            <a:srgbClr val="FAF6EF"/>
          </a:solidFill>
          <a:ln>
            <a:solidFill>
              <a:srgbClr val="AB94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b="1" dirty="0">
                <a:solidFill>
                  <a:srgbClr val="AB9488"/>
                </a:solidFill>
              </a:rPr>
              <a:t>DECODER</a:t>
            </a:r>
          </a:p>
        </p:txBody>
      </p:sp>
      <p:sp>
        <p:nvSpPr>
          <p:cNvPr id="170" name="Freccia a pentagono 169">
            <a:extLst>
              <a:ext uri="{FF2B5EF4-FFF2-40B4-BE49-F238E27FC236}">
                <a16:creationId xmlns:a16="http://schemas.microsoft.com/office/drawing/2014/main" id="{C6DD5848-8318-8473-52BA-1E5FFD67AB6C}"/>
              </a:ext>
            </a:extLst>
          </p:cNvPr>
          <p:cNvSpPr/>
          <p:nvPr/>
        </p:nvSpPr>
        <p:spPr>
          <a:xfrm rot="10800000" flipH="1">
            <a:off x="-1984554" y="5919071"/>
            <a:ext cx="2008019" cy="1024351"/>
          </a:xfrm>
          <a:prstGeom prst="homePlate">
            <a:avLst/>
          </a:prstGeom>
          <a:solidFill>
            <a:srgbClr val="FF65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1" name="CasellaDiTesto 170">
            <a:extLst>
              <a:ext uri="{FF2B5EF4-FFF2-40B4-BE49-F238E27FC236}">
                <a16:creationId xmlns:a16="http://schemas.microsoft.com/office/drawing/2014/main" id="{D6304505-3EE1-8D80-D5D1-B585C1E6DC33}"/>
              </a:ext>
            </a:extLst>
          </p:cNvPr>
          <p:cNvSpPr txBox="1"/>
          <p:nvPr/>
        </p:nvSpPr>
        <p:spPr>
          <a:xfrm flipH="1">
            <a:off x="-1326424" y="6208296"/>
            <a:ext cx="1277133" cy="430887"/>
          </a:xfrm>
          <a:prstGeom prst="rect">
            <a:avLst/>
          </a:prstGeom>
          <a:noFill/>
          <a:ln>
            <a:noFill/>
          </a:ln>
        </p:spPr>
        <p:txBody>
          <a:bodyPr wrap="square" lIns="0" tIns="0" rIns="0" bIns="0" rtlCol="0">
            <a:spAutoFit/>
          </a:bodyPr>
          <a:lstStyle/>
          <a:p>
            <a:r>
              <a:rPr lang="it-IT" sz="1400" dirty="0">
                <a:solidFill>
                  <a:srgbClr val="FAF6EF"/>
                </a:solidFill>
              </a:rPr>
              <a:t>DISEGNO DEL BANCO </a:t>
            </a:r>
            <a:endParaRPr lang="it-IT" sz="2000" dirty="0">
              <a:solidFill>
                <a:srgbClr val="FAF6EF"/>
              </a:solidFill>
            </a:endParaRPr>
          </a:p>
        </p:txBody>
      </p:sp>
      <p:sp>
        <p:nvSpPr>
          <p:cNvPr id="173" name="Parentesi graffa aperta 172">
            <a:extLst>
              <a:ext uri="{FF2B5EF4-FFF2-40B4-BE49-F238E27FC236}">
                <a16:creationId xmlns:a16="http://schemas.microsoft.com/office/drawing/2014/main" id="{D0388FFD-320D-5A33-F56D-C22D2A4460AF}"/>
              </a:ext>
            </a:extLst>
          </p:cNvPr>
          <p:cNvSpPr/>
          <p:nvPr/>
        </p:nvSpPr>
        <p:spPr>
          <a:xfrm rot="5400000">
            <a:off x="5770994" y="3085503"/>
            <a:ext cx="108941" cy="1267498"/>
          </a:xfrm>
          <a:prstGeom prst="leftBrace">
            <a:avLst/>
          </a:prstGeom>
          <a:ln>
            <a:solidFill>
              <a:srgbClr val="795548"/>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74" name="Parentesi graffa aperta 173">
            <a:extLst>
              <a:ext uri="{FF2B5EF4-FFF2-40B4-BE49-F238E27FC236}">
                <a16:creationId xmlns:a16="http://schemas.microsoft.com/office/drawing/2014/main" id="{A8F83B4F-6B4D-6329-AD79-BD7D9D45FFB6}"/>
              </a:ext>
            </a:extLst>
          </p:cNvPr>
          <p:cNvSpPr/>
          <p:nvPr/>
        </p:nvSpPr>
        <p:spPr>
          <a:xfrm>
            <a:off x="4902775" y="3875730"/>
            <a:ext cx="75206" cy="2534721"/>
          </a:xfrm>
          <a:prstGeom prst="leftBrace">
            <a:avLst/>
          </a:prstGeom>
          <a:ln>
            <a:solidFill>
              <a:srgbClr val="795548"/>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75" name="CasellaDiTesto 174">
            <a:extLst>
              <a:ext uri="{FF2B5EF4-FFF2-40B4-BE49-F238E27FC236}">
                <a16:creationId xmlns:a16="http://schemas.microsoft.com/office/drawing/2014/main" id="{21C32340-CD17-8024-ADD2-E00270F0A319}"/>
              </a:ext>
            </a:extLst>
          </p:cNvPr>
          <p:cNvSpPr txBox="1"/>
          <p:nvPr/>
        </p:nvSpPr>
        <p:spPr>
          <a:xfrm>
            <a:off x="5394611"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76" name="CasellaDiTesto 175">
            <a:extLst>
              <a:ext uri="{FF2B5EF4-FFF2-40B4-BE49-F238E27FC236}">
                <a16:creationId xmlns:a16="http://schemas.microsoft.com/office/drawing/2014/main" id="{D98179F4-6036-354B-BA14-5EFD0D15663E}"/>
              </a:ext>
            </a:extLst>
          </p:cNvPr>
          <p:cNvSpPr txBox="1"/>
          <p:nvPr/>
        </p:nvSpPr>
        <p:spPr>
          <a:xfrm>
            <a:off x="5252684"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77" name="CasellaDiTesto 176">
            <a:extLst>
              <a:ext uri="{FF2B5EF4-FFF2-40B4-BE49-F238E27FC236}">
                <a16:creationId xmlns:a16="http://schemas.microsoft.com/office/drawing/2014/main" id="{53ABC6F8-7882-C5EA-7473-D664E9C88783}"/>
              </a:ext>
            </a:extLst>
          </p:cNvPr>
          <p:cNvSpPr txBox="1"/>
          <p:nvPr/>
        </p:nvSpPr>
        <p:spPr>
          <a:xfrm>
            <a:off x="5678465"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78" name="CasellaDiTesto 177">
            <a:extLst>
              <a:ext uri="{FF2B5EF4-FFF2-40B4-BE49-F238E27FC236}">
                <a16:creationId xmlns:a16="http://schemas.microsoft.com/office/drawing/2014/main" id="{64BAF329-F696-1AA8-4F31-62E85280C901}"/>
              </a:ext>
            </a:extLst>
          </p:cNvPr>
          <p:cNvSpPr txBox="1"/>
          <p:nvPr/>
        </p:nvSpPr>
        <p:spPr>
          <a:xfrm>
            <a:off x="5536538"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79" name="CasellaDiTesto 178">
            <a:extLst>
              <a:ext uri="{FF2B5EF4-FFF2-40B4-BE49-F238E27FC236}">
                <a16:creationId xmlns:a16="http://schemas.microsoft.com/office/drawing/2014/main" id="{6C4BBE37-C497-3800-1846-53645DA1950D}"/>
              </a:ext>
            </a:extLst>
          </p:cNvPr>
          <p:cNvSpPr txBox="1"/>
          <p:nvPr/>
        </p:nvSpPr>
        <p:spPr>
          <a:xfrm>
            <a:off x="5820392"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80" name="CasellaDiTesto 179">
            <a:extLst>
              <a:ext uri="{FF2B5EF4-FFF2-40B4-BE49-F238E27FC236}">
                <a16:creationId xmlns:a16="http://schemas.microsoft.com/office/drawing/2014/main" id="{AA640A75-D2A8-D642-8F77-DEA0822BFA03}"/>
              </a:ext>
            </a:extLst>
          </p:cNvPr>
          <p:cNvSpPr txBox="1"/>
          <p:nvPr/>
        </p:nvSpPr>
        <p:spPr>
          <a:xfrm>
            <a:off x="5962319"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81" name="CasellaDiTesto 180">
            <a:extLst>
              <a:ext uri="{FF2B5EF4-FFF2-40B4-BE49-F238E27FC236}">
                <a16:creationId xmlns:a16="http://schemas.microsoft.com/office/drawing/2014/main" id="{383DA7F8-A0E2-B9E9-8133-AE72EFA32DD8}"/>
              </a:ext>
            </a:extLst>
          </p:cNvPr>
          <p:cNvSpPr txBox="1"/>
          <p:nvPr/>
        </p:nvSpPr>
        <p:spPr>
          <a:xfrm>
            <a:off x="6104246"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82" name="CasellaDiTesto 181">
            <a:extLst>
              <a:ext uri="{FF2B5EF4-FFF2-40B4-BE49-F238E27FC236}">
                <a16:creationId xmlns:a16="http://schemas.microsoft.com/office/drawing/2014/main" id="{368707AA-89B9-E9B6-7C57-5CCEC9CDBCDF}"/>
              </a:ext>
            </a:extLst>
          </p:cNvPr>
          <p:cNvSpPr txBox="1"/>
          <p:nvPr/>
        </p:nvSpPr>
        <p:spPr>
          <a:xfrm>
            <a:off x="6246176" y="3722939"/>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183" name="CasellaDiTesto 182">
            <a:extLst>
              <a:ext uri="{FF2B5EF4-FFF2-40B4-BE49-F238E27FC236}">
                <a16:creationId xmlns:a16="http://schemas.microsoft.com/office/drawing/2014/main" id="{F17F5B54-D0CD-C58F-166B-71EBE54D743A}"/>
              </a:ext>
            </a:extLst>
          </p:cNvPr>
          <p:cNvSpPr txBox="1"/>
          <p:nvPr/>
        </p:nvSpPr>
        <p:spPr>
          <a:xfrm>
            <a:off x="4825263" y="4092875"/>
            <a:ext cx="502342" cy="238527"/>
          </a:xfrm>
          <a:prstGeom prst="rect">
            <a:avLst/>
          </a:prstGeom>
          <a:noFill/>
        </p:spPr>
        <p:txBody>
          <a:bodyPr wrap="square" rtlCol="0">
            <a:spAutoFit/>
          </a:bodyPr>
          <a:lstStyle/>
          <a:p>
            <a:pPr algn="ctr"/>
            <a:r>
              <a:rPr lang="it-IT" sz="900" dirty="0">
                <a:solidFill>
                  <a:srgbClr val="AB9488"/>
                </a:solidFill>
              </a:rPr>
              <a:t>1M</a:t>
            </a:r>
          </a:p>
        </p:txBody>
      </p:sp>
      <p:sp>
        <p:nvSpPr>
          <p:cNvPr id="184" name="CasellaDiTesto 183">
            <a:extLst>
              <a:ext uri="{FF2B5EF4-FFF2-40B4-BE49-F238E27FC236}">
                <a16:creationId xmlns:a16="http://schemas.microsoft.com/office/drawing/2014/main" id="{A3C9922A-9833-25CA-AF74-50F581081DF9}"/>
              </a:ext>
            </a:extLst>
          </p:cNvPr>
          <p:cNvSpPr txBox="1"/>
          <p:nvPr/>
        </p:nvSpPr>
        <p:spPr>
          <a:xfrm>
            <a:off x="4817347" y="4725429"/>
            <a:ext cx="502342" cy="238527"/>
          </a:xfrm>
          <a:prstGeom prst="rect">
            <a:avLst/>
          </a:prstGeom>
          <a:noFill/>
        </p:spPr>
        <p:txBody>
          <a:bodyPr wrap="square" rtlCol="0">
            <a:spAutoFit/>
          </a:bodyPr>
          <a:lstStyle/>
          <a:p>
            <a:pPr algn="ctr"/>
            <a:r>
              <a:rPr lang="it-IT" sz="900" dirty="0">
                <a:solidFill>
                  <a:srgbClr val="AB9488"/>
                </a:solidFill>
              </a:rPr>
              <a:t>1M</a:t>
            </a:r>
          </a:p>
        </p:txBody>
      </p:sp>
      <p:sp>
        <p:nvSpPr>
          <p:cNvPr id="185" name="CasellaDiTesto 184">
            <a:extLst>
              <a:ext uri="{FF2B5EF4-FFF2-40B4-BE49-F238E27FC236}">
                <a16:creationId xmlns:a16="http://schemas.microsoft.com/office/drawing/2014/main" id="{5596C31D-7F16-3AAD-70EA-77D33C3CC2E3}"/>
              </a:ext>
            </a:extLst>
          </p:cNvPr>
          <p:cNvSpPr txBox="1"/>
          <p:nvPr/>
        </p:nvSpPr>
        <p:spPr>
          <a:xfrm>
            <a:off x="4817347" y="5338348"/>
            <a:ext cx="502342" cy="238527"/>
          </a:xfrm>
          <a:prstGeom prst="rect">
            <a:avLst/>
          </a:prstGeom>
          <a:noFill/>
        </p:spPr>
        <p:txBody>
          <a:bodyPr wrap="square" rtlCol="0">
            <a:spAutoFit/>
          </a:bodyPr>
          <a:lstStyle/>
          <a:p>
            <a:pPr algn="ctr"/>
            <a:r>
              <a:rPr lang="it-IT" sz="900" dirty="0">
                <a:solidFill>
                  <a:srgbClr val="AB9488"/>
                </a:solidFill>
              </a:rPr>
              <a:t>1M</a:t>
            </a:r>
          </a:p>
        </p:txBody>
      </p:sp>
      <p:sp>
        <p:nvSpPr>
          <p:cNvPr id="186" name="CasellaDiTesto 185">
            <a:extLst>
              <a:ext uri="{FF2B5EF4-FFF2-40B4-BE49-F238E27FC236}">
                <a16:creationId xmlns:a16="http://schemas.microsoft.com/office/drawing/2014/main" id="{C766A1D0-754D-0593-A45E-863F9793F614}"/>
              </a:ext>
            </a:extLst>
          </p:cNvPr>
          <p:cNvSpPr txBox="1"/>
          <p:nvPr/>
        </p:nvSpPr>
        <p:spPr>
          <a:xfrm>
            <a:off x="4835407" y="5970920"/>
            <a:ext cx="502342" cy="238527"/>
          </a:xfrm>
          <a:prstGeom prst="rect">
            <a:avLst/>
          </a:prstGeom>
          <a:noFill/>
        </p:spPr>
        <p:txBody>
          <a:bodyPr wrap="square" rtlCol="0">
            <a:spAutoFit/>
          </a:bodyPr>
          <a:lstStyle/>
          <a:p>
            <a:pPr algn="ctr"/>
            <a:r>
              <a:rPr lang="it-IT" sz="900" dirty="0">
                <a:solidFill>
                  <a:srgbClr val="AB9488"/>
                </a:solidFill>
              </a:rPr>
              <a:t>1MB</a:t>
            </a:r>
          </a:p>
        </p:txBody>
      </p:sp>
      <p:pic>
        <p:nvPicPr>
          <p:cNvPr id="187" name="Immagine 186">
            <a:extLst>
              <a:ext uri="{FF2B5EF4-FFF2-40B4-BE49-F238E27FC236}">
                <a16:creationId xmlns:a16="http://schemas.microsoft.com/office/drawing/2014/main" id="{B8572DA6-40B6-F823-E5B9-BCC5515FDC33}"/>
              </a:ext>
            </a:extLst>
          </p:cNvPr>
          <p:cNvPicPr>
            <a:picLocks noChangeAspect="1"/>
          </p:cNvPicPr>
          <p:nvPr/>
        </p:nvPicPr>
        <p:blipFill rotWithShape="1">
          <a:blip r:embed="rId2"/>
          <a:srcRect l="12542" t="40942" r="18117" b="37372"/>
          <a:stretch/>
        </p:blipFill>
        <p:spPr>
          <a:xfrm>
            <a:off x="4349243" y="24497"/>
            <a:ext cx="2809520" cy="817679"/>
          </a:xfrm>
          <a:prstGeom prst="rect">
            <a:avLst/>
          </a:prstGeom>
          <a:effectLst>
            <a:outerShdw blurRad="101600" dist="63500" dir="3600000" sx="110000" sy="110000" algn="ctr" rotWithShape="0">
              <a:srgbClr val="FAF6EF">
                <a:alpha val="84000"/>
              </a:srgbClr>
            </a:outerShdw>
          </a:effectLst>
        </p:spPr>
      </p:pic>
      <p:sp>
        <p:nvSpPr>
          <p:cNvPr id="188" name="CasellaDiTesto 187">
            <a:extLst>
              <a:ext uri="{FF2B5EF4-FFF2-40B4-BE49-F238E27FC236}">
                <a16:creationId xmlns:a16="http://schemas.microsoft.com/office/drawing/2014/main" id="{6548D522-DD0C-8D67-E4B9-9FD4783114B8}"/>
              </a:ext>
            </a:extLst>
          </p:cNvPr>
          <p:cNvSpPr txBox="1"/>
          <p:nvPr/>
        </p:nvSpPr>
        <p:spPr>
          <a:xfrm>
            <a:off x="328965" y="5066906"/>
            <a:ext cx="1202486" cy="969496"/>
          </a:xfrm>
          <a:prstGeom prst="rect">
            <a:avLst/>
          </a:prstGeom>
          <a:noFill/>
          <a:ln w="28575">
            <a:noFill/>
          </a:ln>
        </p:spPr>
        <p:txBody>
          <a:bodyPr wrap="square" rtlCol="0">
            <a:spAutoFit/>
          </a:bodyPr>
          <a:lstStyle/>
          <a:p>
            <a:pPr algn="ctr"/>
            <a:r>
              <a:rPr lang="it-IT" sz="950" dirty="0">
                <a:solidFill>
                  <a:srgbClr val="795548"/>
                </a:solidFill>
              </a:rPr>
              <a:t>Andranno direttamente dentro al chip, la codifica l’ha fatta chi ha costruito il chip</a:t>
            </a:r>
          </a:p>
        </p:txBody>
      </p:sp>
      <p:cxnSp>
        <p:nvCxnSpPr>
          <p:cNvPr id="1039" name="Connettore diritto 1038">
            <a:extLst>
              <a:ext uri="{FF2B5EF4-FFF2-40B4-BE49-F238E27FC236}">
                <a16:creationId xmlns:a16="http://schemas.microsoft.com/office/drawing/2014/main" id="{85EB9483-9AE8-D78F-722A-9FF36B7987B9}"/>
              </a:ext>
            </a:extLst>
          </p:cNvPr>
          <p:cNvCxnSpPr>
            <a:cxnSpLocks/>
          </p:cNvCxnSpPr>
          <p:nvPr/>
        </p:nvCxnSpPr>
        <p:spPr>
          <a:xfrm flipH="1">
            <a:off x="-1215951" y="7269095"/>
            <a:ext cx="488462" cy="669646"/>
          </a:xfrm>
          <a:prstGeom prst="line">
            <a:avLst/>
          </a:prstGeom>
          <a:ln w="28575" cap="rnd">
            <a:solidFill>
              <a:srgbClr val="F2AA84"/>
            </a:solidFill>
            <a:prstDash val="sysDot"/>
            <a:bevel/>
          </a:ln>
        </p:spPr>
        <p:style>
          <a:lnRef idx="2">
            <a:schemeClr val="accent1"/>
          </a:lnRef>
          <a:fillRef idx="0">
            <a:schemeClr val="accent1"/>
          </a:fillRef>
          <a:effectRef idx="1">
            <a:schemeClr val="accent1"/>
          </a:effectRef>
          <a:fontRef idx="minor">
            <a:schemeClr val="tx1"/>
          </a:fontRef>
        </p:style>
      </p:cxnSp>
      <p:cxnSp>
        <p:nvCxnSpPr>
          <p:cNvPr id="1042" name="Connettore diritto 1041">
            <a:extLst>
              <a:ext uri="{FF2B5EF4-FFF2-40B4-BE49-F238E27FC236}">
                <a16:creationId xmlns:a16="http://schemas.microsoft.com/office/drawing/2014/main" id="{CCC7BEF2-1463-9A50-DD87-DE86842FBC54}"/>
              </a:ext>
            </a:extLst>
          </p:cNvPr>
          <p:cNvCxnSpPr>
            <a:cxnSpLocks/>
          </p:cNvCxnSpPr>
          <p:nvPr/>
        </p:nvCxnSpPr>
        <p:spPr>
          <a:xfrm>
            <a:off x="-534835" y="8953758"/>
            <a:ext cx="110773" cy="641572"/>
          </a:xfrm>
          <a:prstGeom prst="line">
            <a:avLst/>
          </a:prstGeom>
          <a:ln w="28575" cap="rnd">
            <a:solidFill>
              <a:srgbClr val="AB9488"/>
            </a:solidFill>
            <a:prstDash val="sysDot"/>
            <a:bevel/>
          </a:ln>
        </p:spPr>
        <p:style>
          <a:lnRef idx="2">
            <a:schemeClr val="accent1"/>
          </a:lnRef>
          <a:fillRef idx="0">
            <a:schemeClr val="accent1"/>
          </a:fillRef>
          <a:effectRef idx="1">
            <a:schemeClr val="accent1"/>
          </a:effectRef>
          <a:fontRef idx="minor">
            <a:schemeClr val="tx1"/>
          </a:fontRef>
        </p:style>
      </p:cxnSp>
      <p:sp>
        <p:nvSpPr>
          <p:cNvPr id="1045" name="CasellaDiTesto 1044">
            <a:extLst>
              <a:ext uri="{FF2B5EF4-FFF2-40B4-BE49-F238E27FC236}">
                <a16:creationId xmlns:a16="http://schemas.microsoft.com/office/drawing/2014/main" id="{ECA63D1A-918C-EEDD-ED51-8D1CE89CF353}"/>
              </a:ext>
            </a:extLst>
          </p:cNvPr>
          <p:cNvSpPr txBox="1"/>
          <p:nvPr/>
        </p:nvSpPr>
        <p:spPr>
          <a:xfrm>
            <a:off x="4745200" y="6585205"/>
            <a:ext cx="2160528" cy="276999"/>
          </a:xfrm>
          <a:prstGeom prst="rect">
            <a:avLst/>
          </a:prstGeom>
          <a:noFill/>
        </p:spPr>
        <p:txBody>
          <a:bodyPr wrap="none" rtlCol="0">
            <a:spAutoFit/>
          </a:bodyPr>
          <a:lstStyle/>
          <a:p>
            <a:r>
              <a:rPr lang="it-IT" sz="1200" dirty="0">
                <a:solidFill>
                  <a:srgbClr val="795548"/>
                </a:solidFill>
              </a:rPr>
              <a:t>4M x 8 bit = 4M x 1 byte = 4 MB</a:t>
            </a:r>
          </a:p>
        </p:txBody>
      </p:sp>
      <p:sp>
        <p:nvSpPr>
          <p:cNvPr id="3" name="CasellaDiTesto 2">
            <a:extLst>
              <a:ext uri="{FF2B5EF4-FFF2-40B4-BE49-F238E27FC236}">
                <a16:creationId xmlns:a16="http://schemas.microsoft.com/office/drawing/2014/main" id="{D15D0C89-B1FD-818F-1C36-5FC614775C2C}"/>
              </a:ext>
            </a:extLst>
          </p:cNvPr>
          <p:cNvSpPr txBox="1"/>
          <p:nvPr/>
        </p:nvSpPr>
        <p:spPr>
          <a:xfrm>
            <a:off x="29452" y="6316810"/>
            <a:ext cx="3238461" cy="384721"/>
          </a:xfrm>
          <a:prstGeom prst="rect">
            <a:avLst/>
          </a:prstGeom>
          <a:noFill/>
          <a:ln w="28575">
            <a:noFill/>
          </a:ln>
        </p:spPr>
        <p:txBody>
          <a:bodyPr wrap="square" rtlCol="0">
            <a:spAutoFit/>
          </a:bodyPr>
          <a:lstStyle/>
          <a:p>
            <a:pPr algn="ctr"/>
            <a:r>
              <a:rPr lang="it-IT" sz="950" dirty="0">
                <a:solidFill>
                  <a:srgbClr val="795548"/>
                </a:solidFill>
              </a:rPr>
              <a:t>*Nella slide successiva ho fatto una altra rappresentazione</a:t>
            </a:r>
          </a:p>
        </p:txBody>
      </p:sp>
      <p:cxnSp>
        <p:nvCxnSpPr>
          <p:cNvPr id="505" name="Connettore diritto 504">
            <a:extLst>
              <a:ext uri="{FF2B5EF4-FFF2-40B4-BE49-F238E27FC236}">
                <a16:creationId xmlns:a16="http://schemas.microsoft.com/office/drawing/2014/main" id="{30FF986F-D880-7AD7-D958-64F1BAD28D7B}"/>
              </a:ext>
            </a:extLst>
          </p:cNvPr>
          <p:cNvCxnSpPr>
            <a:cxnSpLocks/>
          </p:cNvCxnSpPr>
          <p:nvPr/>
        </p:nvCxnSpPr>
        <p:spPr>
          <a:xfrm flipH="1">
            <a:off x="4634382" y="10101001"/>
            <a:ext cx="19378" cy="475372"/>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sp>
        <p:nvSpPr>
          <p:cNvPr id="65" name="CasellaDiTesto 64">
            <a:extLst>
              <a:ext uri="{FF2B5EF4-FFF2-40B4-BE49-F238E27FC236}">
                <a16:creationId xmlns:a16="http://schemas.microsoft.com/office/drawing/2014/main" id="{03BA0B7C-243D-AB5C-8E70-50B8A2328BE0}"/>
              </a:ext>
            </a:extLst>
          </p:cNvPr>
          <p:cNvSpPr txBox="1"/>
          <p:nvPr/>
        </p:nvSpPr>
        <p:spPr>
          <a:xfrm>
            <a:off x="4694959" y="10233304"/>
            <a:ext cx="288862" cy="261610"/>
          </a:xfrm>
          <a:prstGeom prst="rect">
            <a:avLst/>
          </a:prstGeom>
          <a:noFill/>
        </p:spPr>
        <p:txBody>
          <a:bodyPr wrap="none" rtlCol="0">
            <a:spAutoFit/>
          </a:bodyPr>
          <a:lstStyle/>
          <a:p>
            <a:r>
              <a:rPr lang="it-IT" sz="1100" dirty="0">
                <a:solidFill>
                  <a:srgbClr val="F94D63"/>
                </a:solidFill>
              </a:rPr>
              <a:t>8 </a:t>
            </a:r>
          </a:p>
        </p:txBody>
      </p:sp>
      <p:sp>
        <p:nvSpPr>
          <p:cNvPr id="147" name="CasellaDiTesto 146">
            <a:extLst>
              <a:ext uri="{FF2B5EF4-FFF2-40B4-BE49-F238E27FC236}">
                <a16:creationId xmlns:a16="http://schemas.microsoft.com/office/drawing/2014/main" id="{7B64435E-5D4F-1497-0027-372D9A493CAE}"/>
              </a:ext>
            </a:extLst>
          </p:cNvPr>
          <p:cNvSpPr txBox="1"/>
          <p:nvPr/>
        </p:nvSpPr>
        <p:spPr>
          <a:xfrm>
            <a:off x="4847256" y="10246724"/>
            <a:ext cx="651973" cy="307777"/>
          </a:xfrm>
          <a:prstGeom prst="rect">
            <a:avLst/>
          </a:prstGeom>
          <a:noFill/>
        </p:spPr>
        <p:txBody>
          <a:bodyPr wrap="none" rtlCol="0">
            <a:spAutoFit/>
          </a:bodyPr>
          <a:lstStyle/>
          <a:p>
            <a:r>
              <a:rPr lang="it-IT" sz="1400" dirty="0">
                <a:solidFill>
                  <a:srgbClr val="F94D63"/>
                </a:solidFill>
              </a:rPr>
              <a:t>DATO </a:t>
            </a:r>
          </a:p>
        </p:txBody>
      </p:sp>
      <p:sp>
        <p:nvSpPr>
          <p:cNvPr id="93" name="Rettangolo 92">
            <a:extLst>
              <a:ext uri="{FF2B5EF4-FFF2-40B4-BE49-F238E27FC236}">
                <a16:creationId xmlns:a16="http://schemas.microsoft.com/office/drawing/2014/main" id="{5662B472-BE7A-378C-0353-0B0D693D261E}"/>
              </a:ext>
            </a:extLst>
          </p:cNvPr>
          <p:cNvSpPr>
            <a:spLocks noChangeAspect="1"/>
          </p:cNvSpPr>
          <p:nvPr/>
        </p:nvSpPr>
        <p:spPr>
          <a:xfrm>
            <a:off x="6578631"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7" name="Rettangolo 96">
            <a:extLst>
              <a:ext uri="{FF2B5EF4-FFF2-40B4-BE49-F238E27FC236}">
                <a16:creationId xmlns:a16="http://schemas.microsoft.com/office/drawing/2014/main" id="{49F01769-DB84-A1B0-847B-7FDBEC521316}"/>
              </a:ext>
            </a:extLst>
          </p:cNvPr>
          <p:cNvSpPr>
            <a:spLocks noChangeAspect="1"/>
          </p:cNvSpPr>
          <p:nvPr/>
        </p:nvSpPr>
        <p:spPr>
          <a:xfrm>
            <a:off x="6578631"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5" name="Rettangolo 104">
            <a:extLst>
              <a:ext uri="{FF2B5EF4-FFF2-40B4-BE49-F238E27FC236}">
                <a16:creationId xmlns:a16="http://schemas.microsoft.com/office/drawing/2014/main" id="{670EE5E8-540D-F3B1-CF6C-549654D7A1B7}"/>
              </a:ext>
            </a:extLst>
          </p:cNvPr>
          <p:cNvSpPr>
            <a:spLocks noChangeAspect="1"/>
          </p:cNvSpPr>
          <p:nvPr/>
        </p:nvSpPr>
        <p:spPr>
          <a:xfrm>
            <a:off x="6578631"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7" name="Connettore diritto 106">
            <a:extLst>
              <a:ext uri="{FF2B5EF4-FFF2-40B4-BE49-F238E27FC236}">
                <a16:creationId xmlns:a16="http://schemas.microsoft.com/office/drawing/2014/main" id="{FD936654-30A3-DD83-255D-8A97316FB6AA}"/>
              </a:ext>
            </a:extLst>
          </p:cNvPr>
          <p:cNvCxnSpPr>
            <a:cxnSpLocks/>
          </p:cNvCxnSpPr>
          <p:nvPr/>
        </p:nvCxnSpPr>
        <p:spPr>
          <a:xfrm flipV="1">
            <a:off x="6901037"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108" name="Connettore diritto 107">
            <a:extLst>
              <a:ext uri="{FF2B5EF4-FFF2-40B4-BE49-F238E27FC236}">
                <a16:creationId xmlns:a16="http://schemas.microsoft.com/office/drawing/2014/main" id="{ADA487D6-F486-753C-7528-3ACB210F58BF}"/>
              </a:ext>
            </a:extLst>
          </p:cNvPr>
          <p:cNvCxnSpPr>
            <a:cxnSpLocks/>
          </p:cNvCxnSpPr>
          <p:nvPr/>
        </p:nvCxnSpPr>
        <p:spPr>
          <a:xfrm>
            <a:off x="6691210"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11" name="Rettangolo 110">
            <a:extLst>
              <a:ext uri="{FF2B5EF4-FFF2-40B4-BE49-F238E27FC236}">
                <a16:creationId xmlns:a16="http://schemas.microsoft.com/office/drawing/2014/main" id="{632731C8-EA48-7945-992C-28908ECD2A5E}"/>
              </a:ext>
            </a:extLst>
          </p:cNvPr>
          <p:cNvSpPr>
            <a:spLocks noChangeAspect="1"/>
          </p:cNvSpPr>
          <p:nvPr/>
        </p:nvSpPr>
        <p:spPr>
          <a:xfrm>
            <a:off x="6578631"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14" name="Connettore diritto 113">
            <a:extLst>
              <a:ext uri="{FF2B5EF4-FFF2-40B4-BE49-F238E27FC236}">
                <a16:creationId xmlns:a16="http://schemas.microsoft.com/office/drawing/2014/main" id="{C3D3E8C5-4969-25BE-98A0-1B3AF0C1D7B4}"/>
              </a:ext>
            </a:extLst>
          </p:cNvPr>
          <p:cNvCxnSpPr>
            <a:cxnSpLocks/>
          </p:cNvCxnSpPr>
          <p:nvPr/>
        </p:nvCxnSpPr>
        <p:spPr>
          <a:xfrm>
            <a:off x="6683986"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19" name="Connettore diritto 118">
            <a:extLst>
              <a:ext uri="{FF2B5EF4-FFF2-40B4-BE49-F238E27FC236}">
                <a16:creationId xmlns:a16="http://schemas.microsoft.com/office/drawing/2014/main" id="{AD985122-716D-E66A-04B7-04A0F4809911}"/>
              </a:ext>
            </a:extLst>
          </p:cNvPr>
          <p:cNvCxnSpPr>
            <a:cxnSpLocks/>
          </p:cNvCxnSpPr>
          <p:nvPr/>
        </p:nvCxnSpPr>
        <p:spPr>
          <a:xfrm>
            <a:off x="6693380"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23" name="Connettore diritto 122">
            <a:extLst>
              <a:ext uri="{FF2B5EF4-FFF2-40B4-BE49-F238E27FC236}">
                <a16:creationId xmlns:a16="http://schemas.microsoft.com/office/drawing/2014/main" id="{46B2167B-80A3-B326-79E2-15F145165FF1}"/>
              </a:ext>
            </a:extLst>
          </p:cNvPr>
          <p:cNvCxnSpPr>
            <a:cxnSpLocks/>
          </p:cNvCxnSpPr>
          <p:nvPr/>
        </p:nvCxnSpPr>
        <p:spPr>
          <a:xfrm>
            <a:off x="6683986"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24" name="CasellaDiTesto 123">
            <a:extLst>
              <a:ext uri="{FF2B5EF4-FFF2-40B4-BE49-F238E27FC236}">
                <a16:creationId xmlns:a16="http://schemas.microsoft.com/office/drawing/2014/main" id="{9C8B10B2-54B9-E205-9701-936DBD23CED7}"/>
              </a:ext>
            </a:extLst>
          </p:cNvPr>
          <p:cNvSpPr txBox="1"/>
          <p:nvPr/>
        </p:nvSpPr>
        <p:spPr>
          <a:xfrm>
            <a:off x="6897917"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125" name="Connettore diritto 124">
            <a:extLst>
              <a:ext uri="{FF2B5EF4-FFF2-40B4-BE49-F238E27FC236}">
                <a16:creationId xmlns:a16="http://schemas.microsoft.com/office/drawing/2014/main" id="{38D19F05-C5A6-78FC-687E-EB7D72131CE5}"/>
              </a:ext>
            </a:extLst>
          </p:cNvPr>
          <p:cNvCxnSpPr>
            <a:cxnSpLocks/>
          </p:cNvCxnSpPr>
          <p:nvPr/>
        </p:nvCxnSpPr>
        <p:spPr>
          <a:xfrm rot="16200000">
            <a:off x="5324327"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1024" name="Gruppo 1023">
            <a:extLst>
              <a:ext uri="{FF2B5EF4-FFF2-40B4-BE49-F238E27FC236}">
                <a16:creationId xmlns:a16="http://schemas.microsoft.com/office/drawing/2014/main" id="{6FC35874-B159-90B9-4ADE-B77E6A9DF29E}"/>
              </a:ext>
            </a:extLst>
          </p:cNvPr>
          <p:cNvGrpSpPr/>
          <p:nvPr/>
        </p:nvGrpSpPr>
        <p:grpSpPr>
          <a:xfrm>
            <a:off x="6461099" y="7381924"/>
            <a:ext cx="111963" cy="1906081"/>
            <a:chOff x="6457846" y="7732001"/>
            <a:chExt cx="47156" cy="1906081"/>
          </a:xfrm>
          <a:solidFill>
            <a:srgbClr val="FAF6EF"/>
          </a:solidFill>
        </p:grpSpPr>
        <p:cxnSp>
          <p:nvCxnSpPr>
            <p:cNvPr id="1025" name="Connettore diritto 1024">
              <a:extLst>
                <a:ext uri="{FF2B5EF4-FFF2-40B4-BE49-F238E27FC236}">
                  <a16:creationId xmlns:a16="http://schemas.microsoft.com/office/drawing/2014/main" id="{07A34E04-ACFA-721C-1AA3-7FB0D512710C}"/>
                </a:ext>
              </a:extLst>
            </p:cNvPr>
            <p:cNvCxnSpPr>
              <a:cxnSpLocks/>
            </p:cNvCxnSpPr>
            <p:nvPr/>
          </p:nvCxnSpPr>
          <p:spPr>
            <a:xfrm rot="16200000">
              <a:off x="6478524" y="9614508"/>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26" name="Connettore diritto 1025">
              <a:extLst>
                <a:ext uri="{FF2B5EF4-FFF2-40B4-BE49-F238E27FC236}">
                  <a16:creationId xmlns:a16="http://schemas.microsoft.com/office/drawing/2014/main" id="{2F2CF63E-82E9-665D-AE84-6F9C5F139774}"/>
                </a:ext>
              </a:extLst>
            </p:cNvPr>
            <p:cNvCxnSpPr>
              <a:cxnSpLocks/>
            </p:cNvCxnSpPr>
            <p:nvPr/>
          </p:nvCxnSpPr>
          <p:spPr>
            <a:xfrm rot="16200000">
              <a:off x="6481428" y="8365544"/>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27" name="Connettore diritto 1026">
              <a:extLst>
                <a:ext uri="{FF2B5EF4-FFF2-40B4-BE49-F238E27FC236}">
                  <a16:creationId xmlns:a16="http://schemas.microsoft.com/office/drawing/2014/main" id="{3D4B6DB1-13D6-FD75-E192-546E3E1C174B}"/>
                </a:ext>
              </a:extLst>
            </p:cNvPr>
            <p:cNvCxnSpPr>
              <a:cxnSpLocks/>
            </p:cNvCxnSpPr>
            <p:nvPr/>
          </p:nvCxnSpPr>
          <p:spPr>
            <a:xfrm rot="16200000">
              <a:off x="6478524" y="7711323"/>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sp>
        <p:nvSpPr>
          <p:cNvPr id="1033" name="Rettangolo 1032">
            <a:extLst>
              <a:ext uri="{FF2B5EF4-FFF2-40B4-BE49-F238E27FC236}">
                <a16:creationId xmlns:a16="http://schemas.microsoft.com/office/drawing/2014/main" id="{827ECBD7-8563-C0AB-9367-DFD7F7FC6113}"/>
              </a:ext>
            </a:extLst>
          </p:cNvPr>
          <p:cNvSpPr>
            <a:spLocks noChangeAspect="1"/>
          </p:cNvSpPr>
          <p:nvPr/>
        </p:nvSpPr>
        <p:spPr>
          <a:xfrm>
            <a:off x="4646846"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34" name="Rettangolo 1033">
            <a:extLst>
              <a:ext uri="{FF2B5EF4-FFF2-40B4-BE49-F238E27FC236}">
                <a16:creationId xmlns:a16="http://schemas.microsoft.com/office/drawing/2014/main" id="{5D411A9A-E582-6972-B5EB-77EC9A7278D0}"/>
              </a:ext>
            </a:extLst>
          </p:cNvPr>
          <p:cNvSpPr>
            <a:spLocks noChangeAspect="1"/>
          </p:cNvSpPr>
          <p:nvPr/>
        </p:nvSpPr>
        <p:spPr>
          <a:xfrm>
            <a:off x="4646846"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35" name="Rettangolo 1034">
            <a:extLst>
              <a:ext uri="{FF2B5EF4-FFF2-40B4-BE49-F238E27FC236}">
                <a16:creationId xmlns:a16="http://schemas.microsoft.com/office/drawing/2014/main" id="{A4674862-B81C-64B2-E0AF-110859CDD470}"/>
              </a:ext>
            </a:extLst>
          </p:cNvPr>
          <p:cNvSpPr>
            <a:spLocks noChangeAspect="1"/>
          </p:cNvSpPr>
          <p:nvPr/>
        </p:nvSpPr>
        <p:spPr>
          <a:xfrm>
            <a:off x="4646846"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36" name="Connettore diritto 1035">
            <a:extLst>
              <a:ext uri="{FF2B5EF4-FFF2-40B4-BE49-F238E27FC236}">
                <a16:creationId xmlns:a16="http://schemas.microsoft.com/office/drawing/2014/main" id="{C776BD22-4591-3913-529D-1DFFC48B3DAC}"/>
              </a:ext>
            </a:extLst>
          </p:cNvPr>
          <p:cNvCxnSpPr>
            <a:cxnSpLocks/>
          </p:cNvCxnSpPr>
          <p:nvPr/>
        </p:nvCxnSpPr>
        <p:spPr>
          <a:xfrm flipV="1">
            <a:off x="4969252"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7" name="Connettore diritto 1036">
            <a:extLst>
              <a:ext uri="{FF2B5EF4-FFF2-40B4-BE49-F238E27FC236}">
                <a16:creationId xmlns:a16="http://schemas.microsoft.com/office/drawing/2014/main" id="{AEDBCDB5-BC21-C0BF-3E10-143D06317255}"/>
              </a:ext>
            </a:extLst>
          </p:cNvPr>
          <p:cNvCxnSpPr>
            <a:cxnSpLocks/>
          </p:cNvCxnSpPr>
          <p:nvPr/>
        </p:nvCxnSpPr>
        <p:spPr>
          <a:xfrm>
            <a:off x="4759425"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038" name="Rettangolo 1037">
            <a:extLst>
              <a:ext uri="{FF2B5EF4-FFF2-40B4-BE49-F238E27FC236}">
                <a16:creationId xmlns:a16="http://schemas.microsoft.com/office/drawing/2014/main" id="{1DEF5EBE-97DB-1E42-33CB-02C9D6905B7C}"/>
              </a:ext>
            </a:extLst>
          </p:cNvPr>
          <p:cNvSpPr>
            <a:spLocks noChangeAspect="1"/>
          </p:cNvSpPr>
          <p:nvPr/>
        </p:nvSpPr>
        <p:spPr>
          <a:xfrm>
            <a:off x="4646846"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40" name="Connettore diritto 1039">
            <a:extLst>
              <a:ext uri="{FF2B5EF4-FFF2-40B4-BE49-F238E27FC236}">
                <a16:creationId xmlns:a16="http://schemas.microsoft.com/office/drawing/2014/main" id="{ABEBC325-088F-C537-5AE1-0C99A7FC6FBB}"/>
              </a:ext>
            </a:extLst>
          </p:cNvPr>
          <p:cNvCxnSpPr>
            <a:cxnSpLocks/>
          </p:cNvCxnSpPr>
          <p:nvPr/>
        </p:nvCxnSpPr>
        <p:spPr>
          <a:xfrm>
            <a:off x="4752201"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041" name="Connettore diritto 1040">
            <a:extLst>
              <a:ext uri="{FF2B5EF4-FFF2-40B4-BE49-F238E27FC236}">
                <a16:creationId xmlns:a16="http://schemas.microsoft.com/office/drawing/2014/main" id="{71771494-500B-7D66-7DA2-19EA97CB3305}"/>
              </a:ext>
            </a:extLst>
          </p:cNvPr>
          <p:cNvCxnSpPr>
            <a:cxnSpLocks/>
          </p:cNvCxnSpPr>
          <p:nvPr/>
        </p:nvCxnSpPr>
        <p:spPr>
          <a:xfrm>
            <a:off x="4761595"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043" name="Connettore diritto 1042">
            <a:extLst>
              <a:ext uri="{FF2B5EF4-FFF2-40B4-BE49-F238E27FC236}">
                <a16:creationId xmlns:a16="http://schemas.microsoft.com/office/drawing/2014/main" id="{F817FA93-48D6-A188-7746-410DE6AFDAED}"/>
              </a:ext>
            </a:extLst>
          </p:cNvPr>
          <p:cNvCxnSpPr>
            <a:cxnSpLocks/>
          </p:cNvCxnSpPr>
          <p:nvPr/>
        </p:nvCxnSpPr>
        <p:spPr>
          <a:xfrm>
            <a:off x="4752201"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046" name="CasellaDiTesto 1045">
            <a:extLst>
              <a:ext uri="{FF2B5EF4-FFF2-40B4-BE49-F238E27FC236}">
                <a16:creationId xmlns:a16="http://schemas.microsoft.com/office/drawing/2014/main" id="{B343474E-D5FD-FAA9-FB44-3CEF2795FC43}"/>
              </a:ext>
            </a:extLst>
          </p:cNvPr>
          <p:cNvSpPr txBox="1"/>
          <p:nvPr/>
        </p:nvSpPr>
        <p:spPr>
          <a:xfrm>
            <a:off x="4966132"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1047" name="Connettore diritto 1046">
            <a:extLst>
              <a:ext uri="{FF2B5EF4-FFF2-40B4-BE49-F238E27FC236}">
                <a16:creationId xmlns:a16="http://schemas.microsoft.com/office/drawing/2014/main" id="{F7913BE4-38F3-2D20-F518-DC9470F7526E}"/>
              </a:ext>
            </a:extLst>
          </p:cNvPr>
          <p:cNvCxnSpPr>
            <a:cxnSpLocks/>
          </p:cNvCxnSpPr>
          <p:nvPr/>
        </p:nvCxnSpPr>
        <p:spPr>
          <a:xfrm rot="16200000">
            <a:off x="3392542"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1048" name="Gruppo 1047">
            <a:extLst>
              <a:ext uri="{FF2B5EF4-FFF2-40B4-BE49-F238E27FC236}">
                <a16:creationId xmlns:a16="http://schemas.microsoft.com/office/drawing/2014/main" id="{5CE3BE99-C120-DB25-2F9F-F38071A07D60}"/>
              </a:ext>
            </a:extLst>
          </p:cNvPr>
          <p:cNvGrpSpPr/>
          <p:nvPr/>
        </p:nvGrpSpPr>
        <p:grpSpPr>
          <a:xfrm>
            <a:off x="4529314" y="7381924"/>
            <a:ext cx="111963" cy="1906081"/>
            <a:chOff x="6457846" y="7732001"/>
            <a:chExt cx="47156" cy="1906081"/>
          </a:xfrm>
          <a:solidFill>
            <a:srgbClr val="FAF6EF"/>
          </a:solidFill>
        </p:grpSpPr>
        <p:cxnSp>
          <p:nvCxnSpPr>
            <p:cNvPr id="1049" name="Connettore diritto 1048">
              <a:extLst>
                <a:ext uri="{FF2B5EF4-FFF2-40B4-BE49-F238E27FC236}">
                  <a16:creationId xmlns:a16="http://schemas.microsoft.com/office/drawing/2014/main" id="{A7D6861E-8441-D406-3A83-E8CDAC3ED7E0}"/>
                </a:ext>
              </a:extLst>
            </p:cNvPr>
            <p:cNvCxnSpPr>
              <a:cxnSpLocks/>
            </p:cNvCxnSpPr>
            <p:nvPr/>
          </p:nvCxnSpPr>
          <p:spPr>
            <a:xfrm rot="16200000">
              <a:off x="6478524" y="9614508"/>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50" name="Connettore diritto 1049">
              <a:extLst>
                <a:ext uri="{FF2B5EF4-FFF2-40B4-BE49-F238E27FC236}">
                  <a16:creationId xmlns:a16="http://schemas.microsoft.com/office/drawing/2014/main" id="{E94F9941-99BB-859C-2E62-7DC1C42F3D49}"/>
                </a:ext>
              </a:extLst>
            </p:cNvPr>
            <p:cNvCxnSpPr>
              <a:cxnSpLocks/>
            </p:cNvCxnSpPr>
            <p:nvPr/>
          </p:nvCxnSpPr>
          <p:spPr>
            <a:xfrm rot="16200000">
              <a:off x="6481428" y="8365544"/>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51" name="Connettore diritto 1050">
              <a:extLst>
                <a:ext uri="{FF2B5EF4-FFF2-40B4-BE49-F238E27FC236}">
                  <a16:creationId xmlns:a16="http://schemas.microsoft.com/office/drawing/2014/main" id="{402BABB2-59DD-3A63-FDFE-32B61503A287}"/>
                </a:ext>
              </a:extLst>
            </p:cNvPr>
            <p:cNvCxnSpPr>
              <a:cxnSpLocks/>
            </p:cNvCxnSpPr>
            <p:nvPr/>
          </p:nvCxnSpPr>
          <p:spPr>
            <a:xfrm rot="16200000">
              <a:off x="6478524" y="7711323"/>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sp>
        <p:nvSpPr>
          <p:cNvPr id="1053" name="Rettangolo 1052">
            <a:extLst>
              <a:ext uri="{FF2B5EF4-FFF2-40B4-BE49-F238E27FC236}">
                <a16:creationId xmlns:a16="http://schemas.microsoft.com/office/drawing/2014/main" id="{A0141FE4-401D-2300-8E6E-13A150E53958}"/>
              </a:ext>
            </a:extLst>
          </p:cNvPr>
          <p:cNvSpPr>
            <a:spLocks noChangeAspect="1"/>
          </p:cNvSpPr>
          <p:nvPr/>
        </p:nvSpPr>
        <p:spPr>
          <a:xfrm>
            <a:off x="5290775"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54" name="Rettangolo 1053">
            <a:extLst>
              <a:ext uri="{FF2B5EF4-FFF2-40B4-BE49-F238E27FC236}">
                <a16:creationId xmlns:a16="http://schemas.microsoft.com/office/drawing/2014/main" id="{605BAB2B-1A58-137E-7302-EACBE0618234}"/>
              </a:ext>
            </a:extLst>
          </p:cNvPr>
          <p:cNvSpPr>
            <a:spLocks noChangeAspect="1"/>
          </p:cNvSpPr>
          <p:nvPr/>
        </p:nvSpPr>
        <p:spPr>
          <a:xfrm>
            <a:off x="5290775"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55" name="Rettangolo 1054">
            <a:extLst>
              <a:ext uri="{FF2B5EF4-FFF2-40B4-BE49-F238E27FC236}">
                <a16:creationId xmlns:a16="http://schemas.microsoft.com/office/drawing/2014/main" id="{79A02077-CB8B-A84C-8D94-870379BEA133}"/>
              </a:ext>
            </a:extLst>
          </p:cNvPr>
          <p:cNvSpPr>
            <a:spLocks noChangeAspect="1"/>
          </p:cNvSpPr>
          <p:nvPr/>
        </p:nvSpPr>
        <p:spPr>
          <a:xfrm>
            <a:off x="5290775"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56" name="Connettore diritto 1055">
            <a:extLst>
              <a:ext uri="{FF2B5EF4-FFF2-40B4-BE49-F238E27FC236}">
                <a16:creationId xmlns:a16="http://schemas.microsoft.com/office/drawing/2014/main" id="{E093CE33-F47F-4F32-4958-3B9E2CC0EAA6}"/>
              </a:ext>
            </a:extLst>
          </p:cNvPr>
          <p:cNvCxnSpPr>
            <a:cxnSpLocks/>
          </p:cNvCxnSpPr>
          <p:nvPr/>
        </p:nvCxnSpPr>
        <p:spPr>
          <a:xfrm flipV="1">
            <a:off x="5613181"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7" name="Connettore diritto 1056">
            <a:extLst>
              <a:ext uri="{FF2B5EF4-FFF2-40B4-BE49-F238E27FC236}">
                <a16:creationId xmlns:a16="http://schemas.microsoft.com/office/drawing/2014/main" id="{EE310249-D7F2-648E-4E29-EF4617E36597}"/>
              </a:ext>
            </a:extLst>
          </p:cNvPr>
          <p:cNvCxnSpPr>
            <a:cxnSpLocks/>
          </p:cNvCxnSpPr>
          <p:nvPr/>
        </p:nvCxnSpPr>
        <p:spPr>
          <a:xfrm>
            <a:off x="5403354"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058" name="Rettangolo 1057">
            <a:extLst>
              <a:ext uri="{FF2B5EF4-FFF2-40B4-BE49-F238E27FC236}">
                <a16:creationId xmlns:a16="http://schemas.microsoft.com/office/drawing/2014/main" id="{E6C93269-1536-F367-3065-F605AE882BCD}"/>
              </a:ext>
            </a:extLst>
          </p:cNvPr>
          <p:cNvSpPr>
            <a:spLocks noChangeAspect="1"/>
          </p:cNvSpPr>
          <p:nvPr/>
        </p:nvSpPr>
        <p:spPr>
          <a:xfrm>
            <a:off x="5290775"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59" name="Connettore diritto 1058">
            <a:extLst>
              <a:ext uri="{FF2B5EF4-FFF2-40B4-BE49-F238E27FC236}">
                <a16:creationId xmlns:a16="http://schemas.microsoft.com/office/drawing/2014/main" id="{F89DDE03-478B-EBD1-5F6B-5510FF5C877A}"/>
              </a:ext>
            </a:extLst>
          </p:cNvPr>
          <p:cNvCxnSpPr>
            <a:cxnSpLocks/>
          </p:cNvCxnSpPr>
          <p:nvPr/>
        </p:nvCxnSpPr>
        <p:spPr>
          <a:xfrm>
            <a:off x="5396130"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060" name="Connettore diritto 1059">
            <a:extLst>
              <a:ext uri="{FF2B5EF4-FFF2-40B4-BE49-F238E27FC236}">
                <a16:creationId xmlns:a16="http://schemas.microsoft.com/office/drawing/2014/main" id="{F9D845D5-D26C-ED30-C9B1-E3888E07C66D}"/>
              </a:ext>
            </a:extLst>
          </p:cNvPr>
          <p:cNvCxnSpPr>
            <a:cxnSpLocks/>
          </p:cNvCxnSpPr>
          <p:nvPr/>
        </p:nvCxnSpPr>
        <p:spPr>
          <a:xfrm>
            <a:off x="5405524"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061" name="Connettore diritto 1060">
            <a:extLst>
              <a:ext uri="{FF2B5EF4-FFF2-40B4-BE49-F238E27FC236}">
                <a16:creationId xmlns:a16="http://schemas.microsoft.com/office/drawing/2014/main" id="{4495F791-F9E6-462C-50B9-38FC266E1078}"/>
              </a:ext>
            </a:extLst>
          </p:cNvPr>
          <p:cNvCxnSpPr>
            <a:cxnSpLocks/>
          </p:cNvCxnSpPr>
          <p:nvPr/>
        </p:nvCxnSpPr>
        <p:spPr>
          <a:xfrm>
            <a:off x="5396130"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062" name="CasellaDiTesto 1061">
            <a:extLst>
              <a:ext uri="{FF2B5EF4-FFF2-40B4-BE49-F238E27FC236}">
                <a16:creationId xmlns:a16="http://schemas.microsoft.com/office/drawing/2014/main" id="{723566CA-DD2A-4794-2F7A-A0B74CB3DF6C}"/>
              </a:ext>
            </a:extLst>
          </p:cNvPr>
          <p:cNvSpPr txBox="1"/>
          <p:nvPr/>
        </p:nvSpPr>
        <p:spPr>
          <a:xfrm>
            <a:off x="5610061"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1063" name="Connettore diritto 1062">
            <a:extLst>
              <a:ext uri="{FF2B5EF4-FFF2-40B4-BE49-F238E27FC236}">
                <a16:creationId xmlns:a16="http://schemas.microsoft.com/office/drawing/2014/main" id="{1F0E77CC-8A81-40E3-0B91-67ED9E8017DC}"/>
              </a:ext>
            </a:extLst>
          </p:cNvPr>
          <p:cNvCxnSpPr>
            <a:cxnSpLocks/>
          </p:cNvCxnSpPr>
          <p:nvPr/>
        </p:nvCxnSpPr>
        <p:spPr>
          <a:xfrm rot="16200000">
            <a:off x="4036471"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1064" name="Gruppo 1063">
            <a:extLst>
              <a:ext uri="{FF2B5EF4-FFF2-40B4-BE49-F238E27FC236}">
                <a16:creationId xmlns:a16="http://schemas.microsoft.com/office/drawing/2014/main" id="{7EEAEFC1-D124-531E-308E-4E4D90890B3B}"/>
              </a:ext>
            </a:extLst>
          </p:cNvPr>
          <p:cNvGrpSpPr/>
          <p:nvPr/>
        </p:nvGrpSpPr>
        <p:grpSpPr>
          <a:xfrm>
            <a:off x="5173243" y="7381924"/>
            <a:ext cx="111963" cy="1906081"/>
            <a:chOff x="6457846" y="7732001"/>
            <a:chExt cx="47156" cy="1906081"/>
          </a:xfrm>
          <a:solidFill>
            <a:srgbClr val="FAF6EF"/>
          </a:solidFill>
        </p:grpSpPr>
        <p:cxnSp>
          <p:nvCxnSpPr>
            <p:cNvPr id="1065" name="Connettore diritto 1064">
              <a:extLst>
                <a:ext uri="{FF2B5EF4-FFF2-40B4-BE49-F238E27FC236}">
                  <a16:creationId xmlns:a16="http://schemas.microsoft.com/office/drawing/2014/main" id="{F68ABF6E-6867-68FE-4E43-8D2C6EDFAF0D}"/>
                </a:ext>
              </a:extLst>
            </p:cNvPr>
            <p:cNvCxnSpPr>
              <a:cxnSpLocks/>
            </p:cNvCxnSpPr>
            <p:nvPr/>
          </p:nvCxnSpPr>
          <p:spPr>
            <a:xfrm rot="16200000">
              <a:off x="6478524" y="9614508"/>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66" name="Connettore diritto 1065">
              <a:extLst>
                <a:ext uri="{FF2B5EF4-FFF2-40B4-BE49-F238E27FC236}">
                  <a16:creationId xmlns:a16="http://schemas.microsoft.com/office/drawing/2014/main" id="{3F0BDD6B-B5E6-7C22-757E-78FA3814010E}"/>
                </a:ext>
              </a:extLst>
            </p:cNvPr>
            <p:cNvCxnSpPr>
              <a:cxnSpLocks/>
            </p:cNvCxnSpPr>
            <p:nvPr/>
          </p:nvCxnSpPr>
          <p:spPr>
            <a:xfrm rot="16200000">
              <a:off x="6481428" y="8365544"/>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67" name="Connettore diritto 1066">
              <a:extLst>
                <a:ext uri="{FF2B5EF4-FFF2-40B4-BE49-F238E27FC236}">
                  <a16:creationId xmlns:a16="http://schemas.microsoft.com/office/drawing/2014/main" id="{9AD9EF6D-8702-6CAE-1F9E-3B6E702F3AE1}"/>
                </a:ext>
              </a:extLst>
            </p:cNvPr>
            <p:cNvCxnSpPr>
              <a:cxnSpLocks/>
            </p:cNvCxnSpPr>
            <p:nvPr/>
          </p:nvCxnSpPr>
          <p:spPr>
            <a:xfrm rot="16200000">
              <a:off x="6478524" y="7711323"/>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sp>
        <p:nvSpPr>
          <p:cNvPr id="1069" name="Rettangolo 1068">
            <a:extLst>
              <a:ext uri="{FF2B5EF4-FFF2-40B4-BE49-F238E27FC236}">
                <a16:creationId xmlns:a16="http://schemas.microsoft.com/office/drawing/2014/main" id="{8B2C2CE2-086F-5DB7-9B92-AEFAE62E9CF6}"/>
              </a:ext>
            </a:extLst>
          </p:cNvPr>
          <p:cNvSpPr>
            <a:spLocks noChangeAspect="1"/>
          </p:cNvSpPr>
          <p:nvPr/>
        </p:nvSpPr>
        <p:spPr>
          <a:xfrm>
            <a:off x="5934704"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70" name="Rettangolo 1069">
            <a:extLst>
              <a:ext uri="{FF2B5EF4-FFF2-40B4-BE49-F238E27FC236}">
                <a16:creationId xmlns:a16="http://schemas.microsoft.com/office/drawing/2014/main" id="{275E829F-9E9E-18A4-9068-6431950C2CFC}"/>
              </a:ext>
            </a:extLst>
          </p:cNvPr>
          <p:cNvSpPr>
            <a:spLocks noChangeAspect="1"/>
          </p:cNvSpPr>
          <p:nvPr/>
        </p:nvSpPr>
        <p:spPr>
          <a:xfrm>
            <a:off x="5934704"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71" name="Rettangolo 1070">
            <a:extLst>
              <a:ext uri="{FF2B5EF4-FFF2-40B4-BE49-F238E27FC236}">
                <a16:creationId xmlns:a16="http://schemas.microsoft.com/office/drawing/2014/main" id="{AEB1C6E7-81E3-BD10-C482-F3C772A84A00}"/>
              </a:ext>
            </a:extLst>
          </p:cNvPr>
          <p:cNvSpPr>
            <a:spLocks noChangeAspect="1"/>
          </p:cNvSpPr>
          <p:nvPr/>
        </p:nvSpPr>
        <p:spPr>
          <a:xfrm>
            <a:off x="5934704"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72" name="Connettore diritto 1071">
            <a:extLst>
              <a:ext uri="{FF2B5EF4-FFF2-40B4-BE49-F238E27FC236}">
                <a16:creationId xmlns:a16="http://schemas.microsoft.com/office/drawing/2014/main" id="{05A65998-9ED4-AAF0-28E5-3054D158B8E0}"/>
              </a:ext>
            </a:extLst>
          </p:cNvPr>
          <p:cNvCxnSpPr>
            <a:cxnSpLocks/>
          </p:cNvCxnSpPr>
          <p:nvPr/>
        </p:nvCxnSpPr>
        <p:spPr>
          <a:xfrm flipV="1">
            <a:off x="6257110"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1073" name="Connettore diritto 1072">
            <a:extLst>
              <a:ext uri="{FF2B5EF4-FFF2-40B4-BE49-F238E27FC236}">
                <a16:creationId xmlns:a16="http://schemas.microsoft.com/office/drawing/2014/main" id="{3ABECE4E-72F3-409D-1F70-53808F655D75}"/>
              </a:ext>
            </a:extLst>
          </p:cNvPr>
          <p:cNvCxnSpPr>
            <a:cxnSpLocks/>
          </p:cNvCxnSpPr>
          <p:nvPr/>
        </p:nvCxnSpPr>
        <p:spPr>
          <a:xfrm>
            <a:off x="6047283"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074" name="Rettangolo 1073">
            <a:extLst>
              <a:ext uri="{FF2B5EF4-FFF2-40B4-BE49-F238E27FC236}">
                <a16:creationId xmlns:a16="http://schemas.microsoft.com/office/drawing/2014/main" id="{11A73DD4-8685-5CCE-F058-401182EA8806}"/>
              </a:ext>
            </a:extLst>
          </p:cNvPr>
          <p:cNvSpPr>
            <a:spLocks noChangeAspect="1"/>
          </p:cNvSpPr>
          <p:nvPr/>
        </p:nvSpPr>
        <p:spPr>
          <a:xfrm>
            <a:off x="5934704"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75" name="Connettore diritto 1074">
            <a:extLst>
              <a:ext uri="{FF2B5EF4-FFF2-40B4-BE49-F238E27FC236}">
                <a16:creationId xmlns:a16="http://schemas.microsoft.com/office/drawing/2014/main" id="{91B200C6-18ED-DD53-07A5-2A536B139066}"/>
              </a:ext>
            </a:extLst>
          </p:cNvPr>
          <p:cNvCxnSpPr>
            <a:cxnSpLocks/>
          </p:cNvCxnSpPr>
          <p:nvPr/>
        </p:nvCxnSpPr>
        <p:spPr>
          <a:xfrm>
            <a:off x="6040059"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076" name="Connettore diritto 1075">
            <a:extLst>
              <a:ext uri="{FF2B5EF4-FFF2-40B4-BE49-F238E27FC236}">
                <a16:creationId xmlns:a16="http://schemas.microsoft.com/office/drawing/2014/main" id="{2BA4B19C-8DA3-8EDB-2C76-4C58EED37B32}"/>
              </a:ext>
            </a:extLst>
          </p:cNvPr>
          <p:cNvCxnSpPr>
            <a:cxnSpLocks/>
          </p:cNvCxnSpPr>
          <p:nvPr/>
        </p:nvCxnSpPr>
        <p:spPr>
          <a:xfrm>
            <a:off x="6049453"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077" name="Connettore diritto 1076">
            <a:extLst>
              <a:ext uri="{FF2B5EF4-FFF2-40B4-BE49-F238E27FC236}">
                <a16:creationId xmlns:a16="http://schemas.microsoft.com/office/drawing/2014/main" id="{11D05752-E123-1A13-017B-9935B352F977}"/>
              </a:ext>
            </a:extLst>
          </p:cNvPr>
          <p:cNvCxnSpPr>
            <a:cxnSpLocks/>
          </p:cNvCxnSpPr>
          <p:nvPr/>
        </p:nvCxnSpPr>
        <p:spPr>
          <a:xfrm>
            <a:off x="6040059"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078" name="CasellaDiTesto 1077">
            <a:extLst>
              <a:ext uri="{FF2B5EF4-FFF2-40B4-BE49-F238E27FC236}">
                <a16:creationId xmlns:a16="http://schemas.microsoft.com/office/drawing/2014/main" id="{6F6BAF96-532B-977D-FF2B-C246050472F1}"/>
              </a:ext>
            </a:extLst>
          </p:cNvPr>
          <p:cNvSpPr txBox="1"/>
          <p:nvPr/>
        </p:nvSpPr>
        <p:spPr>
          <a:xfrm>
            <a:off x="6253990"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1079" name="Connettore diritto 1078">
            <a:extLst>
              <a:ext uri="{FF2B5EF4-FFF2-40B4-BE49-F238E27FC236}">
                <a16:creationId xmlns:a16="http://schemas.microsoft.com/office/drawing/2014/main" id="{14D30F6C-CAA7-E7C6-78FE-10A3210E2079}"/>
              </a:ext>
            </a:extLst>
          </p:cNvPr>
          <p:cNvCxnSpPr>
            <a:cxnSpLocks/>
          </p:cNvCxnSpPr>
          <p:nvPr/>
        </p:nvCxnSpPr>
        <p:spPr>
          <a:xfrm rot="16200000">
            <a:off x="4680400"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1080" name="Gruppo 1079">
            <a:extLst>
              <a:ext uri="{FF2B5EF4-FFF2-40B4-BE49-F238E27FC236}">
                <a16:creationId xmlns:a16="http://schemas.microsoft.com/office/drawing/2014/main" id="{F759BD28-4512-087E-9026-EA0400609B69}"/>
              </a:ext>
            </a:extLst>
          </p:cNvPr>
          <p:cNvGrpSpPr/>
          <p:nvPr/>
        </p:nvGrpSpPr>
        <p:grpSpPr>
          <a:xfrm>
            <a:off x="5817172" y="7381924"/>
            <a:ext cx="111963" cy="1906081"/>
            <a:chOff x="6457846" y="7732001"/>
            <a:chExt cx="47156" cy="1906081"/>
          </a:xfrm>
          <a:solidFill>
            <a:srgbClr val="FAF6EF"/>
          </a:solidFill>
        </p:grpSpPr>
        <p:cxnSp>
          <p:nvCxnSpPr>
            <p:cNvPr id="1081" name="Connettore diritto 1080">
              <a:extLst>
                <a:ext uri="{FF2B5EF4-FFF2-40B4-BE49-F238E27FC236}">
                  <a16:creationId xmlns:a16="http://schemas.microsoft.com/office/drawing/2014/main" id="{8B275608-8A50-C2F2-E9C2-A395248FC005}"/>
                </a:ext>
              </a:extLst>
            </p:cNvPr>
            <p:cNvCxnSpPr>
              <a:cxnSpLocks/>
            </p:cNvCxnSpPr>
            <p:nvPr/>
          </p:nvCxnSpPr>
          <p:spPr>
            <a:xfrm rot="16200000">
              <a:off x="6478524" y="9614508"/>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82" name="Connettore diritto 1081">
              <a:extLst>
                <a:ext uri="{FF2B5EF4-FFF2-40B4-BE49-F238E27FC236}">
                  <a16:creationId xmlns:a16="http://schemas.microsoft.com/office/drawing/2014/main" id="{F3943F41-717D-0A82-E664-762656337698}"/>
                </a:ext>
              </a:extLst>
            </p:cNvPr>
            <p:cNvCxnSpPr>
              <a:cxnSpLocks/>
            </p:cNvCxnSpPr>
            <p:nvPr/>
          </p:nvCxnSpPr>
          <p:spPr>
            <a:xfrm rot="16200000">
              <a:off x="6481428" y="8365544"/>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083" name="Connettore diritto 1082">
              <a:extLst>
                <a:ext uri="{FF2B5EF4-FFF2-40B4-BE49-F238E27FC236}">
                  <a16:creationId xmlns:a16="http://schemas.microsoft.com/office/drawing/2014/main" id="{FF923713-9987-3812-4CC0-F0C9088C1536}"/>
                </a:ext>
              </a:extLst>
            </p:cNvPr>
            <p:cNvCxnSpPr>
              <a:cxnSpLocks/>
            </p:cNvCxnSpPr>
            <p:nvPr/>
          </p:nvCxnSpPr>
          <p:spPr>
            <a:xfrm rot="16200000">
              <a:off x="6478524" y="7711323"/>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sp>
        <p:nvSpPr>
          <p:cNvPr id="130" name="Rettangolo 129">
            <a:extLst>
              <a:ext uri="{FF2B5EF4-FFF2-40B4-BE49-F238E27FC236}">
                <a16:creationId xmlns:a16="http://schemas.microsoft.com/office/drawing/2014/main" id="{542E153A-2CE3-218C-EFC9-42F8761C69CF}"/>
              </a:ext>
            </a:extLst>
          </p:cNvPr>
          <p:cNvSpPr>
            <a:spLocks noChangeAspect="1"/>
          </p:cNvSpPr>
          <p:nvPr/>
        </p:nvSpPr>
        <p:spPr>
          <a:xfrm>
            <a:off x="4002917"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1" name="Rettangolo 130">
            <a:extLst>
              <a:ext uri="{FF2B5EF4-FFF2-40B4-BE49-F238E27FC236}">
                <a16:creationId xmlns:a16="http://schemas.microsoft.com/office/drawing/2014/main" id="{A2CA6AB8-D3F1-D2D5-EE53-51C563F7989F}"/>
              </a:ext>
            </a:extLst>
          </p:cNvPr>
          <p:cNvSpPr>
            <a:spLocks noChangeAspect="1"/>
          </p:cNvSpPr>
          <p:nvPr/>
        </p:nvSpPr>
        <p:spPr>
          <a:xfrm>
            <a:off x="4002917"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2" name="Rettangolo 131">
            <a:extLst>
              <a:ext uri="{FF2B5EF4-FFF2-40B4-BE49-F238E27FC236}">
                <a16:creationId xmlns:a16="http://schemas.microsoft.com/office/drawing/2014/main" id="{BBB90C79-3753-C26D-AB9D-AD0551CC6D04}"/>
              </a:ext>
            </a:extLst>
          </p:cNvPr>
          <p:cNvSpPr>
            <a:spLocks noChangeAspect="1"/>
          </p:cNvSpPr>
          <p:nvPr/>
        </p:nvSpPr>
        <p:spPr>
          <a:xfrm>
            <a:off x="4002917"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34" name="Connettore diritto 133">
            <a:extLst>
              <a:ext uri="{FF2B5EF4-FFF2-40B4-BE49-F238E27FC236}">
                <a16:creationId xmlns:a16="http://schemas.microsoft.com/office/drawing/2014/main" id="{EA359625-2A59-F8FF-4CE5-B3AC42950FE9}"/>
              </a:ext>
            </a:extLst>
          </p:cNvPr>
          <p:cNvCxnSpPr>
            <a:cxnSpLocks/>
          </p:cNvCxnSpPr>
          <p:nvPr/>
        </p:nvCxnSpPr>
        <p:spPr>
          <a:xfrm flipV="1">
            <a:off x="4325323"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135" name="Connettore diritto 134">
            <a:extLst>
              <a:ext uri="{FF2B5EF4-FFF2-40B4-BE49-F238E27FC236}">
                <a16:creationId xmlns:a16="http://schemas.microsoft.com/office/drawing/2014/main" id="{4B986016-0E5E-0ADA-AD67-F6682850F636}"/>
              </a:ext>
            </a:extLst>
          </p:cNvPr>
          <p:cNvCxnSpPr>
            <a:cxnSpLocks/>
          </p:cNvCxnSpPr>
          <p:nvPr/>
        </p:nvCxnSpPr>
        <p:spPr>
          <a:xfrm>
            <a:off x="4115496"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39" name="Rettangolo 138">
            <a:extLst>
              <a:ext uri="{FF2B5EF4-FFF2-40B4-BE49-F238E27FC236}">
                <a16:creationId xmlns:a16="http://schemas.microsoft.com/office/drawing/2014/main" id="{3A4DB6C1-8420-3A44-4349-4B9FF54A4AE1}"/>
              </a:ext>
            </a:extLst>
          </p:cNvPr>
          <p:cNvSpPr>
            <a:spLocks noChangeAspect="1"/>
          </p:cNvSpPr>
          <p:nvPr/>
        </p:nvSpPr>
        <p:spPr>
          <a:xfrm>
            <a:off x="4002917"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40" name="Connettore diritto 139">
            <a:extLst>
              <a:ext uri="{FF2B5EF4-FFF2-40B4-BE49-F238E27FC236}">
                <a16:creationId xmlns:a16="http://schemas.microsoft.com/office/drawing/2014/main" id="{22862762-30B1-6EB2-A942-4FB927A2649E}"/>
              </a:ext>
            </a:extLst>
          </p:cNvPr>
          <p:cNvCxnSpPr>
            <a:cxnSpLocks/>
          </p:cNvCxnSpPr>
          <p:nvPr/>
        </p:nvCxnSpPr>
        <p:spPr>
          <a:xfrm>
            <a:off x="4108272"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41" name="Connettore diritto 140">
            <a:extLst>
              <a:ext uri="{FF2B5EF4-FFF2-40B4-BE49-F238E27FC236}">
                <a16:creationId xmlns:a16="http://schemas.microsoft.com/office/drawing/2014/main" id="{5B16183E-8FA1-8B96-6964-11BBBCB28723}"/>
              </a:ext>
            </a:extLst>
          </p:cNvPr>
          <p:cNvCxnSpPr>
            <a:cxnSpLocks/>
          </p:cNvCxnSpPr>
          <p:nvPr/>
        </p:nvCxnSpPr>
        <p:spPr>
          <a:xfrm>
            <a:off x="4117666"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42" name="Connettore diritto 141">
            <a:extLst>
              <a:ext uri="{FF2B5EF4-FFF2-40B4-BE49-F238E27FC236}">
                <a16:creationId xmlns:a16="http://schemas.microsoft.com/office/drawing/2014/main" id="{7B8B2D4A-7CCA-0AC9-4EF4-E7747152DA70}"/>
              </a:ext>
            </a:extLst>
          </p:cNvPr>
          <p:cNvCxnSpPr>
            <a:cxnSpLocks/>
          </p:cNvCxnSpPr>
          <p:nvPr/>
        </p:nvCxnSpPr>
        <p:spPr>
          <a:xfrm>
            <a:off x="4108272"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43" name="CasellaDiTesto 142">
            <a:extLst>
              <a:ext uri="{FF2B5EF4-FFF2-40B4-BE49-F238E27FC236}">
                <a16:creationId xmlns:a16="http://schemas.microsoft.com/office/drawing/2014/main" id="{942A1CA2-739C-EE72-812B-9D526C5F1A5D}"/>
              </a:ext>
            </a:extLst>
          </p:cNvPr>
          <p:cNvSpPr txBox="1"/>
          <p:nvPr/>
        </p:nvSpPr>
        <p:spPr>
          <a:xfrm>
            <a:off x="4322203"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144" name="Connettore diritto 143">
            <a:extLst>
              <a:ext uri="{FF2B5EF4-FFF2-40B4-BE49-F238E27FC236}">
                <a16:creationId xmlns:a16="http://schemas.microsoft.com/office/drawing/2014/main" id="{A2A497CC-7449-6254-0CEB-2EC30A9668CF}"/>
              </a:ext>
            </a:extLst>
          </p:cNvPr>
          <p:cNvCxnSpPr>
            <a:cxnSpLocks/>
          </p:cNvCxnSpPr>
          <p:nvPr/>
        </p:nvCxnSpPr>
        <p:spPr>
          <a:xfrm rot="16200000">
            <a:off x="2748613"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145" name="Gruppo 144">
            <a:extLst>
              <a:ext uri="{FF2B5EF4-FFF2-40B4-BE49-F238E27FC236}">
                <a16:creationId xmlns:a16="http://schemas.microsoft.com/office/drawing/2014/main" id="{EAC7382D-33B4-2C88-D4FA-0CB921E152C2}"/>
              </a:ext>
            </a:extLst>
          </p:cNvPr>
          <p:cNvGrpSpPr/>
          <p:nvPr/>
        </p:nvGrpSpPr>
        <p:grpSpPr>
          <a:xfrm>
            <a:off x="3885385" y="7381924"/>
            <a:ext cx="111963" cy="1906081"/>
            <a:chOff x="6457846" y="7732001"/>
            <a:chExt cx="47156" cy="1906081"/>
          </a:xfrm>
          <a:solidFill>
            <a:srgbClr val="FAF6EF"/>
          </a:solidFill>
        </p:grpSpPr>
        <p:cxnSp>
          <p:nvCxnSpPr>
            <p:cNvPr id="146" name="Connettore diritto 145">
              <a:extLst>
                <a:ext uri="{FF2B5EF4-FFF2-40B4-BE49-F238E27FC236}">
                  <a16:creationId xmlns:a16="http://schemas.microsoft.com/office/drawing/2014/main" id="{8ED939CE-F102-F07D-D48B-AE237C826CA5}"/>
                </a:ext>
              </a:extLst>
            </p:cNvPr>
            <p:cNvCxnSpPr>
              <a:cxnSpLocks/>
            </p:cNvCxnSpPr>
            <p:nvPr/>
          </p:nvCxnSpPr>
          <p:spPr>
            <a:xfrm rot="16200000">
              <a:off x="6478524" y="9614508"/>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55" name="Connettore diritto 154">
              <a:extLst>
                <a:ext uri="{FF2B5EF4-FFF2-40B4-BE49-F238E27FC236}">
                  <a16:creationId xmlns:a16="http://schemas.microsoft.com/office/drawing/2014/main" id="{18B5FA6E-3C30-8978-92A5-EC17B1C5A8EF}"/>
                </a:ext>
              </a:extLst>
            </p:cNvPr>
            <p:cNvCxnSpPr>
              <a:cxnSpLocks/>
            </p:cNvCxnSpPr>
            <p:nvPr/>
          </p:nvCxnSpPr>
          <p:spPr>
            <a:xfrm rot="16200000">
              <a:off x="6481428" y="8365544"/>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61" name="Connettore diritto 160">
              <a:extLst>
                <a:ext uri="{FF2B5EF4-FFF2-40B4-BE49-F238E27FC236}">
                  <a16:creationId xmlns:a16="http://schemas.microsoft.com/office/drawing/2014/main" id="{7C751E8F-A3C9-C609-1933-2652B97FBB4E}"/>
                </a:ext>
              </a:extLst>
            </p:cNvPr>
            <p:cNvCxnSpPr>
              <a:cxnSpLocks/>
            </p:cNvCxnSpPr>
            <p:nvPr/>
          </p:nvCxnSpPr>
          <p:spPr>
            <a:xfrm rot="16200000">
              <a:off x="6478524" y="7711323"/>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sp>
        <p:nvSpPr>
          <p:cNvPr id="163" name="Rettangolo 162">
            <a:extLst>
              <a:ext uri="{FF2B5EF4-FFF2-40B4-BE49-F238E27FC236}">
                <a16:creationId xmlns:a16="http://schemas.microsoft.com/office/drawing/2014/main" id="{B3EF2BB3-1124-7239-FE4D-FD2A7733680C}"/>
              </a:ext>
            </a:extLst>
          </p:cNvPr>
          <p:cNvSpPr>
            <a:spLocks noChangeAspect="1"/>
          </p:cNvSpPr>
          <p:nvPr/>
        </p:nvSpPr>
        <p:spPr>
          <a:xfrm>
            <a:off x="3358988"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4" name="Rettangolo 163">
            <a:extLst>
              <a:ext uri="{FF2B5EF4-FFF2-40B4-BE49-F238E27FC236}">
                <a16:creationId xmlns:a16="http://schemas.microsoft.com/office/drawing/2014/main" id="{C6D461E9-FFDB-8FD4-1D94-6DA951233351}"/>
              </a:ext>
            </a:extLst>
          </p:cNvPr>
          <p:cNvSpPr>
            <a:spLocks noChangeAspect="1"/>
          </p:cNvSpPr>
          <p:nvPr/>
        </p:nvSpPr>
        <p:spPr>
          <a:xfrm>
            <a:off x="3358988"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5" name="Rettangolo 164">
            <a:extLst>
              <a:ext uri="{FF2B5EF4-FFF2-40B4-BE49-F238E27FC236}">
                <a16:creationId xmlns:a16="http://schemas.microsoft.com/office/drawing/2014/main" id="{E5437769-AD8F-5C95-5479-EE480EB54168}"/>
              </a:ext>
            </a:extLst>
          </p:cNvPr>
          <p:cNvSpPr>
            <a:spLocks noChangeAspect="1"/>
          </p:cNvSpPr>
          <p:nvPr/>
        </p:nvSpPr>
        <p:spPr>
          <a:xfrm>
            <a:off x="3358988"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66" name="Connettore diritto 165">
            <a:extLst>
              <a:ext uri="{FF2B5EF4-FFF2-40B4-BE49-F238E27FC236}">
                <a16:creationId xmlns:a16="http://schemas.microsoft.com/office/drawing/2014/main" id="{636926F8-DC9B-5D35-DB41-4E348266202E}"/>
              </a:ext>
            </a:extLst>
          </p:cNvPr>
          <p:cNvCxnSpPr>
            <a:cxnSpLocks/>
          </p:cNvCxnSpPr>
          <p:nvPr/>
        </p:nvCxnSpPr>
        <p:spPr>
          <a:xfrm flipV="1">
            <a:off x="3681394"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167" name="Connettore diritto 166">
            <a:extLst>
              <a:ext uri="{FF2B5EF4-FFF2-40B4-BE49-F238E27FC236}">
                <a16:creationId xmlns:a16="http://schemas.microsoft.com/office/drawing/2014/main" id="{A55279D6-297D-CACF-063C-7949C063008A}"/>
              </a:ext>
            </a:extLst>
          </p:cNvPr>
          <p:cNvCxnSpPr>
            <a:cxnSpLocks/>
          </p:cNvCxnSpPr>
          <p:nvPr/>
        </p:nvCxnSpPr>
        <p:spPr>
          <a:xfrm>
            <a:off x="3471567"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68" name="Rettangolo 167">
            <a:extLst>
              <a:ext uri="{FF2B5EF4-FFF2-40B4-BE49-F238E27FC236}">
                <a16:creationId xmlns:a16="http://schemas.microsoft.com/office/drawing/2014/main" id="{EDA6E4B3-4AEC-C5D0-D2B3-CAB2DBBF33C6}"/>
              </a:ext>
            </a:extLst>
          </p:cNvPr>
          <p:cNvSpPr>
            <a:spLocks noChangeAspect="1"/>
          </p:cNvSpPr>
          <p:nvPr/>
        </p:nvSpPr>
        <p:spPr>
          <a:xfrm>
            <a:off x="3358988"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69" name="Connettore diritto 168">
            <a:extLst>
              <a:ext uri="{FF2B5EF4-FFF2-40B4-BE49-F238E27FC236}">
                <a16:creationId xmlns:a16="http://schemas.microsoft.com/office/drawing/2014/main" id="{31C55199-D165-37C0-094D-962744595130}"/>
              </a:ext>
            </a:extLst>
          </p:cNvPr>
          <p:cNvCxnSpPr>
            <a:cxnSpLocks/>
          </p:cNvCxnSpPr>
          <p:nvPr/>
        </p:nvCxnSpPr>
        <p:spPr>
          <a:xfrm>
            <a:off x="3464343"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89" name="Connettore diritto 188">
            <a:extLst>
              <a:ext uri="{FF2B5EF4-FFF2-40B4-BE49-F238E27FC236}">
                <a16:creationId xmlns:a16="http://schemas.microsoft.com/office/drawing/2014/main" id="{4EAF41FF-F09C-C66E-6407-A1DC007C0B4C}"/>
              </a:ext>
            </a:extLst>
          </p:cNvPr>
          <p:cNvCxnSpPr>
            <a:cxnSpLocks/>
          </p:cNvCxnSpPr>
          <p:nvPr/>
        </p:nvCxnSpPr>
        <p:spPr>
          <a:xfrm>
            <a:off x="3473737"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190" name="Connettore diritto 189">
            <a:extLst>
              <a:ext uri="{FF2B5EF4-FFF2-40B4-BE49-F238E27FC236}">
                <a16:creationId xmlns:a16="http://schemas.microsoft.com/office/drawing/2014/main" id="{B9AC5A92-3640-80E5-EB32-6463AD511E79}"/>
              </a:ext>
            </a:extLst>
          </p:cNvPr>
          <p:cNvCxnSpPr>
            <a:cxnSpLocks/>
          </p:cNvCxnSpPr>
          <p:nvPr/>
        </p:nvCxnSpPr>
        <p:spPr>
          <a:xfrm>
            <a:off x="3464343"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191" name="CasellaDiTesto 190">
            <a:extLst>
              <a:ext uri="{FF2B5EF4-FFF2-40B4-BE49-F238E27FC236}">
                <a16:creationId xmlns:a16="http://schemas.microsoft.com/office/drawing/2014/main" id="{E4F16626-A6C9-05FF-BAA4-1F365BBB180D}"/>
              </a:ext>
            </a:extLst>
          </p:cNvPr>
          <p:cNvSpPr txBox="1"/>
          <p:nvPr/>
        </p:nvSpPr>
        <p:spPr>
          <a:xfrm>
            <a:off x="3678274"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192" name="Connettore diritto 191">
            <a:extLst>
              <a:ext uri="{FF2B5EF4-FFF2-40B4-BE49-F238E27FC236}">
                <a16:creationId xmlns:a16="http://schemas.microsoft.com/office/drawing/2014/main" id="{98DF98C3-E521-221E-3E4B-B415DAB17271}"/>
              </a:ext>
            </a:extLst>
          </p:cNvPr>
          <p:cNvCxnSpPr>
            <a:cxnSpLocks/>
          </p:cNvCxnSpPr>
          <p:nvPr/>
        </p:nvCxnSpPr>
        <p:spPr>
          <a:xfrm rot="16200000">
            <a:off x="2104684"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193" name="Gruppo 192">
            <a:extLst>
              <a:ext uri="{FF2B5EF4-FFF2-40B4-BE49-F238E27FC236}">
                <a16:creationId xmlns:a16="http://schemas.microsoft.com/office/drawing/2014/main" id="{BB4E02C8-7F50-9B6E-72C1-8A1099AB7714}"/>
              </a:ext>
            </a:extLst>
          </p:cNvPr>
          <p:cNvGrpSpPr/>
          <p:nvPr/>
        </p:nvGrpSpPr>
        <p:grpSpPr>
          <a:xfrm>
            <a:off x="3241456" y="7381924"/>
            <a:ext cx="111963" cy="1906081"/>
            <a:chOff x="6457846" y="7732001"/>
            <a:chExt cx="47156" cy="1906081"/>
          </a:xfrm>
          <a:solidFill>
            <a:srgbClr val="FAF6EF"/>
          </a:solidFill>
        </p:grpSpPr>
        <p:cxnSp>
          <p:nvCxnSpPr>
            <p:cNvPr id="194" name="Connettore diritto 193">
              <a:extLst>
                <a:ext uri="{FF2B5EF4-FFF2-40B4-BE49-F238E27FC236}">
                  <a16:creationId xmlns:a16="http://schemas.microsoft.com/office/drawing/2014/main" id="{17F381C5-8E05-5F95-68D9-9B2358123873}"/>
                </a:ext>
              </a:extLst>
            </p:cNvPr>
            <p:cNvCxnSpPr>
              <a:cxnSpLocks/>
            </p:cNvCxnSpPr>
            <p:nvPr/>
          </p:nvCxnSpPr>
          <p:spPr>
            <a:xfrm rot="16200000">
              <a:off x="6478524" y="9614508"/>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95" name="Connettore diritto 194">
              <a:extLst>
                <a:ext uri="{FF2B5EF4-FFF2-40B4-BE49-F238E27FC236}">
                  <a16:creationId xmlns:a16="http://schemas.microsoft.com/office/drawing/2014/main" id="{4BD2DD08-2B78-CA15-8123-474E0D3FDF47}"/>
                </a:ext>
              </a:extLst>
            </p:cNvPr>
            <p:cNvCxnSpPr>
              <a:cxnSpLocks/>
            </p:cNvCxnSpPr>
            <p:nvPr/>
          </p:nvCxnSpPr>
          <p:spPr>
            <a:xfrm rot="16200000">
              <a:off x="6481428" y="8365544"/>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196" name="Connettore diritto 195">
              <a:extLst>
                <a:ext uri="{FF2B5EF4-FFF2-40B4-BE49-F238E27FC236}">
                  <a16:creationId xmlns:a16="http://schemas.microsoft.com/office/drawing/2014/main" id="{7EEE2CB7-9076-02DF-1C89-15B7A93A7ABF}"/>
                </a:ext>
              </a:extLst>
            </p:cNvPr>
            <p:cNvCxnSpPr>
              <a:cxnSpLocks/>
            </p:cNvCxnSpPr>
            <p:nvPr/>
          </p:nvCxnSpPr>
          <p:spPr>
            <a:xfrm rot="16200000">
              <a:off x="6478524" y="7711323"/>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sp>
        <p:nvSpPr>
          <p:cNvPr id="198" name="Rettangolo 197">
            <a:extLst>
              <a:ext uri="{FF2B5EF4-FFF2-40B4-BE49-F238E27FC236}">
                <a16:creationId xmlns:a16="http://schemas.microsoft.com/office/drawing/2014/main" id="{1FE767F2-7679-5A76-2913-F55A59177B93}"/>
              </a:ext>
            </a:extLst>
          </p:cNvPr>
          <p:cNvSpPr>
            <a:spLocks noChangeAspect="1"/>
          </p:cNvSpPr>
          <p:nvPr/>
        </p:nvSpPr>
        <p:spPr>
          <a:xfrm>
            <a:off x="2715059"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0" name="Rettangolo 199">
            <a:extLst>
              <a:ext uri="{FF2B5EF4-FFF2-40B4-BE49-F238E27FC236}">
                <a16:creationId xmlns:a16="http://schemas.microsoft.com/office/drawing/2014/main" id="{25876FA7-DDF7-B430-9E5E-6094CC50BBCD}"/>
              </a:ext>
            </a:extLst>
          </p:cNvPr>
          <p:cNvSpPr>
            <a:spLocks noChangeAspect="1"/>
          </p:cNvSpPr>
          <p:nvPr/>
        </p:nvSpPr>
        <p:spPr>
          <a:xfrm>
            <a:off x="2715059"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1" name="Rettangolo 200">
            <a:extLst>
              <a:ext uri="{FF2B5EF4-FFF2-40B4-BE49-F238E27FC236}">
                <a16:creationId xmlns:a16="http://schemas.microsoft.com/office/drawing/2014/main" id="{6AB06310-5A4A-851D-3094-0954161E3FB6}"/>
              </a:ext>
            </a:extLst>
          </p:cNvPr>
          <p:cNvSpPr>
            <a:spLocks noChangeAspect="1"/>
          </p:cNvSpPr>
          <p:nvPr/>
        </p:nvSpPr>
        <p:spPr>
          <a:xfrm>
            <a:off x="2715059"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02" name="Connettore diritto 201">
            <a:extLst>
              <a:ext uri="{FF2B5EF4-FFF2-40B4-BE49-F238E27FC236}">
                <a16:creationId xmlns:a16="http://schemas.microsoft.com/office/drawing/2014/main" id="{B807D5BB-FA3C-22E1-F948-15EDEEDB8362}"/>
              </a:ext>
            </a:extLst>
          </p:cNvPr>
          <p:cNvCxnSpPr>
            <a:cxnSpLocks/>
          </p:cNvCxnSpPr>
          <p:nvPr/>
        </p:nvCxnSpPr>
        <p:spPr>
          <a:xfrm flipV="1">
            <a:off x="3037465"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203" name="Connettore diritto 202">
            <a:extLst>
              <a:ext uri="{FF2B5EF4-FFF2-40B4-BE49-F238E27FC236}">
                <a16:creationId xmlns:a16="http://schemas.microsoft.com/office/drawing/2014/main" id="{B839A059-53E6-91E3-9C8E-CA4235D02588}"/>
              </a:ext>
            </a:extLst>
          </p:cNvPr>
          <p:cNvCxnSpPr>
            <a:cxnSpLocks/>
          </p:cNvCxnSpPr>
          <p:nvPr/>
        </p:nvCxnSpPr>
        <p:spPr>
          <a:xfrm>
            <a:off x="2827638"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204" name="Rettangolo 203">
            <a:extLst>
              <a:ext uri="{FF2B5EF4-FFF2-40B4-BE49-F238E27FC236}">
                <a16:creationId xmlns:a16="http://schemas.microsoft.com/office/drawing/2014/main" id="{BD709F64-FA6B-BF5B-1BD1-3239E67370E9}"/>
              </a:ext>
            </a:extLst>
          </p:cNvPr>
          <p:cNvSpPr>
            <a:spLocks noChangeAspect="1"/>
          </p:cNvSpPr>
          <p:nvPr/>
        </p:nvSpPr>
        <p:spPr>
          <a:xfrm>
            <a:off x="2715059"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05" name="Connettore diritto 204">
            <a:extLst>
              <a:ext uri="{FF2B5EF4-FFF2-40B4-BE49-F238E27FC236}">
                <a16:creationId xmlns:a16="http://schemas.microsoft.com/office/drawing/2014/main" id="{E6FDD9D1-53DE-10AD-823B-E574F6B2E1B4}"/>
              </a:ext>
            </a:extLst>
          </p:cNvPr>
          <p:cNvCxnSpPr>
            <a:cxnSpLocks/>
          </p:cNvCxnSpPr>
          <p:nvPr/>
        </p:nvCxnSpPr>
        <p:spPr>
          <a:xfrm>
            <a:off x="2820414"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06" name="Connettore diritto 205">
            <a:extLst>
              <a:ext uri="{FF2B5EF4-FFF2-40B4-BE49-F238E27FC236}">
                <a16:creationId xmlns:a16="http://schemas.microsoft.com/office/drawing/2014/main" id="{0AC873DA-DDDD-E311-27AA-FCCD871CA6B8}"/>
              </a:ext>
            </a:extLst>
          </p:cNvPr>
          <p:cNvCxnSpPr>
            <a:cxnSpLocks/>
          </p:cNvCxnSpPr>
          <p:nvPr/>
        </p:nvCxnSpPr>
        <p:spPr>
          <a:xfrm>
            <a:off x="2829808"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07" name="Connettore diritto 206">
            <a:extLst>
              <a:ext uri="{FF2B5EF4-FFF2-40B4-BE49-F238E27FC236}">
                <a16:creationId xmlns:a16="http://schemas.microsoft.com/office/drawing/2014/main" id="{9AA504DC-3232-C5BD-E83C-FBD5D8E31FF8}"/>
              </a:ext>
            </a:extLst>
          </p:cNvPr>
          <p:cNvCxnSpPr>
            <a:cxnSpLocks/>
          </p:cNvCxnSpPr>
          <p:nvPr/>
        </p:nvCxnSpPr>
        <p:spPr>
          <a:xfrm>
            <a:off x="2820414"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208" name="CasellaDiTesto 207">
            <a:extLst>
              <a:ext uri="{FF2B5EF4-FFF2-40B4-BE49-F238E27FC236}">
                <a16:creationId xmlns:a16="http://schemas.microsoft.com/office/drawing/2014/main" id="{0CA82754-0B35-B0B6-99B7-5972C6087720}"/>
              </a:ext>
            </a:extLst>
          </p:cNvPr>
          <p:cNvSpPr txBox="1"/>
          <p:nvPr/>
        </p:nvSpPr>
        <p:spPr>
          <a:xfrm>
            <a:off x="3034345"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209" name="Connettore diritto 208">
            <a:extLst>
              <a:ext uri="{FF2B5EF4-FFF2-40B4-BE49-F238E27FC236}">
                <a16:creationId xmlns:a16="http://schemas.microsoft.com/office/drawing/2014/main" id="{330EBEDC-C82B-4A2B-1833-FA80AD07FAD8}"/>
              </a:ext>
            </a:extLst>
          </p:cNvPr>
          <p:cNvCxnSpPr>
            <a:cxnSpLocks/>
          </p:cNvCxnSpPr>
          <p:nvPr/>
        </p:nvCxnSpPr>
        <p:spPr>
          <a:xfrm rot="16200000">
            <a:off x="1460755"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210" name="Gruppo 209">
            <a:extLst>
              <a:ext uri="{FF2B5EF4-FFF2-40B4-BE49-F238E27FC236}">
                <a16:creationId xmlns:a16="http://schemas.microsoft.com/office/drawing/2014/main" id="{0DA5A0C4-9F19-F7E9-C2B7-ACEC4C478BC1}"/>
              </a:ext>
            </a:extLst>
          </p:cNvPr>
          <p:cNvGrpSpPr/>
          <p:nvPr/>
        </p:nvGrpSpPr>
        <p:grpSpPr>
          <a:xfrm>
            <a:off x="2597527" y="7381924"/>
            <a:ext cx="111963" cy="1906081"/>
            <a:chOff x="6457846" y="7732001"/>
            <a:chExt cx="47156" cy="1906081"/>
          </a:xfrm>
          <a:solidFill>
            <a:srgbClr val="FAF6EF"/>
          </a:solidFill>
        </p:grpSpPr>
        <p:cxnSp>
          <p:nvCxnSpPr>
            <p:cNvPr id="211" name="Connettore diritto 210">
              <a:extLst>
                <a:ext uri="{FF2B5EF4-FFF2-40B4-BE49-F238E27FC236}">
                  <a16:creationId xmlns:a16="http://schemas.microsoft.com/office/drawing/2014/main" id="{1C1D0AF5-B3F0-1266-8F2B-BE9820D2AC7C}"/>
                </a:ext>
              </a:extLst>
            </p:cNvPr>
            <p:cNvCxnSpPr>
              <a:cxnSpLocks/>
            </p:cNvCxnSpPr>
            <p:nvPr/>
          </p:nvCxnSpPr>
          <p:spPr>
            <a:xfrm rot="16200000">
              <a:off x="6478524" y="9614508"/>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212" name="Connettore diritto 211">
              <a:extLst>
                <a:ext uri="{FF2B5EF4-FFF2-40B4-BE49-F238E27FC236}">
                  <a16:creationId xmlns:a16="http://schemas.microsoft.com/office/drawing/2014/main" id="{E35BD559-38BB-FCEE-EE23-137A8E0EC08E}"/>
                </a:ext>
              </a:extLst>
            </p:cNvPr>
            <p:cNvCxnSpPr>
              <a:cxnSpLocks/>
            </p:cNvCxnSpPr>
            <p:nvPr/>
          </p:nvCxnSpPr>
          <p:spPr>
            <a:xfrm rot="16200000">
              <a:off x="6481428" y="8365544"/>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213" name="Connettore diritto 212">
              <a:extLst>
                <a:ext uri="{FF2B5EF4-FFF2-40B4-BE49-F238E27FC236}">
                  <a16:creationId xmlns:a16="http://schemas.microsoft.com/office/drawing/2014/main" id="{690A0923-3185-490D-5EC3-75735153FE30}"/>
                </a:ext>
              </a:extLst>
            </p:cNvPr>
            <p:cNvCxnSpPr>
              <a:cxnSpLocks/>
            </p:cNvCxnSpPr>
            <p:nvPr/>
          </p:nvCxnSpPr>
          <p:spPr>
            <a:xfrm rot="16200000">
              <a:off x="6478524" y="7711323"/>
              <a:ext cx="2896" cy="44252"/>
            </a:xfrm>
            <a:prstGeom prst="line">
              <a:avLst/>
            </a:prstGeom>
            <a:grpFill/>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sp>
        <p:nvSpPr>
          <p:cNvPr id="215" name="Rettangolo 214">
            <a:extLst>
              <a:ext uri="{FF2B5EF4-FFF2-40B4-BE49-F238E27FC236}">
                <a16:creationId xmlns:a16="http://schemas.microsoft.com/office/drawing/2014/main" id="{16698136-6F8F-D7E4-3F68-59F1AAB057F1}"/>
              </a:ext>
            </a:extLst>
          </p:cNvPr>
          <p:cNvSpPr>
            <a:spLocks noChangeAspect="1"/>
          </p:cNvSpPr>
          <p:nvPr/>
        </p:nvSpPr>
        <p:spPr>
          <a:xfrm>
            <a:off x="2071130" y="7916305"/>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6" name="Rettangolo 215">
            <a:extLst>
              <a:ext uri="{FF2B5EF4-FFF2-40B4-BE49-F238E27FC236}">
                <a16:creationId xmlns:a16="http://schemas.microsoft.com/office/drawing/2014/main" id="{0A4F3F9C-E177-B9E0-650C-D85A07235589}"/>
              </a:ext>
            </a:extLst>
          </p:cNvPr>
          <p:cNvSpPr>
            <a:spLocks noChangeAspect="1"/>
          </p:cNvSpPr>
          <p:nvPr/>
        </p:nvSpPr>
        <p:spPr>
          <a:xfrm>
            <a:off x="2071130" y="8537740"/>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7" name="Rettangolo 216">
            <a:extLst>
              <a:ext uri="{FF2B5EF4-FFF2-40B4-BE49-F238E27FC236}">
                <a16:creationId xmlns:a16="http://schemas.microsoft.com/office/drawing/2014/main" id="{704EF1AE-1217-420E-0738-BE75E6FDB2FD}"/>
              </a:ext>
            </a:extLst>
          </p:cNvPr>
          <p:cNvSpPr>
            <a:spLocks noChangeAspect="1"/>
          </p:cNvSpPr>
          <p:nvPr/>
        </p:nvSpPr>
        <p:spPr>
          <a:xfrm>
            <a:off x="2071130" y="9165764"/>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18" name="Connettore diritto 217">
            <a:extLst>
              <a:ext uri="{FF2B5EF4-FFF2-40B4-BE49-F238E27FC236}">
                <a16:creationId xmlns:a16="http://schemas.microsoft.com/office/drawing/2014/main" id="{DBA3C506-04F7-C3D2-7B0F-1DF469CA4E16}"/>
              </a:ext>
            </a:extLst>
          </p:cNvPr>
          <p:cNvCxnSpPr>
            <a:cxnSpLocks/>
          </p:cNvCxnSpPr>
          <p:nvPr/>
        </p:nvCxnSpPr>
        <p:spPr>
          <a:xfrm flipV="1">
            <a:off x="2393536" y="7288206"/>
            <a:ext cx="18457" cy="2803698"/>
          </a:xfrm>
          <a:prstGeom prst="line">
            <a:avLst/>
          </a:prstGeom>
          <a:ln cap="rnd">
            <a:solidFill>
              <a:srgbClr val="F94D63"/>
            </a:solidFill>
            <a:round/>
            <a:headEnd type="arrow"/>
            <a:tailEnd type="arrow"/>
          </a:ln>
        </p:spPr>
        <p:style>
          <a:lnRef idx="2">
            <a:schemeClr val="accent1"/>
          </a:lnRef>
          <a:fillRef idx="0">
            <a:schemeClr val="accent1"/>
          </a:fillRef>
          <a:effectRef idx="1">
            <a:schemeClr val="accent1"/>
          </a:effectRef>
          <a:fontRef idx="minor">
            <a:schemeClr val="tx1"/>
          </a:fontRef>
        </p:style>
      </p:cxnSp>
      <p:cxnSp>
        <p:nvCxnSpPr>
          <p:cNvPr id="219" name="Connettore diritto 218">
            <a:extLst>
              <a:ext uri="{FF2B5EF4-FFF2-40B4-BE49-F238E27FC236}">
                <a16:creationId xmlns:a16="http://schemas.microsoft.com/office/drawing/2014/main" id="{B37313FF-F2B7-6C1B-1950-9227BB279AEB}"/>
              </a:ext>
            </a:extLst>
          </p:cNvPr>
          <p:cNvCxnSpPr>
            <a:cxnSpLocks/>
          </p:cNvCxnSpPr>
          <p:nvPr/>
        </p:nvCxnSpPr>
        <p:spPr>
          <a:xfrm>
            <a:off x="2183709" y="7243941"/>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220" name="Rettangolo 219">
            <a:extLst>
              <a:ext uri="{FF2B5EF4-FFF2-40B4-BE49-F238E27FC236}">
                <a16:creationId xmlns:a16="http://schemas.microsoft.com/office/drawing/2014/main" id="{98A9378E-39FF-2569-1D40-32C67D6B4DCD}"/>
              </a:ext>
            </a:extLst>
          </p:cNvPr>
          <p:cNvSpPr>
            <a:spLocks noChangeAspect="1"/>
          </p:cNvSpPr>
          <p:nvPr/>
        </p:nvSpPr>
        <p:spPr>
          <a:xfrm>
            <a:off x="2071130" y="7288281"/>
            <a:ext cx="221161" cy="221161"/>
          </a:xfrm>
          <a:prstGeom prst="rect">
            <a:avLst/>
          </a:prstGeom>
          <a:solidFill>
            <a:srgbClr val="FAF6EF"/>
          </a:solid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21" name="Connettore diritto 220">
            <a:extLst>
              <a:ext uri="{FF2B5EF4-FFF2-40B4-BE49-F238E27FC236}">
                <a16:creationId xmlns:a16="http://schemas.microsoft.com/office/drawing/2014/main" id="{897E255B-2C4E-60E1-0E2F-E8D910DC7C4F}"/>
              </a:ext>
            </a:extLst>
          </p:cNvPr>
          <p:cNvCxnSpPr>
            <a:cxnSpLocks/>
          </p:cNvCxnSpPr>
          <p:nvPr/>
        </p:nvCxnSpPr>
        <p:spPr>
          <a:xfrm>
            <a:off x="2176485" y="786355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22" name="Connettore diritto 221">
            <a:extLst>
              <a:ext uri="{FF2B5EF4-FFF2-40B4-BE49-F238E27FC236}">
                <a16:creationId xmlns:a16="http://schemas.microsoft.com/office/drawing/2014/main" id="{68ED7F89-DE86-A75E-9430-67ADC6BA72F0}"/>
              </a:ext>
            </a:extLst>
          </p:cNvPr>
          <p:cNvCxnSpPr>
            <a:cxnSpLocks/>
          </p:cNvCxnSpPr>
          <p:nvPr/>
        </p:nvCxnSpPr>
        <p:spPr>
          <a:xfrm>
            <a:off x="2185879" y="8493792"/>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23" name="Connettore diritto 222">
            <a:extLst>
              <a:ext uri="{FF2B5EF4-FFF2-40B4-BE49-F238E27FC236}">
                <a16:creationId xmlns:a16="http://schemas.microsoft.com/office/drawing/2014/main" id="{3DEF4F7C-FE0B-639B-4440-C930D049B1DC}"/>
              </a:ext>
            </a:extLst>
          </p:cNvPr>
          <p:cNvCxnSpPr>
            <a:cxnSpLocks/>
          </p:cNvCxnSpPr>
          <p:nvPr/>
        </p:nvCxnSpPr>
        <p:spPr>
          <a:xfrm>
            <a:off x="2176485" y="9119803"/>
            <a:ext cx="1666" cy="4745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224" name="CasellaDiTesto 223">
            <a:extLst>
              <a:ext uri="{FF2B5EF4-FFF2-40B4-BE49-F238E27FC236}">
                <a16:creationId xmlns:a16="http://schemas.microsoft.com/office/drawing/2014/main" id="{1008ABF7-32D2-23B8-1767-52A2EADA8A12}"/>
              </a:ext>
            </a:extLst>
          </p:cNvPr>
          <p:cNvSpPr txBox="1"/>
          <p:nvPr/>
        </p:nvSpPr>
        <p:spPr>
          <a:xfrm>
            <a:off x="2390416" y="9743715"/>
            <a:ext cx="288862" cy="261610"/>
          </a:xfrm>
          <a:prstGeom prst="rect">
            <a:avLst/>
          </a:prstGeom>
          <a:noFill/>
        </p:spPr>
        <p:txBody>
          <a:bodyPr wrap="none" rtlCol="0">
            <a:spAutoFit/>
          </a:bodyPr>
          <a:lstStyle/>
          <a:p>
            <a:r>
              <a:rPr lang="it-IT" sz="1100" dirty="0">
                <a:solidFill>
                  <a:srgbClr val="F94D63"/>
                </a:solidFill>
              </a:rPr>
              <a:t>8 </a:t>
            </a:r>
          </a:p>
        </p:txBody>
      </p:sp>
      <p:cxnSp>
        <p:nvCxnSpPr>
          <p:cNvPr id="225" name="Connettore diritto 224">
            <a:extLst>
              <a:ext uri="{FF2B5EF4-FFF2-40B4-BE49-F238E27FC236}">
                <a16:creationId xmlns:a16="http://schemas.microsoft.com/office/drawing/2014/main" id="{1347071C-6A68-D119-CB35-1AD6953C36FF}"/>
              </a:ext>
            </a:extLst>
          </p:cNvPr>
          <p:cNvCxnSpPr>
            <a:cxnSpLocks/>
          </p:cNvCxnSpPr>
          <p:nvPr/>
        </p:nvCxnSpPr>
        <p:spPr>
          <a:xfrm rot="16200000">
            <a:off x="816826" y="8510982"/>
            <a:ext cx="2273546" cy="0"/>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nvGrpSpPr>
          <p:cNvPr id="226" name="Gruppo 225">
            <a:extLst>
              <a:ext uri="{FF2B5EF4-FFF2-40B4-BE49-F238E27FC236}">
                <a16:creationId xmlns:a16="http://schemas.microsoft.com/office/drawing/2014/main" id="{0276D1EB-366F-F327-58E4-FB6CC4A5968C}"/>
              </a:ext>
            </a:extLst>
          </p:cNvPr>
          <p:cNvGrpSpPr/>
          <p:nvPr/>
        </p:nvGrpSpPr>
        <p:grpSpPr>
          <a:xfrm>
            <a:off x="1953598" y="7381924"/>
            <a:ext cx="111963" cy="1906081"/>
            <a:chOff x="6457846" y="7732001"/>
            <a:chExt cx="47156" cy="1906081"/>
          </a:xfrm>
        </p:grpSpPr>
        <p:cxnSp>
          <p:nvCxnSpPr>
            <p:cNvPr id="227" name="Connettore diritto 226">
              <a:extLst>
                <a:ext uri="{FF2B5EF4-FFF2-40B4-BE49-F238E27FC236}">
                  <a16:creationId xmlns:a16="http://schemas.microsoft.com/office/drawing/2014/main" id="{56F6E891-FE0C-468C-F105-17241B283436}"/>
                </a:ext>
              </a:extLst>
            </p:cNvPr>
            <p:cNvCxnSpPr>
              <a:cxnSpLocks/>
            </p:cNvCxnSpPr>
            <p:nvPr/>
          </p:nvCxnSpPr>
          <p:spPr>
            <a:xfrm rot="16200000">
              <a:off x="6478524" y="9614508"/>
              <a:ext cx="2896" cy="44252"/>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228" name="Connettore diritto 227">
              <a:extLst>
                <a:ext uri="{FF2B5EF4-FFF2-40B4-BE49-F238E27FC236}">
                  <a16:creationId xmlns:a16="http://schemas.microsoft.com/office/drawing/2014/main" id="{369850C5-1A68-07C4-79C3-22A439915694}"/>
                </a:ext>
              </a:extLst>
            </p:cNvPr>
            <p:cNvCxnSpPr>
              <a:cxnSpLocks/>
            </p:cNvCxnSpPr>
            <p:nvPr/>
          </p:nvCxnSpPr>
          <p:spPr>
            <a:xfrm rot="16200000">
              <a:off x="6481428" y="8365544"/>
              <a:ext cx="2896" cy="44252"/>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cxnSp>
          <p:nvCxnSpPr>
            <p:cNvPr id="229" name="Connettore diritto 228">
              <a:extLst>
                <a:ext uri="{FF2B5EF4-FFF2-40B4-BE49-F238E27FC236}">
                  <a16:creationId xmlns:a16="http://schemas.microsoft.com/office/drawing/2014/main" id="{C2C9633F-32A8-8DB8-AEA5-8E5425B770CD}"/>
                </a:ext>
              </a:extLst>
            </p:cNvPr>
            <p:cNvCxnSpPr>
              <a:cxnSpLocks/>
            </p:cNvCxnSpPr>
            <p:nvPr/>
          </p:nvCxnSpPr>
          <p:spPr>
            <a:xfrm rot="16200000">
              <a:off x="6478524" y="7711323"/>
              <a:ext cx="2896" cy="44252"/>
            </a:xfrm>
            <a:prstGeom prst="line">
              <a:avLst/>
            </a:prstGeom>
            <a:ln>
              <a:solidFill>
                <a:srgbClr val="A6A6A6"/>
              </a:solidFill>
              <a:prstDash val="solid"/>
            </a:ln>
          </p:spPr>
          <p:style>
            <a:lnRef idx="2">
              <a:schemeClr val="accent1"/>
            </a:lnRef>
            <a:fillRef idx="0">
              <a:schemeClr val="accent1"/>
            </a:fillRef>
            <a:effectRef idx="1">
              <a:schemeClr val="accent1"/>
            </a:effectRef>
            <a:fontRef idx="minor">
              <a:schemeClr val="tx1"/>
            </a:fontRef>
          </p:style>
        </p:cxnSp>
      </p:grpSp>
      <p:cxnSp>
        <p:nvCxnSpPr>
          <p:cNvPr id="234" name="Connettore diritto 233">
            <a:extLst>
              <a:ext uri="{FF2B5EF4-FFF2-40B4-BE49-F238E27FC236}">
                <a16:creationId xmlns:a16="http://schemas.microsoft.com/office/drawing/2014/main" id="{A2DA9935-2798-7048-FDA9-A5524A7E3AD7}"/>
              </a:ext>
            </a:extLst>
          </p:cNvPr>
          <p:cNvCxnSpPr>
            <a:cxnSpLocks/>
          </p:cNvCxnSpPr>
          <p:nvPr/>
        </p:nvCxnSpPr>
        <p:spPr>
          <a:xfrm flipV="1">
            <a:off x="1438789" y="7852918"/>
            <a:ext cx="5257424" cy="1161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35" name="Connettore diritto 234">
            <a:extLst>
              <a:ext uri="{FF2B5EF4-FFF2-40B4-BE49-F238E27FC236}">
                <a16:creationId xmlns:a16="http://schemas.microsoft.com/office/drawing/2014/main" id="{969FD0F7-0F72-DFE4-216D-3C31CB7E6E71}"/>
              </a:ext>
            </a:extLst>
          </p:cNvPr>
          <p:cNvCxnSpPr>
            <a:cxnSpLocks/>
          </p:cNvCxnSpPr>
          <p:nvPr/>
        </p:nvCxnSpPr>
        <p:spPr>
          <a:xfrm flipV="1">
            <a:off x="1448728" y="8481950"/>
            <a:ext cx="5257424" cy="1161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36" name="Connettore diritto 235">
            <a:extLst>
              <a:ext uri="{FF2B5EF4-FFF2-40B4-BE49-F238E27FC236}">
                <a16:creationId xmlns:a16="http://schemas.microsoft.com/office/drawing/2014/main" id="{E908C46E-8DF5-E0B1-EFB3-A395B538CFE6}"/>
              </a:ext>
            </a:extLst>
          </p:cNvPr>
          <p:cNvCxnSpPr>
            <a:cxnSpLocks/>
          </p:cNvCxnSpPr>
          <p:nvPr/>
        </p:nvCxnSpPr>
        <p:spPr>
          <a:xfrm flipV="1">
            <a:off x="1448728" y="9101970"/>
            <a:ext cx="5257424" cy="1161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38" name="Connettore diritto 237">
            <a:extLst>
              <a:ext uri="{FF2B5EF4-FFF2-40B4-BE49-F238E27FC236}">
                <a16:creationId xmlns:a16="http://schemas.microsoft.com/office/drawing/2014/main" id="{05E2F54A-A163-D9BA-A2C4-CE97007EBE7B}"/>
              </a:ext>
            </a:extLst>
          </p:cNvPr>
          <p:cNvCxnSpPr>
            <a:cxnSpLocks/>
          </p:cNvCxnSpPr>
          <p:nvPr/>
        </p:nvCxnSpPr>
        <p:spPr>
          <a:xfrm>
            <a:off x="1438789" y="7233424"/>
            <a:ext cx="0" cy="1880161"/>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242" name="Connettore diritto 241">
            <a:extLst>
              <a:ext uri="{FF2B5EF4-FFF2-40B4-BE49-F238E27FC236}">
                <a16:creationId xmlns:a16="http://schemas.microsoft.com/office/drawing/2014/main" id="{550F7B70-9067-C477-EA74-E62552AF601A}"/>
              </a:ext>
            </a:extLst>
          </p:cNvPr>
          <p:cNvCxnSpPr>
            <a:cxnSpLocks/>
          </p:cNvCxnSpPr>
          <p:nvPr/>
        </p:nvCxnSpPr>
        <p:spPr>
          <a:xfrm>
            <a:off x="1133881" y="7243941"/>
            <a:ext cx="0" cy="2253521"/>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47" name="Connettore diritto 246">
            <a:extLst>
              <a:ext uri="{FF2B5EF4-FFF2-40B4-BE49-F238E27FC236}">
                <a16:creationId xmlns:a16="http://schemas.microsoft.com/office/drawing/2014/main" id="{A079C623-4B14-D392-43EF-7BD90161EA24}"/>
              </a:ext>
            </a:extLst>
          </p:cNvPr>
          <p:cNvCxnSpPr>
            <a:cxnSpLocks/>
          </p:cNvCxnSpPr>
          <p:nvPr/>
        </p:nvCxnSpPr>
        <p:spPr>
          <a:xfrm>
            <a:off x="397306" y="7230482"/>
            <a:ext cx="738692" cy="13459"/>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sp>
        <p:nvSpPr>
          <p:cNvPr id="252" name="CasellaDiTesto 251">
            <a:extLst>
              <a:ext uri="{FF2B5EF4-FFF2-40B4-BE49-F238E27FC236}">
                <a16:creationId xmlns:a16="http://schemas.microsoft.com/office/drawing/2014/main" id="{152128A9-944E-39DB-B850-4D25879595DE}"/>
              </a:ext>
            </a:extLst>
          </p:cNvPr>
          <p:cNvSpPr txBox="1"/>
          <p:nvPr/>
        </p:nvSpPr>
        <p:spPr>
          <a:xfrm>
            <a:off x="1058290" y="8292018"/>
            <a:ext cx="288862" cy="261610"/>
          </a:xfrm>
          <a:prstGeom prst="rect">
            <a:avLst/>
          </a:prstGeom>
          <a:noFill/>
        </p:spPr>
        <p:txBody>
          <a:bodyPr wrap="none" rtlCol="0">
            <a:spAutoFit/>
          </a:bodyPr>
          <a:lstStyle/>
          <a:p>
            <a:r>
              <a:rPr lang="it-IT" sz="1100" dirty="0">
                <a:solidFill>
                  <a:srgbClr val="AB9488"/>
                </a:solidFill>
              </a:rPr>
              <a:t>2 </a:t>
            </a:r>
          </a:p>
        </p:txBody>
      </p:sp>
      <p:sp>
        <p:nvSpPr>
          <p:cNvPr id="253" name="CasellaDiTesto 252">
            <a:extLst>
              <a:ext uri="{FF2B5EF4-FFF2-40B4-BE49-F238E27FC236}">
                <a16:creationId xmlns:a16="http://schemas.microsoft.com/office/drawing/2014/main" id="{07AF5AAE-512E-F5FB-561C-E85E891B5462}"/>
              </a:ext>
            </a:extLst>
          </p:cNvPr>
          <p:cNvSpPr txBox="1"/>
          <p:nvPr/>
        </p:nvSpPr>
        <p:spPr>
          <a:xfrm>
            <a:off x="1131224" y="7026515"/>
            <a:ext cx="364202" cy="261610"/>
          </a:xfrm>
          <a:prstGeom prst="rect">
            <a:avLst/>
          </a:prstGeom>
          <a:noFill/>
        </p:spPr>
        <p:txBody>
          <a:bodyPr wrap="none" rtlCol="0">
            <a:spAutoFit/>
          </a:bodyPr>
          <a:lstStyle/>
          <a:p>
            <a:r>
              <a:rPr lang="it-IT" sz="1100" dirty="0">
                <a:solidFill>
                  <a:srgbClr val="F2AA84"/>
                </a:solidFill>
              </a:rPr>
              <a:t>20 </a:t>
            </a:r>
          </a:p>
        </p:txBody>
      </p:sp>
      <p:sp>
        <p:nvSpPr>
          <p:cNvPr id="254" name="CasellaDiTesto 253">
            <a:extLst>
              <a:ext uri="{FF2B5EF4-FFF2-40B4-BE49-F238E27FC236}">
                <a16:creationId xmlns:a16="http://schemas.microsoft.com/office/drawing/2014/main" id="{07E4DEE6-44A5-3FA2-B6D7-D0066C3A9FA2}"/>
              </a:ext>
            </a:extLst>
          </p:cNvPr>
          <p:cNvSpPr txBox="1"/>
          <p:nvPr/>
        </p:nvSpPr>
        <p:spPr>
          <a:xfrm>
            <a:off x="213085" y="6981306"/>
            <a:ext cx="364202" cy="261610"/>
          </a:xfrm>
          <a:prstGeom prst="rect">
            <a:avLst/>
          </a:prstGeom>
          <a:noFill/>
        </p:spPr>
        <p:txBody>
          <a:bodyPr wrap="none" rtlCol="0">
            <a:spAutoFit/>
          </a:bodyPr>
          <a:lstStyle/>
          <a:p>
            <a:r>
              <a:rPr lang="it-IT" sz="1100" dirty="0">
                <a:solidFill>
                  <a:srgbClr val="795548"/>
                </a:solidFill>
              </a:rPr>
              <a:t>22 </a:t>
            </a:r>
          </a:p>
        </p:txBody>
      </p:sp>
      <p:cxnSp>
        <p:nvCxnSpPr>
          <p:cNvPr id="256" name="Connettore diritto 255">
            <a:extLst>
              <a:ext uri="{FF2B5EF4-FFF2-40B4-BE49-F238E27FC236}">
                <a16:creationId xmlns:a16="http://schemas.microsoft.com/office/drawing/2014/main" id="{096BCEBD-0EE8-E374-4715-AD28524CA3C0}"/>
              </a:ext>
            </a:extLst>
          </p:cNvPr>
          <p:cNvCxnSpPr>
            <a:cxnSpLocks/>
          </p:cNvCxnSpPr>
          <p:nvPr/>
        </p:nvCxnSpPr>
        <p:spPr>
          <a:xfrm>
            <a:off x="2368285" y="10093606"/>
            <a:ext cx="4562639" cy="7395"/>
          </a:xfrm>
          <a:prstGeom prst="line">
            <a:avLst/>
          </a:prstGeom>
          <a:ln>
            <a:solidFill>
              <a:srgbClr val="FE6464"/>
            </a:solidFill>
            <a:prstDash val="soli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4337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65" name="Rettangolo 64">
            <a:extLst>
              <a:ext uri="{FF2B5EF4-FFF2-40B4-BE49-F238E27FC236}">
                <a16:creationId xmlns:a16="http://schemas.microsoft.com/office/drawing/2014/main" id="{8416B993-503E-60F7-320E-B6A2CB388FF6}"/>
              </a:ext>
            </a:extLst>
          </p:cNvPr>
          <p:cNvSpPr/>
          <p:nvPr/>
        </p:nvSpPr>
        <p:spPr>
          <a:xfrm>
            <a:off x="4893662" y="3243812"/>
            <a:ext cx="1642046" cy="1893588"/>
          </a:xfrm>
          <a:prstGeom prst="rect">
            <a:avLst/>
          </a:prstGeom>
          <a:solidFill>
            <a:srgbClr val="FAF6EF"/>
          </a:solidFill>
          <a:ln w="19050">
            <a:solidFill>
              <a:srgbClr val="EECEAA"/>
            </a:solidFill>
            <a:extLst>
              <a:ext uri="{C807C97D-BFC1-408E-A445-0C87EB9F89A2}">
                <ask:lineSketchStyleProps xmlns:ask="http://schemas.microsoft.com/office/drawing/2018/sketchyshapes" sd="3750109198">
                  <a:custGeom>
                    <a:avLst/>
                    <a:gdLst>
                      <a:gd name="connsiteX0" fmla="*/ 0 w 1441675"/>
                      <a:gd name="connsiteY0" fmla="*/ 0 h 1814812"/>
                      <a:gd name="connsiteX1" fmla="*/ 437308 w 1441675"/>
                      <a:gd name="connsiteY1" fmla="*/ 0 h 1814812"/>
                      <a:gd name="connsiteX2" fmla="*/ 946700 w 1441675"/>
                      <a:gd name="connsiteY2" fmla="*/ 0 h 1814812"/>
                      <a:gd name="connsiteX3" fmla="*/ 1441675 w 1441675"/>
                      <a:gd name="connsiteY3" fmla="*/ 0 h 1814812"/>
                      <a:gd name="connsiteX4" fmla="*/ 1441675 w 1441675"/>
                      <a:gd name="connsiteY4" fmla="*/ 623085 h 1814812"/>
                      <a:gd name="connsiteX5" fmla="*/ 1441675 w 1441675"/>
                      <a:gd name="connsiteY5" fmla="*/ 1173578 h 1814812"/>
                      <a:gd name="connsiteX6" fmla="*/ 1441675 w 1441675"/>
                      <a:gd name="connsiteY6" fmla="*/ 1814812 h 1814812"/>
                      <a:gd name="connsiteX7" fmla="*/ 961117 w 1441675"/>
                      <a:gd name="connsiteY7" fmla="*/ 1814812 h 1814812"/>
                      <a:gd name="connsiteX8" fmla="*/ 451725 w 1441675"/>
                      <a:gd name="connsiteY8" fmla="*/ 1814812 h 1814812"/>
                      <a:gd name="connsiteX9" fmla="*/ 0 w 1441675"/>
                      <a:gd name="connsiteY9" fmla="*/ 1814812 h 1814812"/>
                      <a:gd name="connsiteX10" fmla="*/ 0 w 1441675"/>
                      <a:gd name="connsiteY10" fmla="*/ 1246171 h 1814812"/>
                      <a:gd name="connsiteX11" fmla="*/ 0 w 1441675"/>
                      <a:gd name="connsiteY11" fmla="*/ 623085 h 1814812"/>
                      <a:gd name="connsiteX12" fmla="*/ 0 w 1441675"/>
                      <a:gd name="connsiteY12" fmla="*/ 0 h 181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1675" h="1814812" fill="none" extrusionOk="0">
                        <a:moveTo>
                          <a:pt x="0" y="0"/>
                        </a:moveTo>
                        <a:cubicBezTo>
                          <a:pt x="158511" y="-20754"/>
                          <a:pt x="301597" y="17957"/>
                          <a:pt x="437308" y="0"/>
                        </a:cubicBezTo>
                        <a:cubicBezTo>
                          <a:pt x="573019" y="-17957"/>
                          <a:pt x="732033" y="17409"/>
                          <a:pt x="946700" y="0"/>
                        </a:cubicBezTo>
                        <a:cubicBezTo>
                          <a:pt x="1161367" y="-17409"/>
                          <a:pt x="1221422" y="-18746"/>
                          <a:pt x="1441675" y="0"/>
                        </a:cubicBezTo>
                        <a:cubicBezTo>
                          <a:pt x="1444202" y="204274"/>
                          <a:pt x="1471086" y="349211"/>
                          <a:pt x="1441675" y="623085"/>
                        </a:cubicBezTo>
                        <a:cubicBezTo>
                          <a:pt x="1412264" y="896960"/>
                          <a:pt x="1451313" y="955701"/>
                          <a:pt x="1441675" y="1173578"/>
                        </a:cubicBezTo>
                        <a:cubicBezTo>
                          <a:pt x="1432037" y="1391455"/>
                          <a:pt x="1469480" y="1500634"/>
                          <a:pt x="1441675" y="1814812"/>
                        </a:cubicBezTo>
                        <a:cubicBezTo>
                          <a:pt x="1251325" y="1834318"/>
                          <a:pt x="1058788" y="1825925"/>
                          <a:pt x="961117" y="1814812"/>
                        </a:cubicBezTo>
                        <a:cubicBezTo>
                          <a:pt x="863446" y="1803699"/>
                          <a:pt x="615966" y="1818950"/>
                          <a:pt x="451725" y="1814812"/>
                        </a:cubicBezTo>
                        <a:cubicBezTo>
                          <a:pt x="287484" y="1810674"/>
                          <a:pt x="162917" y="1795607"/>
                          <a:pt x="0" y="1814812"/>
                        </a:cubicBezTo>
                        <a:cubicBezTo>
                          <a:pt x="8199" y="1624853"/>
                          <a:pt x="17545" y="1454154"/>
                          <a:pt x="0" y="1246171"/>
                        </a:cubicBezTo>
                        <a:cubicBezTo>
                          <a:pt x="-17545" y="1038188"/>
                          <a:pt x="1303" y="923394"/>
                          <a:pt x="0" y="623085"/>
                        </a:cubicBezTo>
                        <a:cubicBezTo>
                          <a:pt x="-1303" y="322776"/>
                          <a:pt x="-18971" y="129773"/>
                          <a:pt x="0" y="0"/>
                        </a:cubicBezTo>
                        <a:close/>
                      </a:path>
                      <a:path w="1441675" h="1814812" stroke="0" extrusionOk="0">
                        <a:moveTo>
                          <a:pt x="0" y="0"/>
                        </a:moveTo>
                        <a:cubicBezTo>
                          <a:pt x="151731" y="4669"/>
                          <a:pt x="341738" y="17993"/>
                          <a:pt x="466142" y="0"/>
                        </a:cubicBezTo>
                        <a:cubicBezTo>
                          <a:pt x="590546" y="-17993"/>
                          <a:pt x="745926" y="-17770"/>
                          <a:pt x="917866" y="0"/>
                        </a:cubicBezTo>
                        <a:cubicBezTo>
                          <a:pt x="1089806" y="17770"/>
                          <a:pt x="1183634" y="-13678"/>
                          <a:pt x="1441675" y="0"/>
                        </a:cubicBezTo>
                        <a:cubicBezTo>
                          <a:pt x="1462841" y="257244"/>
                          <a:pt x="1450351" y="343645"/>
                          <a:pt x="1441675" y="623085"/>
                        </a:cubicBezTo>
                        <a:cubicBezTo>
                          <a:pt x="1432999" y="902526"/>
                          <a:pt x="1435529" y="1077675"/>
                          <a:pt x="1441675" y="1209875"/>
                        </a:cubicBezTo>
                        <a:cubicBezTo>
                          <a:pt x="1447822" y="1342075"/>
                          <a:pt x="1417778" y="1567650"/>
                          <a:pt x="1441675" y="1814812"/>
                        </a:cubicBezTo>
                        <a:cubicBezTo>
                          <a:pt x="1321048" y="1833070"/>
                          <a:pt x="1070991" y="1815874"/>
                          <a:pt x="946700" y="1814812"/>
                        </a:cubicBezTo>
                        <a:cubicBezTo>
                          <a:pt x="822409" y="1813750"/>
                          <a:pt x="681959" y="1837375"/>
                          <a:pt x="480558" y="1814812"/>
                        </a:cubicBezTo>
                        <a:cubicBezTo>
                          <a:pt x="279157" y="1792249"/>
                          <a:pt x="173790" y="1833174"/>
                          <a:pt x="0" y="1814812"/>
                        </a:cubicBezTo>
                        <a:cubicBezTo>
                          <a:pt x="26977" y="1658428"/>
                          <a:pt x="-15733" y="1471353"/>
                          <a:pt x="0" y="1209875"/>
                        </a:cubicBezTo>
                        <a:cubicBezTo>
                          <a:pt x="15733" y="948397"/>
                          <a:pt x="-7621" y="863516"/>
                          <a:pt x="0" y="623085"/>
                        </a:cubicBezTo>
                        <a:cubicBezTo>
                          <a:pt x="7621" y="382654"/>
                          <a:pt x="-7620" y="17334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08" name="Rettangolo 507">
            <a:extLst>
              <a:ext uri="{FF2B5EF4-FFF2-40B4-BE49-F238E27FC236}">
                <a16:creationId xmlns:a16="http://schemas.microsoft.com/office/drawing/2014/main" id="{AE34580A-F8FB-6186-65C5-0D871E763ED6}"/>
              </a:ext>
            </a:extLst>
          </p:cNvPr>
          <p:cNvSpPr/>
          <p:nvPr/>
        </p:nvSpPr>
        <p:spPr>
          <a:xfrm>
            <a:off x="794594" y="3226535"/>
            <a:ext cx="2130699" cy="2329565"/>
          </a:xfrm>
          <a:custGeom>
            <a:avLst/>
            <a:gdLst>
              <a:gd name="connsiteX0" fmla="*/ 0 w 2130699"/>
              <a:gd name="connsiteY0" fmla="*/ 0 h 2329565"/>
              <a:gd name="connsiteX1" fmla="*/ 553982 w 2130699"/>
              <a:gd name="connsiteY1" fmla="*/ 0 h 2329565"/>
              <a:gd name="connsiteX2" fmla="*/ 1086656 w 2130699"/>
              <a:gd name="connsiteY2" fmla="*/ 0 h 2329565"/>
              <a:gd name="connsiteX3" fmla="*/ 1555410 w 2130699"/>
              <a:gd name="connsiteY3" fmla="*/ 0 h 2329565"/>
              <a:gd name="connsiteX4" fmla="*/ 2130699 w 2130699"/>
              <a:gd name="connsiteY4" fmla="*/ 0 h 2329565"/>
              <a:gd name="connsiteX5" fmla="*/ 2130699 w 2130699"/>
              <a:gd name="connsiteY5" fmla="*/ 559096 h 2329565"/>
              <a:gd name="connsiteX6" fmla="*/ 2130699 w 2130699"/>
              <a:gd name="connsiteY6" fmla="*/ 1141487 h 2329565"/>
              <a:gd name="connsiteX7" fmla="*/ 2130699 w 2130699"/>
              <a:gd name="connsiteY7" fmla="*/ 1700582 h 2329565"/>
              <a:gd name="connsiteX8" fmla="*/ 2130699 w 2130699"/>
              <a:gd name="connsiteY8" fmla="*/ 2329565 h 2329565"/>
              <a:gd name="connsiteX9" fmla="*/ 1555410 w 2130699"/>
              <a:gd name="connsiteY9" fmla="*/ 2329565 h 2329565"/>
              <a:gd name="connsiteX10" fmla="*/ 1001429 w 2130699"/>
              <a:gd name="connsiteY10" fmla="*/ 2329565 h 2329565"/>
              <a:gd name="connsiteX11" fmla="*/ 511368 w 2130699"/>
              <a:gd name="connsiteY11" fmla="*/ 2329565 h 2329565"/>
              <a:gd name="connsiteX12" fmla="*/ 0 w 2130699"/>
              <a:gd name="connsiteY12" fmla="*/ 2329565 h 2329565"/>
              <a:gd name="connsiteX13" fmla="*/ 0 w 2130699"/>
              <a:gd name="connsiteY13" fmla="*/ 1700582 h 2329565"/>
              <a:gd name="connsiteX14" fmla="*/ 0 w 2130699"/>
              <a:gd name="connsiteY14" fmla="*/ 1118191 h 2329565"/>
              <a:gd name="connsiteX15" fmla="*/ 0 w 2130699"/>
              <a:gd name="connsiteY15" fmla="*/ 512504 h 2329565"/>
              <a:gd name="connsiteX16" fmla="*/ 0 w 2130699"/>
              <a:gd name="connsiteY16" fmla="*/ 0 h 232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30699" h="2329565" fill="none" extrusionOk="0">
                <a:moveTo>
                  <a:pt x="0" y="0"/>
                </a:moveTo>
                <a:cubicBezTo>
                  <a:pt x="137315" y="606"/>
                  <a:pt x="420032" y="-2905"/>
                  <a:pt x="553982" y="0"/>
                </a:cubicBezTo>
                <a:cubicBezTo>
                  <a:pt x="687932" y="2905"/>
                  <a:pt x="892824" y="-12134"/>
                  <a:pt x="1086656" y="0"/>
                </a:cubicBezTo>
                <a:cubicBezTo>
                  <a:pt x="1280488" y="12134"/>
                  <a:pt x="1429607" y="-9639"/>
                  <a:pt x="1555410" y="0"/>
                </a:cubicBezTo>
                <a:cubicBezTo>
                  <a:pt x="1681213" y="9639"/>
                  <a:pt x="1951706" y="27198"/>
                  <a:pt x="2130699" y="0"/>
                </a:cubicBezTo>
                <a:cubicBezTo>
                  <a:pt x="2128107" y="211360"/>
                  <a:pt x="2120603" y="344326"/>
                  <a:pt x="2130699" y="559096"/>
                </a:cubicBezTo>
                <a:cubicBezTo>
                  <a:pt x="2140795" y="773866"/>
                  <a:pt x="2102814" y="946664"/>
                  <a:pt x="2130699" y="1141487"/>
                </a:cubicBezTo>
                <a:cubicBezTo>
                  <a:pt x="2158584" y="1336310"/>
                  <a:pt x="2104133" y="1585712"/>
                  <a:pt x="2130699" y="1700582"/>
                </a:cubicBezTo>
                <a:cubicBezTo>
                  <a:pt x="2157265" y="1815453"/>
                  <a:pt x="2129732" y="2167310"/>
                  <a:pt x="2130699" y="2329565"/>
                </a:cubicBezTo>
                <a:cubicBezTo>
                  <a:pt x="1893090" y="2314009"/>
                  <a:pt x="1710671" y="2342860"/>
                  <a:pt x="1555410" y="2329565"/>
                </a:cubicBezTo>
                <a:cubicBezTo>
                  <a:pt x="1400149" y="2316270"/>
                  <a:pt x="1183588" y="2336178"/>
                  <a:pt x="1001429" y="2329565"/>
                </a:cubicBezTo>
                <a:cubicBezTo>
                  <a:pt x="819270" y="2322952"/>
                  <a:pt x="709007" y="2351788"/>
                  <a:pt x="511368" y="2329565"/>
                </a:cubicBezTo>
                <a:cubicBezTo>
                  <a:pt x="313729" y="2307342"/>
                  <a:pt x="247681" y="2335049"/>
                  <a:pt x="0" y="2329565"/>
                </a:cubicBezTo>
                <a:cubicBezTo>
                  <a:pt x="26678" y="2183568"/>
                  <a:pt x="-15436" y="1838478"/>
                  <a:pt x="0" y="1700582"/>
                </a:cubicBezTo>
                <a:cubicBezTo>
                  <a:pt x="15436" y="1562686"/>
                  <a:pt x="-23125" y="1329170"/>
                  <a:pt x="0" y="1118191"/>
                </a:cubicBezTo>
                <a:cubicBezTo>
                  <a:pt x="23125" y="907212"/>
                  <a:pt x="-9169" y="668563"/>
                  <a:pt x="0" y="512504"/>
                </a:cubicBezTo>
                <a:cubicBezTo>
                  <a:pt x="9169" y="356445"/>
                  <a:pt x="-16265" y="151287"/>
                  <a:pt x="0" y="0"/>
                </a:cubicBezTo>
                <a:close/>
              </a:path>
              <a:path w="2130699" h="2329565" stroke="0" extrusionOk="0">
                <a:moveTo>
                  <a:pt x="0" y="0"/>
                </a:moveTo>
                <a:cubicBezTo>
                  <a:pt x="168779" y="8660"/>
                  <a:pt x="335553" y="-12660"/>
                  <a:pt x="511368" y="0"/>
                </a:cubicBezTo>
                <a:cubicBezTo>
                  <a:pt x="687183" y="12660"/>
                  <a:pt x="897320" y="20518"/>
                  <a:pt x="1001429" y="0"/>
                </a:cubicBezTo>
                <a:cubicBezTo>
                  <a:pt x="1105538" y="-20518"/>
                  <a:pt x="1418939" y="13913"/>
                  <a:pt x="1555410" y="0"/>
                </a:cubicBezTo>
                <a:cubicBezTo>
                  <a:pt x="1691881" y="-13913"/>
                  <a:pt x="1973788" y="-17279"/>
                  <a:pt x="2130699" y="0"/>
                </a:cubicBezTo>
                <a:cubicBezTo>
                  <a:pt x="2125433" y="193944"/>
                  <a:pt x="2138815" y="416502"/>
                  <a:pt x="2130699" y="582391"/>
                </a:cubicBezTo>
                <a:cubicBezTo>
                  <a:pt x="2122583" y="748280"/>
                  <a:pt x="2102719" y="1023404"/>
                  <a:pt x="2130699" y="1188078"/>
                </a:cubicBezTo>
                <a:cubicBezTo>
                  <a:pt x="2158679" y="1352752"/>
                  <a:pt x="2126623" y="1491980"/>
                  <a:pt x="2130699" y="1793765"/>
                </a:cubicBezTo>
                <a:cubicBezTo>
                  <a:pt x="2134775" y="2095550"/>
                  <a:pt x="2138221" y="2132398"/>
                  <a:pt x="2130699" y="2329565"/>
                </a:cubicBezTo>
                <a:cubicBezTo>
                  <a:pt x="1920750" y="2301883"/>
                  <a:pt x="1825964" y="2304878"/>
                  <a:pt x="1576717" y="2329565"/>
                </a:cubicBezTo>
                <a:cubicBezTo>
                  <a:pt x="1327470" y="2354252"/>
                  <a:pt x="1165009" y="2327517"/>
                  <a:pt x="1044043" y="2329565"/>
                </a:cubicBezTo>
                <a:cubicBezTo>
                  <a:pt x="923077" y="2331613"/>
                  <a:pt x="645560" y="2325491"/>
                  <a:pt x="468754" y="2329565"/>
                </a:cubicBezTo>
                <a:cubicBezTo>
                  <a:pt x="291948" y="2333639"/>
                  <a:pt x="176543" y="2333131"/>
                  <a:pt x="0" y="2329565"/>
                </a:cubicBezTo>
                <a:cubicBezTo>
                  <a:pt x="6264" y="2206230"/>
                  <a:pt x="-13163" y="1977159"/>
                  <a:pt x="0" y="1793765"/>
                </a:cubicBezTo>
                <a:cubicBezTo>
                  <a:pt x="13163" y="1610371"/>
                  <a:pt x="-19620" y="1465124"/>
                  <a:pt x="0" y="1281261"/>
                </a:cubicBezTo>
                <a:cubicBezTo>
                  <a:pt x="19620" y="1097398"/>
                  <a:pt x="-8663" y="955223"/>
                  <a:pt x="0" y="698870"/>
                </a:cubicBezTo>
                <a:cubicBezTo>
                  <a:pt x="8663" y="442517"/>
                  <a:pt x="31911" y="185646"/>
                  <a:pt x="0" y="0"/>
                </a:cubicBezTo>
                <a:close/>
              </a:path>
            </a:pathLst>
          </a:custGeom>
          <a:solidFill>
            <a:srgbClr val="FAF6EF"/>
          </a:solidFill>
          <a:ln w="28575">
            <a:solidFill>
              <a:srgbClr val="EECEAA"/>
            </a:solidFill>
            <a:extLst>
              <a:ext uri="{C807C97D-BFC1-408E-A445-0C87EB9F89A2}">
                <ask:lineSketchStyleProps xmlns:ask="http://schemas.microsoft.com/office/drawing/2018/sketchyshapes" sd="3750109198">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1" name="Rettangolo 330">
            <a:extLst>
              <a:ext uri="{FF2B5EF4-FFF2-40B4-BE49-F238E27FC236}">
                <a16:creationId xmlns:a16="http://schemas.microsoft.com/office/drawing/2014/main" id="{1261BBBA-CE93-6307-C467-B27C93C992B8}"/>
              </a:ext>
            </a:extLst>
          </p:cNvPr>
          <p:cNvSpPr/>
          <p:nvPr/>
        </p:nvSpPr>
        <p:spPr>
          <a:xfrm>
            <a:off x="1634072" y="3423032"/>
            <a:ext cx="499710" cy="1916480"/>
          </a:xfrm>
          <a:prstGeom prst="rect">
            <a:avLst/>
          </a:prstGeom>
          <a:solidFill>
            <a:srgbClr val="FAF6EF"/>
          </a:solidFill>
          <a:ln w="38100"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5" name="object 241">
            <a:extLst>
              <a:ext uri="{FF2B5EF4-FFF2-40B4-BE49-F238E27FC236}">
                <a16:creationId xmlns:a16="http://schemas.microsoft.com/office/drawing/2014/main" id="{4C99DF51-BF81-0413-00CA-F1B68858AF16}"/>
              </a:ext>
            </a:extLst>
          </p:cNvPr>
          <p:cNvSpPr txBox="1"/>
          <p:nvPr/>
        </p:nvSpPr>
        <p:spPr>
          <a:xfrm>
            <a:off x="-2212" y="-13"/>
            <a:ext cx="7558712" cy="446444"/>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BANCHI DI MEMORIA esercizi</a:t>
            </a:r>
          </a:p>
        </p:txBody>
      </p:sp>
      <p:sp>
        <p:nvSpPr>
          <p:cNvPr id="12" name="object 168">
            <a:extLst>
              <a:ext uri="{FF2B5EF4-FFF2-40B4-BE49-F238E27FC236}">
                <a16:creationId xmlns:a16="http://schemas.microsoft.com/office/drawing/2014/main" id="{6A095960-656B-8CB8-8008-CEDAE28A045B}"/>
              </a:ext>
            </a:extLst>
          </p:cNvPr>
          <p:cNvSpPr txBox="1"/>
          <p:nvPr/>
        </p:nvSpPr>
        <p:spPr>
          <a:xfrm>
            <a:off x="-2105550" y="2225084"/>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42" name="object 192">
            <a:extLst>
              <a:ext uri="{FF2B5EF4-FFF2-40B4-BE49-F238E27FC236}">
                <a16:creationId xmlns:a16="http://schemas.microsoft.com/office/drawing/2014/main" id="{7C46EF8F-5DBE-D90E-EA01-DEA483EBD119}"/>
              </a:ext>
            </a:extLst>
          </p:cNvPr>
          <p:cNvSpPr/>
          <p:nvPr/>
        </p:nvSpPr>
        <p:spPr>
          <a:xfrm>
            <a:off x="-978809" y="-455256"/>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7709134" y="8264156"/>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8252807" y="8861309"/>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8445566" y="9297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9234315" y="93075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8445566" y="901317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9246015" y="901167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9105697" y="9045627"/>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8288273" y="9055920"/>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8287925" y="9336773"/>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9082871" y="9351766"/>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85" name="Rettangolo con angoli arrotondati 84">
            <a:extLst>
              <a:ext uri="{FF2B5EF4-FFF2-40B4-BE49-F238E27FC236}">
                <a16:creationId xmlns:a16="http://schemas.microsoft.com/office/drawing/2014/main" id="{56EE77D8-C149-4360-F68A-9777EDDEBADF}"/>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con angoli arrotondati 85">
            <a:extLst>
              <a:ext uri="{FF2B5EF4-FFF2-40B4-BE49-F238E27FC236}">
                <a16:creationId xmlns:a16="http://schemas.microsoft.com/office/drawing/2014/main" id="{3F000491-9639-47BA-CD98-A84E3240DD14}"/>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con angoli arrotondati 86">
            <a:extLst>
              <a:ext uri="{FF2B5EF4-FFF2-40B4-BE49-F238E27FC236}">
                <a16:creationId xmlns:a16="http://schemas.microsoft.com/office/drawing/2014/main" id="{2D7F0DB7-85B9-762A-91B5-D8BDECB90DBB}"/>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FC4F1112-D270-C3A3-0BC4-2093B873E672}"/>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6" name="Parentesi quadra aperta 105">
            <a:extLst>
              <a:ext uri="{FF2B5EF4-FFF2-40B4-BE49-F238E27FC236}">
                <a16:creationId xmlns:a16="http://schemas.microsoft.com/office/drawing/2014/main" id="{E8E7DFBB-CE86-B1AE-9DC3-DDED90DD197D}"/>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71" name="Parentesi quadra aperta 270">
            <a:extLst>
              <a:ext uri="{FF2B5EF4-FFF2-40B4-BE49-F238E27FC236}">
                <a16:creationId xmlns:a16="http://schemas.microsoft.com/office/drawing/2014/main" id="{40638298-8946-3B45-A817-85F722D66832}"/>
              </a:ext>
            </a:extLst>
          </p:cNvPr>
          <p:cNvSpPr/>
          <p:nvPr/>
        </p:nvSpPr>
        <p:spPr>
          <a:xfrm>
            <a:off x="214195" y="12638450"/>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8" name="CasellaDiTesto 7">
            <a:extLst>
              <a:ext uri="{FF2B5EF4-FFF2-40B4-BE49-F238E27FC236}">
                <a16:creationId xmlns:a16="http://schemas.microsoft.com/office/drawing/2014/main" id="{84F713B7-0772-E869-5D08-3DEB09652393}"/>
              </a:ext>
            </a:extLst>
          </p:cNvPr>
          <p:cNvSpPr txBox="1"/>
          <p:nvPr/>
        </p:nvSpPr>
        <p:spPr>
          <a:xfrm>
            <a:off x="138170" y="674959"/>
            <a:ext cx="7602435" cy="523220"/>
          </a:xfrm>
          <a:prstGeom prst="rect">
            <a:avLst/>
          </a:prstGeom>
          <a:noFill/>
        </p:spPr>
        <p:txBody>
          <a:bodyPr wrap="square">
            <a:spAutoFit/>
          </a:bodyPr>
          <a:lstStyle/>
          <a:p>
            <a:r>
              <a:rPr lang="it-IT" sz="1400" u="sng" dirty="0"/>
              <a:t>Esempio</a:t>
            </a:r>
            <a:r>
              <a:rPr lang="it-IT" sz="1400" dirty="0"/>
              <a:t>:</a:t>
            </a:r>
          </a:p>
          <a:p>
            <a:r>
              <a:rPr lang="it-IT" sz="1400" dirty="0"/>
              <a:t>Si realizzi una SRAM di </a:t>
            </a:r>
            <a:r>
              <a:rPr lang="it-IT" sz="1400" dirty="0">
                <a:highlight>
                  <a:srgbClr val="C2D9E5"/>
                </a:highlight>
              </a:rPr>
              <a:t>2MB x 32 bit</a:t>
            </a:r>
            <a:r>
              <a:rPr lang="it-IT" sz="1400" dirty="0"/>
              <a:t> indirizzabile al </a:t>
            </a:r>
            <a:r>
              <a:rPr lang="it-IT" sz="1400" dirty="0">
                <a:highlight>
                  <a:srgbClr val="B2E890"/>
                </a:highlight>
              </a:rPr>
              <a:t>byte</a:t>
            </a:r>
            <a:r>
              <a:rPr lang="it-IT" sz="1400" dirty="0"/>
              <a:t> utilizzando chip </a:t>
            </a:r>
            <a:r>
              <a:rPr lang="it-IT" sz="1400" dirty="0">
                <a:highlight>
                  <a:srgbClr val="F2AA84"/>
                </a:highlight>
              </a:rPr>
              <a:t>1M </a:t>
            </a:r>
            <a:r>
              <a:rPr lang="it-IT" sz="1400" dirty="0"/>
              <a:t>x </a:t>
            </a:r>
            <a:r>
              <a:rPr lang="it-IT" sz="1400" dirty="0">
                <a:highlight>
                  <a:srgbClr val="98ECB7"/>
                </a:highlight>
              </a:rPr>
              <a:t>8 bit </a:t>
            </a:r>
            <a:r>
              <a:rPr lang="it-IT" sz="1400" dirty="0"/>
              <a:t>. </a:t>
            </a:r>
          </a:p>
        </p:txBody>
      </p:sp>
      <p:sp>
        <p:nvSpPr>
          <p:cNvPr id="9" name="CasellaDiTesto 8">
            <a:extLst>
              <a:ext uri="{FF2B5EF4-FFF2-40B4-BE49-F238E27FC236}">
                <a16:creationId xmlns:a16="http://schemas.microsoft.com/office/drawing/2014/main" id="{CB6E804E-8F38-2A86-6F1B-A220A3A4904E}"/>
              </a:ext>
            </a:extLst>
          </p:cNvPr>
          <p:cNvSpPr txBox="1"/>
          <p:nvPr/>
        </p:nvSpPr>
        <p:spPr>
          <a:xfrm>
            <a:off x="138170" y="1256299"/>
            <a:ext cx="7111781" cy="954107"/>
          </a:xfrm>
          <a:prstGeom prst="rect">
            <a:avLst/>
          </a:prstGeom>
          <a:noFill/>
        </p:spPr>
        <p:txBody>
          <a:bodyPr wrap="square">
            <a:spAutoFit/>
          </a:bodyPr>
          <a:lstStyle/>
          <a:p>
            <a:r>
              <a:rPr lang="it-IT" sz="1400" u="sng" dirty="0"/>
              <a:t>Spiegazione:</a:t>
            </a:r>
          </a:p>
          <a:p>
            <a:r>
              <a:rPr lang="it-IT" sz="1400" dirty="0"/>
              <a:t>Dobbiamo creare una memoria di dimensioni </a:t>
            </a:r>
            <a:r>
              <a:rPr lang="it-IT" sz="1400" dirty="0">
                <a:highlight>
                  <a:srgbClr val="C2D9E5"/>
                </a:highlight>
              </a:rPr>
              <a:t>2^21 </a:t>
            </a:r>
            <a:r>
              <a:rPr lang="it-IT" sz="1400" dirty="0"/>
              <a:t>x </a:t>
            </a:r>
            <a:r>
              <a:rPr lang="it-IT" sz="1400" dirty="0">
                <a:highlight>
                  <a:srgbClr val="C2D9E5"/>
                </a:highlight>
              </a:rPr>
              <a:t>32 bit </a:t>
            </a:r>
            <a:r>
              <a:rPr lang="it-IT" sz="1400" dirty="0"/>
              <a:t>, composta da chip </a:t>
            </a:r>
            <a:r>
              <a:rPr lang="it-IT" sz="1400" dirty="0">
                <a:highlight>
                  <a:srgbClr val="F2AA84"/>
                </a:highlight>
              </a:rPr>
              <a:t>2^20</a:t>
            </a:r>
            <a:r>
              <a:rPr lang="it-IT" sz="1400" dirty="0"/>
              <a:t> x </a:t>
            </a:r>
            <a:r>
              <a:rPr lang="it-IT" sz="1400" dirty="0">
                <a:highlight>
                  <a:srgbClr val="98ECB7"/>
                </a:highlight>
              </a:rPr>
              <a:t>1 bit</a:t>
            </a:r>
            <a:r>
              <a:rPr lang="it-IT" sz="1400" dirty="0"/>
              <a:t>. </a:t>
            </a:r>
          </a:p>
          <a:p>
            <a:r>
              <a:rPr lang="it-IT" sz="1400" dirty="0"/>
              <a:t>Per creare una </a:t>
            </a:r>
            <a:r>
              <a:rPr lang="it-IT" sz="1400" dirty="0" err="1"/>
              <a:t>sram</a:t>
            </a:r>
            <a:r>
              <a:rPr lang="it-IT" sz="1400" dirty="0"/>
              <a:t> di queste dimensioni basta avere 2 e 4 chip per lato ( 2M x 4 byte = 2M x 32bit), avendo chip da 8 bit ovvero 1 byte, bisogna poterli indirizzare tutti a 8 con 3 bit</a:t>
            </a:r>
          </a:p>
        </p:txBody>
      </p:sp>
      <p:sp>
        <p:nvSpPr>
          <p:cNvPr id="17" name="object 123">
            <a:extLst>
              <a:ext uri="{FF2B5EF4-FFF2-40B4-BE49-F238E27FC236}">
                <a16:creationId xmlns:a16="http://schemas.microsoft.com/office/drawing/2014/main" id="{F1727E58-70ED-C7F3-34C9-170825360821}"/>
              </a:ext>
            </a:extLst>
          </p:cNvPr>
          <p:cNvSpPr/>
          <p:nvPr/>
        </p:nvSpPr>
        <p:spPr>
          <a:xfrm>
            <a:off x="8000256" y="4597187"/>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8" name="object 123">
            <a:extLst>
              <a:ext uri="{FF2B5EF4-FFF2-40B4-BE49-F238E27FC236}">
                <a16:creationId xmlns:a16="http://schemas.microsoft.com/office/drawing/2014/main" id="{23A52F6A-391C-0561-B091-CB7790585342}"/>
              </a:ext>
            </a:extLst>
          </p:cNvPr>
          <p:cNvSpPr/>
          <p:nvPr/>
        </p:nvSpPr>
        <p:spPr>
          <a:xfrm>
            <a:off x="8505723"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9" name="object 123">
            <a:extLst>
              <a:ext uri="{FF2B5EF4-FFF2-40B4-BE49-F238E27FC236}">
                <a16:creationId xmlns:a16="http://schemas.microsoft.com/office/drawing/2014/main" id="{34DAD8C6-6360-AC95-CA3A-88CEDFEB1310}"/>
              </a:ext>
            </a:extLst>
          </p:cNvPr>
          <p:cNvSpPr/>
          <p:nvPr/>
        </p:nvSpPr>
        <p:spPr>
          <a:xfrm>
            <a:off x="9003885" y="4582354"/>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B2E621C0-8F2C-F8E3-25CA-ECF36C0D0510}"/>
              </a:ext>
            </a:extLst>
          </p:cNvPr>
          <p:cNvSpPr/>
          <p:nvPr/>
        </p:nvSpPr>
        <p:spPr>
          <a:xfrm>
            <a:off x="9504517"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8" name="object 123">
            <a:extLst>
              <a:ext uri="{FF2B5EF4-FFF2-40B4-BE49-F238E27FC236}">
                <a16:creationId xmlns:a16="http://schemas.microsoft.com/office/drawing/2014/main" id="{8310E05C-5294-D27D-84F1-149354CFDCFA}"/>
              </a:ext>
            </a:extLst>
          </p:cNvPr>
          <p:cNvSpPr/>
          <p:nvPr/>
        </p:nvSpPr>
        <p:spPr>
          <a:xfrm>
            <a:off x="8002360"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9" name="object 123">
            <a:extLst>
              <a:ext uri="{FF2B5EF4-FFF2-40B4-BE49-F238E27FC236}">
                <a16:creationId xmlns:a16="http://schemas.microsoft.com/office/drawing/2014/main" id="{37DC80B9-B490-7CD1-3663-538B6BC91A7A}"/>
              </a:ext>
            </a:extLst>
          </p:cNvPr>
          <p:cNvSpPr/>
          <p:nvPr/>
        </p:nvSpPr>
        <p:spPr>
          <a:xfrm>
            <a:off x="8495902"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0" name="object 123">
            <a:extLst>
              <a:ext uri="{FF2B5EF4-FFF2-40B4-BE49-F238E27FC236}">
                <a16:creationId xmlns:a16="http://schemas.microsoft.com/office/drawing/2014/main" id="{377DC048-3508-E214-1AF8-731E804E18F2}"/>
              </a:ext>
            </a:extLst>
          </p:cNvPr>
          <p:cNvSpPr/>
          <p:nvPr/>
        </p:nvSpPr>
        <p:spPr>
          <a:xfrm>
            <a:off x="9504516"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1" name="object 123">
            <a:extLst>
              <a:ext uri="{FF2B5EF4-FFF2-40B4-BE49-F238E27FC236}">
                <a16:creationId xmlns:a16="http://schemas.microsoft.com/office/drawing/2014/main" id="{73AAABE2-CA8A-03E0-859E-343339CA5C93}"/>
              </a:ext>
            </a:extLst>
          </p:cNvPr>
          <p:cNvSpPr/>
          <p:nvPr/>
        </p:nvSpPr>
        <p:spPr>
          <a:xfrm>
            <a:off x="9011074" y="4567602"/>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4" name="object 123">
            <a:extLst>
              <a:ext uri="{FF2B5EF4-FFF2-40B4-BE49-F238E27FC236}">
                <a16:creationId xmlns:a16="http://schemas.microsoft.com/office/drawing/2014/main" id="{8FDB5833-F8B3-16A2-D397-9B3A5EC871F3}"/>
              </a:ext>
            </a:extLst>
          </p:cNvPr>
          <p:cNvSpPr/>
          <p:nvPr/>
        </p:nvSpPr>
        <p:spPr>
          <a:xfrm>
            <a:off x="9002421"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2" name="Rettangolo con angoli arrotondati 31">
            <a:extLst>
              <a:ext uri="{FF2B5EF4-FFF2-40B4-BE49-F238E27FC236}">
                <a16:creationId xmlns:a16="http://schemas.microsoft.com/office/drawing/2014/main" id="{87D84ECF-41B0-1EA0-5D8D-CBFE08ADCF96}"/>
              </a:ext>
            </a:extLst>
          </p:cNvPr>
          <p:cNvSpPr/>
          <p:nvPr/>
        </p:nvSpPr>
        <p:spPr>
          <a:xfrm>
            <a:off x="6710275" y="11302122"/>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49" name="Connettore diritto 48">
            <a:extLst>
              <a:ext uri="{FF2B5EF4-FFF2-40B4-BE49-F238E27FC236}">
                <a16:creationId xmlns:a16="http://schemas.microsoft.com/office/drawing/2014/main" id="{9A43D34F-6476-3B6A-BE07-1B342D20AF5B}"/>
              </a:ext>
            </a:extLst>
          </p:cNvPr>
          <p:cNvCxnSpPr>
            <a:cxnSpLocks/>
            <a:stCxn id="425" idx="0"/>
          </p:cNvCxnSpPr>
          <p:nvPr/>
        </p:nvCxnSpPr>
        <p:spPr>
          <a:xfrm flipV="1">
            <a:off x="6844596" y="5066456"/>
            <a:ext cx="0" cy="283224"/>
          </a:xfrm>
          <a:prstGeom prst="line">
            <a:avLst/>
          </a:prstGeom>
          <a:ln>
            <a:solidFill>
              <a:srgbClr val="B2E890"/>
            </a:solidFill>
            <a:prstDash val="sysDot"/>
          </a:ln>
        </p:spPr>
        <p:style>
          <a:lnRef idx="2">
            <a:schemeClr val="accent1"/>
          </a:lnRef>
          <a:fillRef idx="0">
            <a:schemeClr val="accent1"/>
          </a:fillRef>
          <a:effectRef idx="1">
            <a:schemeClr val="accent1"/>
          </a:effectRef>
          <a:fontRef idx="minor">
            <a:schemeClr val="tx1"/>
          </a:fontRef>
        </p:style>
      </p:cxnSp>
      <p:sp>
        <p:nvSpPr>
          <p:cNvPr id="488" name="Triangolo isoscele 487">
            <a:extLst>
              <a:ext uri="{FF2B5EF4-FFF2-40B4-BE49-F238E27FC236}">
                <a16:creationId xmlns:a16="http://schemas.microsoft.com/office/drawing/2014/main" id="{A456C048-C598-88E6-6BC5-1B5C864E01BD}"/>
              </a:ext>
            </a:extLst>
          </p:cNvPr>
          <p:cNvSpPr/>
          <p:nvPr/>
        </p:nvSpPr>
        <p:spPr>
          <a:xfrm rot="3542009">
            <a:off x="2115164" y="3253037"/>
            <a:ext cx="2283684" cy="1625631"/>
          </a:xfrm>
          <a:prstGeom prst="triangle">
            <a:avLst/>
          </a:prstGeom>
          <a:gradFill>
            <a:gsLst>
              <a:gs pos="0">
                <a:srgbClr val="EECEAA"/>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79" name="Rettangolo 378">
            <a:extLst>
              <a:ext uri="{FF2B5EF4-FFF2-40B4-BE49-F238E27FC236}">
                <a16:creationId xmlns:a16="http://schemas.microsoft.com/office/drawing/2014/main" id="{A8C150CB-5623-406C-20E6-0AF4D17E390E}"/>
              </a:ext>
            </a:extLst>
          </p:cNvPr>
          <p:cNvSpPr/>
          <p:nvPr/>
        </p:nvSpPr>
        <p:spPr>
          <a:xfrm>
            <a:off x="3813026" y="3430282"/>
            <a:ext cx="144000" cy="576000"/>
          </a:xfrm>
          <a:prstGeom prst="rect">
            <a:avLst/>
          </a:prstGeom>
          <a:solidFill>
            <a:srgbClr val="FAF6EF"/>
          </a:solid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2" name="CasellaDiTesto 421">
            <a:extLst>
              <a:ext uri="{FF2B5EF4-FFF2-40B4-BE49-F238E27FC236}">
                <a16:creationId xmlns:a16="http://schemas.microsoft.com/office/drawing/2014/main" id="{E1B4C437-82A4-B9D9-0E7F-DE33B5CAD8EA}"/>
              </a:ext>
            </a:extLst>
          </p:cNvPr>
          <p:cNvSpPr txBox="1"/>
          <p:nvPr/>
        </p:nvSpPr>
        <p:spPr>
          <a:xfrm>
            <a:off x="4422491" y="3940755"/>
            <a:ext cx="375424" cy="261610"/>
          </a:xfrm>
          <a:prstGeom prst="rect">
            <a:avLst/>
          </a:prstGeom>
          <a:noFill/>
        </p:spPr>
        <p:txBody>
          <a:bodyPr wrap="none" rtlCol="0">
            <a:spAutoFit/>
          </a:bodyPr>
          <a:lstStyle/>
          <a:p>
            <a:r>
              <a:rPr lang="it-IT" sz="1100" b="1" dirty="0">
                <a:solidFill>
                  <a:srgbClr val="795548"/>
                </a:solidFill>
              </a:rPr>
              <a:t>2M</a:t>
            </a:r>
          </a:p>
        </p:txBody>
      </p:sp>
      <p:sp>
        <p:nvSpPr>
          <p:cNvPr id="423" name="CasellaDiTesto 422">
            <a:extLst>
              <a:ext uri="{FF2B5EF4-FFF2-40B4-BE49-F238E27FC236}">
                <a16:creationId xmlns:a16="http://schemas.microsoft.com/office/drawing/2014/main" id="{7A352FC0-8469-E16A-F9E7-394856D40C5E}"/>
              </a:ext>
            </a:extLst>
          </p:cNvPr>
          <p:cNvSpPr txBox="1"/>
          <p:nvPr/>
        </p:nvSpPr>
        <p:spPr>
          <a:xfrm>
            <a:off x="5251702" y="2907399"/>
            <a:ext cx="968535" cy="261610"/>
          </a:xfrm>
          <a:prstGeom prst="rect">
            <a:avLst/>
          </a:prstGeom>
          <a:noFill/>
        </p:spPr>
        <p:txBody>
          <a:bodyPr wrap="none" rtlCol="0">
            <a:spAutoFit/>
          </a:bodyPr>
          <a:lstStyle/>
          <a:p>
            <a:pPr algn="ctr"/>
            <a:r>
              <a:rPr lang="it-IT" sz="1100" b="1" dirty="0">
                <a:solidFill>
                  <a:srgbClr val="795548"/>
                </a:solidFill>
              </a:rPr>
              <a:t>32bit </a:t>
            </a:r>
            <a:r>
              <a:rPr lang="it-IT" sz="1100" dirty="0">
                <a:solidFill>
                  <a:srgbClr val="795548"/>
                </a:solidFill>
              </a:rPr>
              <a:t>(</a:t>
            </a:r>
            <a:r>
              <a:rPr lang="it-IT" sz="1100" dirty="0">
                <a:solidFill>
                  <a:schemeClr val="accent6">
                    <a:lumMod val="75000"/>
                  </a:schemeClr>
                </a:solidFill>
              </a:rPr>
              <a:t>4byte</a:t>
            </a:r>
            <a:r>
              <a:rPr lang="it-IT" sz="950" dirty="0">
                <a:solidFill>
                  <a:srgbClr val="795548"/>
                </a:solidFill>
              </a:rPr>
              <a:t>)</a:t>
            </a:r>
          </a:p>
        </p:txBody>
      </p:sp>
      <p:sp>
        <p:nvSpPr>
          <p:cNvPr id="424" name="Rettangolo 423">
            <a:extLst>
              <a:ext uri="{FF2B5EF4-FFF2-40B4-BE49-F238E27FC236}">
                <a16:creationId xmlns:a16="http://schemas.microsoft.com/office/drawing/2014/main" id="{77F579FA-A77B-D104-E911-D4369688C160}"/>
              </a:ext>
            </a:extLst>
          </p:cNvPr>
          <p:cNvSpPr/>
          <p:nvPr/>
        </p:nvSpPr>
        <p:spPr>
          <a:xfrm>
            <a:off x="5522802" y="5349680"/>
            <a:ext cx="1575402"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5" name="Rettangolo 424">
            <a:extLst>
              <a:ext uri="{FF2B5EF4-FFF2-40B4-BE49-F238E27FC236}">
                <a16:creationId xmlns:a16="http://schemas.microsoft.com/office/drawing/2014/main" id="{E927162B-2251-0E7B-A44D-1A5041AFDCA5}"/>
              </a:ext>
            </a:extLst>
          </p:cNvPr>
          <p:cNvSpPr/>
          <p:nvPr/>
        </p:nvSpPr>
        <p:spPr>
          <a:xfrm>
            <a:off x="6590987" y="5349680"/>
            <a:ext cx="507217"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6" name="Rettangolo 425">
            <a:extLst>
              <a:ext uri="{FF2B5EF4-FFF2-40B4-BE49-F238E27FC236}">
                <a16:creationId xmlns:a16="http://schemas.microsoft.com/office/drawing/2014/main" id="{3D5C22C3-ED5B-093D-79C2-61D5E382ECD6}"/>
              </a:ext>
            </a:extLst>
          </p:cNvPr>
          <p:cNvSpPr/>
          <p:nvPr/>
        </p:nvSpPr>
        <p:spPr>
          <a:xfrm>
            <a:off x="6620423" y="5369124"/>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7" name="Rettangolo 426">
            <a:extLst>
              <a:ext uri="{FF2B5EF4-FFF2-40B4-BE49-F238E27FC236}">
                <a16:creationId xmlns:a16="http://schemas.microsoft.com/office/drawing/2014/main" id="{A8DB8518-DDF4-0744-9FAA-4CD97D532C2D}"/>
              </a:ext>
            </a:extLst>
          </p:cNvPr>
          <p:cNvSpPr/>
          <p:nvPr/>
        </p:nvSpPr>
        <p:spPr>
          <a:xfrm>
            <a:off x="6776597" y="5369124"/>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9" name="Arco 428">
            <a:extLst>
              <a:ext uri="{FF2B5EF4-FFF2-40B4-BE49-F238E27FC236}">
                <a16:creationId xmlns:a16="http://schemas.microsoft.com/office/drawing/2014/main" id="{930C871F-3C73-85CB-8BDB-DE66CF5E7A79}"/>
              </a:ext>
            </a:extLst>
          </p:cNvPr>
          <p:cNvSpPr/>
          <p:nvPr/>
        </p:nvSpPr>
        <p:spPr>
          <a:xfrm rot="20973417" flipH="1" flipV="1">
            <a:off x="3731923" y="2361267"/>
            <a:ext cx="1675599" cy="1521504"/>
          </a:xfrm>
          <a:prstGeom prst="arc">
            <a:avLst>
              <a:gd name="adj1" fmla="val 16200000"/>
              <a:gd name="adj2" fmla="val 19637418"/>
            </a:avLst>
          </a:prstGeom>
          <a:noFill/>
          <a:ln w="28575">
            <a:gradFill>
              <a:gsLst>
                <a:gs pos="35000">
                  <a:srgbClr val="F2AA84">
                    <a:alpha val="20000"/>
                  </a:srgbClr>
                </a:gs>
                <a:gs pos="5000">
                  <a:srgbClr val="F2AA84"/>
                </a:gs>
              </a:gsLst>
              <a:lin ang="5400000" scaled="1"/>
            </a:gra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446" name="CasellaDiTesto 445">
            <a:extLst>
              <a:ext uri="{FF2B5EF4-FFF2-40B4-BE49-F238E27FC236}">
                <a16:creationId xmlns:a16="http://schemas.microsoft.com/office/drawing/2014/main" id="{24829805-CE13-E710-E42C-4BA8B5DCA497}"/>
              </a:ext>
            </a:extLst>
          </p:cNvPr>
          <p:cNvSpPr txBox="1"/>
          <p:nvPr/>
        </p:nvSpPr>
        <p:spPr>
          <a:xfrm>
            <a:off x="1807623" y="4245744"/>
            <a:ext cx="144000" cy="238527"/>
          </a:xfrm>
          <a:prstGeom prst="rect">
            <a:avLst/>
          </a:prstGeom>
          <a:noFill/>
        </p:spPr>
        <p:txBody>
          <a:bodyPr wrap="square" lIns="0" rIns="0" rtlCol="0">
            <a:spAutoFit/>
          </a:bodyPr>
          <a:lstStyle/>
          <a:p>
            <a:pPr algn="ctr"/>
            <a:r>
              <a:rPr lang="it-IT" sz="950" dirty="0">
                <a:solidFill>
                  <a:srgbClr val="795548"/>
                </a:solidFill>
              </a:rPr>
              <a:t>…</a:t>
            </a:r>
          </a:p>
        </p:txBody>
      </p:sp>
      <p:sp>
        <p:nvSpPr>
          <p:cNvPr id="448" name="CasellaDiTesto 447">
            <a:extLst>
              <a:ext uri="{FF2B5EF4-FFF2-40B4-BE49-F238E27FC236}">
                <a16:creationId xmlns:a16="http://schemas.microsoft.com/office/drawing/2014/main" id="{4E175A37-804D-EB67-A351-86F76F61F30C}"/>
              </a:ext>
            </a:extLst>
          </p:cNvPr>
          <p:cNvSpPr txBox="1"/>
          <p:nvPr/>
        </p:nvSpPr>
        <p:spPr>
          <a:xfrm>
            <a:off x="785254" y="3851047"/>
            <a:ext cx="465252" cy="338554"/>
          </a:xfrm>
          <a:prstGeom prst="rect">
            <a:avLst/>
          </a:prstGeom>
          <a:noFill/>
          <a:ln w="28575">
            <a:noFill/>
          </a:ln>
        </p:spPr>
        <p:txBody>
          <a:bodyPr wrap="square" rtlCol="0">
            <a:spAutoFit/>
          </a:bodyPr>
          <a:lstStyle/>
          <a:p>
            <a:pPr algn="ctr"/>
            <a:r>
              <a:rPr lang="it-IT" sz="1600" b="1" dirty="0">
                <a:solidFill>
                  <a:srgbClr val="795548"/>
                </a:solidFill>
                <a:highlight>
                  <a:srgbClr val="F2AA84"/>
                </a:highlight>
              </a:rPr>
              <a:t> 20  </a:t>
            </a:r>
          </a:p>
        </p:txBody>
      </p:sp>
      <p:cxnSp>
        <p:nvCxnSpPr>
          <p:cNvPr id="457" name="Connettore diritto 456">
            <a:extLst>
              <a:ext uri="{FF2B5EF4-FFF2-40B4-BE49-F238E27FC236}">
                <a16:creationId xmlns:a16="http://schemas.microsoft.com/office/drawing/2014/main" id="{00A17CC6-07F3-4887-BDA9-09D275FD29DE}"/>
              </a:ext>
            </a:extLst>
          </p:cNvPr>
          <p:cNvCxnSpPr>
            <a:cxnSpLocks/>
          </p:cNvCxnSpPr>
          <p:nvPr/>
        </p:nvCxnSpPr>
        <p:spPr>
          <a:xfrm>
            <a:off x="506479" y="4401389"/>
            <a:ext cx="1103529" cy="0"/>
          </a:xfrm>
          <a:prstGeom prst="line">
            <a:avLst/>
          </a:prstGeom>
          <a:ln w="38100" cap="rnd">
            <a:solidFill>
              <a:srgbClr val="F2AA84"/>
            </a:solidFill>
            <a:tailEnd type="arrow"/>
          </a:ln>
        </p:spPr>
        <p:style>
          <a:lnRef idx="2">
            <a:schemeClr val="accent1"/>
          </a:lnRef>
          <a:fillRef idx="0">
            <a:schemeClr val="accent1"/>
          </a:fillRef>
          <a:effectRef idx="1">
            <a:schemeClr val="accent1"/>
          </a:effectRef>
          <a:fontRef idx="minor">
            <a:schemeClr val="tx1"/>
          </a:fontRef>
        </p:style>
      </p:cxnSp>
      <p:sp>
        <p:nvSpPr>
          <p:cNvPr id="332" name="Rettangolo con angoli arrotondati 331">
            <a:extLst>
              <a:ext uri="{FF2B5EF4-FFF2-40B4-BE49-F238E27FC236}">
                <a16:creationId xmlns:a16="http://schemas.microsoft.com/office/drawing/2014/main" id="{904FB8AC-087E-8CF5-87E5-8D44F7B2A217}"/>
              </a:ext>
            </a:extLst>
          </p:cNvPr>
          <p:cNvSpPr/>
          <p:nvPr/>
        </p:nvSpPr>
        <p:spPr>
          <a:xfrm>
            <a:off x="1716097" y="3497151"/>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3" name="Rettangolo con angoli arrotondati 332">
            <a:extLst>
              <a:ext uri="{FF2B5EF4-FFF2-40B4-BE49-F238E27FC236}">
                <a16:creationId xmlns:a16="http://schemas.microsoft.com/office/drawing/2014/main" id="{74C0418C-1920-77E7-D54E-A442B063E55A}"/>
              </a:ext>
            </a:extLst>
          </p:cNvPr>
          <p:cNvSpPr/>
          <p:nvPr/>
        </p:nvSpPr>
        <p:spPr>
          <a:xfrm>
            <a:off x="1716097" y="3637882"/>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4" name="Rettangolo con angoli arrotondati 333">
            <a:extLst>
              <a:ext uri="{FF2B5EF4-FFF2-40B4-BE49-F238E27FC236}">
                <a16:creationId xmlns:a16="http://schemas.microsoft.com/office/drawing/2014/main" id="{43F6EBB7-9CE1-8935-EF72-08BEDD1322CB}"/>
              </a:ext>
            </a:extLst>
          </p:cNvPr>
          <p:cNvSpPr/>
          <p:nvPr/>
        </p:nvSpPr>
        <p:spPr>
          <a:xfrm>
            <a:off x="1716097" y="3778613"/>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5" name="Rettangolo con angoli arrotondati 334">
            <a:extLst>
              <a:ext uri="{FF2B5EF4-FFF2-40B4-BE49-F238E27FC236}">
                <a16:creationId xmlns:a16="http://schemas.microsoft.com/office/drawing/2014/main" id="{D7546937-A325-DFBD-B68D-F818CEA94042}"/>
              </a:ext>
            </a:extLst>
          </p:cNvPr>
          <p:cNvSpPr/>
          <p:nvPr/>
        </p:nvSpPr>
        <p:spPr>
          <a:xfrm>
            <a:off x="1716097" y="3919345"/>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6" name="Rettangolo con angoli arrotondati 335">
            <a:extLst>
              <a:ext uri="{FF2B5EF4-FFF2-40B4-BE49-F238E27FC236}">
                <a16:creationId xmlns:a16="http://schemas.microsoft.com/office/drawing/2014/main" id="{748D17DC-3799-9E67-4B59-DAA5456D097C}"/>
              </a:ext>
            </a:extLst>
          </p:cNvPr>
          <p:cNvSpPr/>
          <p:nvPr/>
        </p:nvSpPr>
        <p:spPr>
          <a:xfrm>
            <a:off x="1716097" y="4060076"/>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7" name="Rettangolo con angoli arrotondati 336">
            <a:extLst>
              <a:ext uri="{FF2B5EF4-FFF2-40B4-BE49-F238E27FC236}">
                <a16:creationId xmlns:a16="http://schemas.microsoft.com/office/drawing/2014/main" id="{5F1BD604-4718-2D8D-3D77-FBFE2A8270C5}"/>
              </a:ext>
            </a:extLst>
          </p:cNvPr>
          <p:cNvSpPr/>
          <p:nvPr/>
        </p:nvSpPr>
        <p:spPr>
          <a:xfrm>
            <a:off x="1716097" y="4200807"/>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9" name="Rettangolo con angoli arrotondati 338">
            <a:extLst>
              <a:ext uri="{FF2B5EF4-FFF2-40B4-BE49-F238E27FC236}">
                <a16:creationId xmlns:a16="http://schemas.microsoft.com/office/drawing/2014/main" id="{DE02142A-CEAD-A42A-D2F7-60D8AFBF0952}"/>
              </a:ext>
            </a:extLst>
          </p:cNvPr>
          <p:cNvSpPr/>
          <p:nvPr/>
        </p:nvSpPr>
        <p:spPr>
          <a:xfrm>
            <a:off x="1716097" y="4482270"/>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0" name="Rettangolo con angoli arrotondati 339">
            <a:extLst>
              <a:ext uri="{FF2B5EF4-FFF2-40B4-BE49-F238E27FC236}">
                <a16:creationId xmlns:a16="http://schemas.microsoft.com/office/drawing/2014/main" id="{3B5C971A-7416-9FEB-C5CB-DE6A73D6FCE9}"/>
              </a:ext>
            </a:extLst>
          </p:cNvPr>
          <p:cNvSpPr/>
          <p:nvPr/>
        </p:nvSpPr>
        <p:spPr>
          <a:xfrm>
            <a:off x="1716097" y="4623001"/>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1" name="Rettangolo con angoli arrotondati 340">
            <a:extLst>
              <a:ext uri="{FF2B5EF4-FFF2-40B4-BE49-F238E27FC236}">
                <a16:creationId xmlns:a16="http://schemas.microsoft.com/office/drawing/2014/main" id="{D52AAD07-7E3C-87BF-D35B-EC613FC42D66}"/>
              </a:ext>
            </a:extLst>
          </p:cNvPr>
          <p:cNvSpPr/>
          <p:nvPr/>
        </p:nvSpPr>
        <p:spPr>
          <a:xfrm>
            <a:off x="1716097" y="4763732"/>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2" name="Rettangolo con angoli arrotondati 341">
            <a:extLst>
              <a:ext uri="{FF2B5EF4-FFF2-40B4-BE49-F238E27FC236}">
                <a16:creationId xmlns:a16="http://schemas.microsoft.com/office/drawing/2014/main" id="{C67FDDF3-330A-EBBC-B492-4DC2584753BD}"/>
              </a:ext>
            </a:extLst>
          </p:cNvPr>
          <p:cNvSpPr/>
          <p:nvPr/>
        </p:nvSpPr>
        <p:spPr>
          <a:xfrm>
            <a:off x="1716097" y="4904463"/>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3" name="Rettangolo con angoli arrotondati 342">
            <a:extLst>
              <a:ext uri="{FF2B5EF4-FFF2-40B4-BE49-F238E27FC236}">
                <a16:creationId xmlns:a16="http://schemas.microsoft.com/office/drawing/2014/main" id="{04A47AA0-EB69-48B6-B1D2-BB12424EB712}"/>
              </a:ext>
            </a:extLst>
          </p:cNvPr>
          <p:cNvSpPr/>
          <p:nvPr/>
        </p:nvSpPr>
        <p:spPr>
          <a:xfrm>
            <a:off x="1716097" y="5045195"/>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4" name="Rettangolo con angoli arrotondati 343">
            <a:extLst>
              <a:ext uri="{FF2B5EF4-FFF2-40B4-BE49-F238E27FC236}">
                <a16:creationId xmlns:a16="http://schemas.microsoft.com/office/drawing/2014/main" id="{CAE8BD26-EE5D-86E8-EF2F-EB72F87C3468}"/>
              </a:ext>
            </a:extLst>
          </p:cNvPr>
          <p:cNvSpPr/>
          <p:nvPr/>
        </p:nvSpPr>
        <p:spPr>
          <a:xfrm>
            <a:off x="1716097" y="5185934"/>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473" name="Connettore diritto 472">
            <a:extLst>
              <a:ext uri="{FF2B5EF4-FFF2-40B4-BE49-F238E27FC236}">
                <a16:creationId xmlns:a16="http://schemas.microsoft.com/office/drawing/2014/main" id="{2054E95B-8151-D58A-141D-6DA9B4E7AF61}"/>
              </a:ext>
            </a:extLst>
          </p:cNvPr>
          <p:cNvCxnSpPr>
            <a:cxnSpLocks/>
          </p:cNvCxnSpPr>
          <p:nvPr/>
        </p:nvCxnSpPr>
        <p:spPr>
          <a:xfrm flipH="1">
            <a:off x="2136808" y="4372742"/>
            <a:ext cx="790341" cy="7132"/>
          </a:xfrm>
          <a:prstGeom prst="line">
            <a:avLst/>
          </a:prstGeom>
          <a:ln w="28575" cap="rnd">
            <a:solidFill>
              <a:srgbClr val="795548"/>
            </a:solidFill>
            <a:round/>
            <a:headEnd type="arrow"/>
            <a:tailEnd type="arrow"/>
          </a:ln>
        </p:spPr>
        <p:style>
          <a:lnRef idx="2">
            <a:schemeClr val="accent1"/>
          </a:lnRef>
          <a:fillRef idx="0">
            <a:schemeClr val="accent1"/>
          </a:fillRef>
          <a:effectRef idx="1">
            <a:schemeClr val="accent1"/>
          </a:effectRef>
          <a:fontRef idx="minor">
            <a:schemeClr val="tx1"/>
          </a:fontRef>
        </p:style>
      </p:cxnSp>
      <p:sp>
        <p:nvSpPr>
          <p:cNvPr id="477" name="CasellaDiTesto 476">
            <a:extLst>
              <a:ext uri="{FF2B5EF4-FFF2-40B4-BE49-F238E27FC236}">
                <a16:creationId xmlns:a16="http://schemas.microsoft.com/office/drawing/2014/main" id="{40A87497-6EF7-A4C0-247F-765A9B9A6044}"/>
              </a:ext>
            </a:extLst>
          </p:cNvPr>
          <p:cNvSpPr txBox="1"/>
          <p:nvPr/>
        </p:nvSpPr>
        <p:spPr>
          <a:xfrm>
            <a:off x="2216901" y="4455063"/>
            <a:ext cx="581030" cy="238527"/>
          </a:xfrm>
          <a:prstGeom prst="rect">
            <a:avLst/>
          </a:prstGeom>
          <a:noFill/>
        </p:spPr>
        <p:txBody>
          <a:bodyPr wrap="square" rtlCol="0">
            <a:spAutoFit/>
          </a:bodyPr>
          <a:lstStyle/>
          <a:p>
            <a:pPr algn="ctr"/>
            <a:r>
              <a:rPr lang="it-IT" sz="950" b="1" dirty="0">
                <a:solidFill>
                  <a:srgbClr val="795548"/>
                </a:solidFill>
              </a:rPr>
              <a:t>DATA</a:t>
            </a:r>
          </a:p>
        </p:txBody>
      </p:sp>
      <p:cxnSp>
        <p:nvCxnSpPr>
          <p:cNvPr id="480" name="Connettore diritto 479">
            <a:extLst>
              <a:ext uri="{FF2B5EF4-FFF2-40B4-BE49-F238E27FC236}">
                <a16:creationId xmlns:a16="http://schemas.microsoft.com/office/drawing/2014/main" id="{BDB84112-659D-E5CD-388D-4E8AAC4271A0}"/>
              </a:ext>
            </a:extLst>
          </p:cNvPr>
          <p:cNvCxnSpPr>
            <a:cxnSpLocks/>
          </p:cNvCxnSpPr>
          <p:nvPr/>
        </p:nvCxnSpPr>
        <p:spPr>
          <a:xfrm rot="5400000" flipH="1">
            <a:off x="1567936" y="5487672"/>
            <a:ext cx="296321" cy="0"/>
          </a:xfrm>
          <a:prstGeom prst="line">
            <a:avLst/>
          </a:prstGeom>
          <a:ln w="38100"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81" name="CasellaDiTesto 480">
            <a:extLst>
              <a:ext uri="{FF2B5EF4-FFF2-40B4-BE49-F238E27FC236}">
                <a16:creationId xmlns:a16="http://schemas.microsoft.com/office/drawing/2014/main" id="{A0680BEF-18B1-8B62-B008-1B20803917BF}"/>
              </a:ext>
            </a:extLst>
          </p:cNvPr>
          <p:cNvSpPr txBox="1"/>
          <p:nvPr/>
        </p:nvSpPr>
        <p:spPr>
          <a:xfrm>
            <a:off x="1501763" y="5634179"/>
            <a:ext cx="416886" cy="238527"/>
          </a:xfrm>
          <a:prstGeom prst="rect">
            <a:avLst/>
          </a:prstGeom>
          <a:noFill/>
        </p:spPr>
        <p:txBody>
          <a:bodyPr wrap="square" rtlCol="0">
            <a:spAutoFit/>
          </a:bodyPr>
          <a:lstStyle/>
          <a:p>
            <a:pPr algn="ctr"/>
            <a:r>
              <a:rPr lang="it-IT" sz="950" dirty="0">
                <a:solidFill>
                  <a:srgbClr val="795548"/>
                </a:solidFill>
              </a:rPr>
              <a:t>CS</a:t>
            </a:r>
          </a:p>
        </p:txBody>
      </p:sp>
      <p:cxnSp>
        <p:nvCxnSpPr>
          <p:cNvPr id="482" name="Connettore diritto 481">
            <a:extLst>
              <a:ext uri="{FF2B5EF4-FFF2-40B4-BE49-F238E27FC236}">
                <a16:creationId xmlns:a16="http://schemas.microsoft.com/office/drawing/2014/main" id="{AEAF72F7-2C8C-18A7-ACED-EA32D31D8B66}"/>
              </a:ext>
            </a:extLst>
          </p:cNvPr>
          <p:cNvCxnSpPr>
            <a:cxnSpLocks/>
          </p:cNvCxnSpPr>
          <p:nvPr/>
        </p:nvCxnSpPr>
        <p:spPr>
          <a:xfrm rot="5400000" flipH="1">
            <a:off x="1882132" y="5499529"/>
            <a:ext cx="296321" cy="0"/>
          </a:xfrm>
          <a:prstGeom prst="line">
            <a:avLst/>
          </a:prstGeom>
          <a:ln w="38100"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83" name="CasellaDiTesto 482">
            <a:extLst>
              <a:ext uri="{FF2B5EF4-FFF2-40B4-BE49-F238E27FC236}">
                <a16:creationId xmlns:a16="http://schemas.microsoft.com/office/drawing/2014/main" id="{38648F6C-201A-22DB-7140-2C5C862BC32E}"/>
              </a:ext>
            </a:extLst>
          </p:cNvPr>
          <p:cNvSpPr txBox="1"/>
          <p:nvPr/>
        </p:nvSpPr>
        <p:spPr>
          <a:xfrm>
            <a:off x="1772760" y="5638892"/>
            <a:ext cx="555472" cy="238527"/>
          </a:xfrm>
          <a:prstGeom prst="rect">
            <a:avLst/>
          </a:prstGeom>
          <a:noFill/>
        </p:spPr>
        <p:txBody>
          <a:bodyPr wrap="square" rtlCol="0">
            <a:spAutoFit/>
          </a:bodyPr>
          <a:lstStyle/>
          <a:p>
            <a:pPr algn="ctr"/>
            <a:r>
              <a:rPr lang="it-IT" sz="950" dirty="0">
                <a:solidFill>
                  <a:srgbClr val="795548"/>
                </a:solidFill>
              </a:rPr>
              <a:t>R/W</a:t>
            </a:r>
          </a:p>
        </p:txBody>
      </p:sp>
      <p:sp>
        <p:nvSpPr>
          <p:cNvPr id="490" name="CasellaDiTesto 489">
            <a:extLst>
              <a:ext uri="{FF2B5EF4-FFF2-40B4-BE49-F238E27FC236}">
                <a16:creationId xmlns:a16="http://schemas.microsoft.com/office/drawing/2014/main" id="{269BADE7-A8CF-4819-1980-D5777D6BA2B2}"/>
              </a:ext>
            </a:extLst>
          </p:cNvPr>
          <p:cNvSpPr txBox="1"/>
          <p:nvPr/>
        </p:nvSpPr>
        <p:spPr>
          <a:xfrm>
            <a:off x="1183750" y="3091987"/>
            <a:ext cx="1975697" cy="238527"/>
          </a:xfrm>
          <a:prstGeom prst="rect">
            <a:avLst/>
          </a:prstGeom>
          <a:solidFill>
            <a:srgbClr val="795548"/>
          </a:solidFill>
        </p:spPr>
        <p:txBody>
          <a:bodyPr wrap="square" lIns="0" rIns="0" rtlCol="0" anchor="ctr">
            <a:spAutoFit/>
          </a:bodyPr>
          <a:lstStyle/>
          <a:p>
            <a:pPr algn="ctr"/>
            <a:r>
              <a:rPr lang="it-IT" sz="950" b="1" dirty="0">
                <a:solidFill>
                  <a:schemeClr val="bg1"/>
                </a:solidFill>
              </a:rPr>
              <a:t>Altra rappresentazione del CHIP</a:t>
            </a:r>
          </a:p>
        </p:txBody>
      </p:sp>
      <p:sp>
        <p:nvSpPr>
          <p:cNvPr id="503" name="CasellaDiTesto 502">
            <a:extLst>
              <a:ext uri="{FF2B5EF4-FFF2-40B4-BE49-F238E27FC236}">
                <a16:creationId xmlns:a16="http://schemas.microsoft.com/office/drawing/2014/main" id="{C07EDC95-E7B2-C750-C017-DCCE1D91DBD5}"/>
              </a:ext>
            </a:extLst>
          </p:cNvPr>
          <p:cNvSpPr txBox="1"/>
          <p:nvPr/>
        </p:nvSpPr>
        <p:spPr>
          <a:xfrm>
            <a:off x="6920134" y="5127364"/>
            <a:ext cx="337743" cy="246221"/>
          </a:xfrm>
          <a:prstGeom prst="rect">
            <a:avLst/>
          </a:prstGeom>
          <a:noFill/>
        </p:spPr>
        <p:txBody>
          <a:bodyPr wrap="square">
            <a:spAutoFit/>
          </a:bodyPr>
          <a:lstStyle/>
          <a:p>
            <a:r>
              <a:rPr lang="it-IT" sz="1000" dirty="0">
                <a:solidFill>
                  <a:srgbClr val="795548"/>
                </a:solidFill>
              </a:rPr>
              <a:t>22</a:t>
            </a:r>
            <a:endParaRPr lang="it-IT" sz="1000" dirty="0"/>
          </a:p>
        </p:txBody>
      </p:sp>
      <p:sp>
        <p:nvSpPr>
          <p:cNvPr id="504" name="CasellaDiTesto 503">
            <a:extLst>
              <a:ext uri="{FF2B5EF4-FFF2-40B4-BE49-F238E27FC236}">
                <a16:creationId xmlns:a16="http://schemas.microsoft.com/office/drawing/2014/main" id="{34104B96-01FF-6498-9230-2ADD6AEEF81A}"/>
              </a:ext>
            </a:extLst>
          </p:cNvPr>
          <p:cNvSpPr txBox="1"/>
          <p:nvPr/>
        </p:nvSpPr>
        <p:spPr>
          <a:xfrm>
            <a:off x="6408849" y="5129092"/>
            <a:ext cx="337743" cy="246221"/>
          </a:xfrm>
          <a:prstGeom prst="rect">
            <a:avLst/>
          </a:prstGeom>
          <a:noFill/>
        </p:spPr>
        <p:txBody>
          <a:bodyPr wrap="square">
            <a:spAutoFit/>
          </a:bodyPr>
          <a:lstStyle/>
          <a:p>
            <a:r>
              <a:rPr lang="it-IT" sz="1000" dirty="0">
                <a:solidFill>
                  <a:srgbClr val="795548"/>
                </a:solidFill>
              </a:rPr>
              <a:t>20</a:t>
            </a:r>
            <a:endParaRPr lang="it-IT" sz="1000" dirty="0"/>
          </a:p>
        </p:txBody>
      </p:sp>
      <p:cxnSp>
        <p:nvCxnSpPr>
          <p:cNvPr id="7" name="Connettore diritto 6">
            <a:extLst>
              <a:ext uri="{FF2B5EF4-FFF2-40B4-BE49-F238E27FC236}">
                <a16:creationId xmlns:a16="http://schemas.microsoft.com/office/drawing/2014/main" id="{8191D43B-90B9-4669-974E-06C97BCCDB2C}"/>
              </a:ext>
            </a:extLst>
          </p:cNvPr>
          <p:cNvCxnSpPr>
            <a:cxnSpLocks/>
          </p:cNvCxnSpPr>
          <p:nvPr/>
        </p:nvCxnSpPr>
        <p:spPr>
          <a:xfrm flipH="1">
            <a:off x="1017718" y="2729752"/>
            <a:ext cx="57882" cy="961885"/>
          </a:xfrm>
          <a:prstGeom prst="line">
            <a:avLst/>
          </a:prstGeom>
          <a:ln w="28575" cap="rnd">
            <a:solidFill>
              <a:srgbClr val="F2AA84"/>
            </a:solidFill>
            <a:prstDash val="sysDot"/>
            <a:bevel/>
          </a:ln>
        </p:spPr>
        <p:style>
          <a:lnRef idx="2">
            <a:schemeClr val="accent1"/>
          </a:lnRef>
          <a:fillRef idx="0">
            <a:schemeClr val="accent1"/>
          </a:fillRef>
          <a:effectRef idx="1">
            <a:schemeClr val="accent1"/>
          </a:effectRef>
          <a:fontRef idx="minor">
            <a:schemeClr val="tx1"/>
          </a:fontRef>
        </p:style>
      </p:cxnSp>
      <p:cxnSp>
        <p:nvCxnSpPr>
          <p:cNvPr id="16" name="Connettore diritto 15">
            <a:extLst>
              <a:ext uri="{FF2B5EF4-FFF2-40B4-BE49-F238E27FC236}">
                <a16:creationId xmlns:a16="http://schemas.microsoft.com/office/drawing/2014/main" id="{8F47AA31-F109-740B-D2DD-7CC1556481EE}"/>
              </a:ext>
            </a:extLst>
          </p:cNvPr>
          <p:cNvCxnSpPr>
            <a:cxnSpLocks/>
          </p:cNvCxnSpPr>
          <p:nvPr/>
        </p:nvCxnSpPr>
        <p:spPr>
          <a:xfrm>
            <a:off x="5463383" y="3692374"/>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22" name="Connettore diritto 21">
            <a:extLst>
              <a:ext uri="{FF2B5EF4-FFF2-40B4-BE49-F238E27FC236}">
                <a16:creationId xmlns:a16="http://schemas.microsoft.com/office/drawing/2014/main" id="{546317A2-A204-E2B2-76D3-DED079F3652E}"/>
              </a:ext>
            </a:extLst>
          </p:cNvPr>
          <p:cNvCxnSpPr>
            <a:cxnSpLocks/>
          </p:cNvCxnSpPr>
          <p:nvPr/>
        </p:nvCxnSpPr>
        <p:spPr>
          <a:xfrm flipH="1">
            <a:off x="5401302" y="4283642"/>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3" name="Connettore diritto 22">
            <a:extLst>
              <a:ext uri="{FF2B5EF4-FFF2-40B4-BE49-F238E27FC236}">
                <a16:creationId xmlns:a16="http://schemas.microsoft.com/office/drawing/2014/main" id="{2BA3E95B-50EE-AA9A-438F-65B85F832791}"/>
              </a:ext>
            </a:extLst>
          </p:cNvPr>
          <p:cNvCxnSpPr>
            <a:cxnSpLocks/>
          </p:cNvCxnSpPr>
          <p:nvPr/>
        </p:nvCxnSpPr>
        <p:spPr>
          <a:xfrm flipH="1">
            <a:off x="5401302" y="3700063"/>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76" name="CasellaDiTesto 175">
            <a:extLst>
              <a:ext uri="{FF2B5EF4-FFF2-40B4-BE49-F238E27FC236}">
                <a16:creationId xmlns:a16="http://schemas.microsoft.com/office/drawing/2014/main" id="{D98179F4-6036-354B-BA14-5EFD0D15663E}"/>
              </a:ext>
            </a:extLst>
          </p:cNvPr>
          <p:cNvSpPr txBox="1"/>
          <p:nvPr/>
        </p:nvSpPr>
        <p:spPr>
          <a:xfrm>
            <a:off x="5252684" y="3274181"/>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78" name="CasellaDiTesto 177">
            <a:extLst>
              <a:ext uri="{FF2B5EF4-FFF2-40B4-BE49-F238E27FC236}">
                <a16:creationId xmlns:a16="http://schemas.microsoft.com/office/drawing/2014/main" id="{64BAF329-F696-1AA8-4F31-62E85280C901}"/>
              </a:ext>
            </a:extLst>
          </p:cNvPr>
          <p:cNvSpPr txBox="1"/>
          <p:nvPr/>
        </p:nvSpPr>
        <p:spPr>
          <a:xfrm>
            <a:off x="5536538" y="3274181"/>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79" name="CasellaDiTesto 178">
            <a:extLst>
              <a:ext uri="{FF2B5EF4-FFF2-40B4-BE49-F238E27FC236}">
                <a16:creationId xmlns:a16="http://schemas.microsoft.com/office/drawing/2014/main" id="{6C4BBE37-C497-3800-1846-53645DA1950D}"/>
              </a:ext>
            </a:extLst>
          </p:cNvPr>
          <p:cNvSpPr txBox="1"/>
          <p:nvPr/>
        </p:nvSpPr>
        <p:spPr>
          <a:xfrm>
            <a:off x="5820392" y="3274181"/>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81" name="CasellaDiTesto 180">
            <a:extLst>
              <a:ext uri="{FF2B5EF4-FFF2-40B4-BE49-F238E27FC236}">
                <a16:creationId xmlns:a16="http://schemas.microsoft.com/office/drawing/2014/main" id="{383DA7F8-A0E2-B9E9-8133-AE72EFA32DD8}"/>
              </a:ext>
            </a:extLst>
          </p:cNvPr>
          <p:cNvSpPr txBox="1"/>
          <p:nvPr/>
        </p:nvSpPr>
        <p:spPr>
          <a:xfrm>
            <a:off x="6104246" y="3274181"/>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83" name="CasellaDiTesto 182">
            <a:extLst>
              <a:ext uri="{FF2B5EF4-FFF2-40B4-BE49-F238E27FC236}">
                <a16:creationId xmlns:a16="http://schemas.microsoft.com/office/drawing/2014/main" id="{F17F5B54-D0CD-C58F-166B-71EBE54D743A}"/>
              </a:ext>
            </a:extLst>
          </p:cNvPr>
          <p:cNvSpPr txBox="1"/>
          <p:nvPr/>
        </p:nvSpPr>
        <p:spPr>
          <a:xfrm>
            <a:off x="4825263" y="3644117"/>
            <a:ext cx="502342" cy="238527"/>
          </a:xfrm>
          <a:prstGeom prst="rect">
            <a:avLst/>
          </a:prstGeom>
          <a:noFill/>
        </p:spPr>
        <p:txBody>
          <a:bodyPr wrap="square" rtlCol="0">
            <a:spAutoFit/>
          </a:bodyPr>
          <a:lstStyle/>
          <a:p>
            <a:pPr algn="ctr"/>
            <a:r>
              <a:rPr lang="it-IT" sz="900" dirty="0">
                <a:solidFill>
                  <a:srgbClr val="AB9488"/>
                </a:solidFill>
              </a:rPr>
              <a:t>1M</a:t>
            </a:r>
          </a:p>
        </p:txBody>
      </p:sp>
      <p:cxnSp>
        <p:nvCxnSpPr>
          <p:cNvPr id="6" name="Connettore diritto 5">
            <a:extLst>
              <a:ext uri="{FF2B5EF4-FFF2-40B4-BE49-F238E27FC236}">
                <a16:creationId xmlns:a16="http://schemas.microsoft.com/office/drawing/2014/main" id="{3E000119-3357-2207-B6F3-234E098D7248}"/>
              </a:ext>
            </a:extLst>
          </p:cNvPr>
          <p:cNvCxnSpPr>
            <a:cxnSpLocks/>
          </p:cNvCxnSpPr>
          <p:nvPr/>
        </p:nvCxnSpPr>
        <p:spPr>
          <a:xfrm>
            <a:off x="5741903" y="3692374"/>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11" name="Connettore diritto 10">
            <a:extLst>
              <a:ext uri="{FF2B5EF4-FFF2-40B4-BE49-F238E27FC236}">
                <a16:creationId xmlns:a16="http://schemas.microsoft.com/office/drawing/2014/main" id="{22C6AE64-9A6A-BDA5-6D06-42422654E8F1}"/>
              </a:ext>
            </a:extLst>
          </p:cNvPr>
          <p:cNvCxnSpPr>
            <a:cxnSpLocks/>
          </p:cNvCxnSpPr>
          <p:nvPr/>
        </p:nvCxnSpPr>
        <p:spPr>
          <a:xfrm flipH="1">
            <a:off x="5679822" y="4283642"/>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3" name="Connettore diritto 12">
            <a:extLst>
              <a:ext uri="{FF2B5EF4-FFF2-40B4-BE49-F238E27FC236}">
                <a16:creationId xmlns:a16="http://schemas.microsoft.com/office/drawing/2014/main" id="{B0BE3ED5-F23D-6229-0AC1-94B7509A1D2E}"/>
              </a:ext>
            </a:extLst>
          </p:cNvPr>
          <p:cNvCxnSpPr>
            <a:cxnSpLocks/>
          </p:cNvCxnSpPr>
          <p:nvPr/>
        </p:nvCxnSpPr>
        <p:spPr>
          <a:xfrm flipH="1">
            <a:off x="5679822" y="3700063"/>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4" name="Connettore diritto 23">
            <a:extLst>
              <a:ext uri="{FF2B5EF4-FFF2-40B4-BE49-F238E27FC236}">
                <a16:creationId xmlns:a16="http://schemas.microsoft.com/office/drawing/2014/main" id="{AFB3AF6E-5A9E-5E2C-65B6-B8EE00A210ED}"/>
              </a:ext>
            </a:extLst>
          </p:cNvPr>
          <p:cNvCxnSpPr>
            <a:cxnSpLocks/>
          </p:cNvCxnSpPr>
          <p:nvPr/>
        </p:nvCxnSpPr>
        <p:spPr>
          <a:xfrm>
            <a:off x="6043543" y="3689662"/>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26" name="Connettore diritto 25">
            <a:extLst>
              <a:ext uri="{FF2B5EF4-FFF2-40B4-BE49-F238E27FC236}">
                <a16:creationId xmlns:a16="http://schemas.microsoft.com/office/drawing/2014/main" id="{E483181C-6E53-0675-732F-278F9B203CF1}"/>
              </a:ext>
            </a:extLst>
          </p:cNvPr>
          <p:cNvCxnSpPr>
            <a:cxnSpLocks/>
          </p:cNvCxnSpPr>
          <p:nvPr/>
        </p:nvCxnSpPr>
        <p:spPr>
          <a:xfrm flipH="1">
            <a:off x="5981462" y="4292081"/>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7" name="Connettore diritto 26">
            <a:extLst>
              <a:ext uri="{FF2B5EF4-FFF2-40B4-BE49-F238E27FC236}">
                <a16:creationId xmlns:a16="http://schemas.microsoft.com/office/drawing/2014/main" id="{CBE9E285-8233-9BCC-8F29-C440CF6754EE}"/>
              </a:ext>
            </a:extLst>
          </p:cNvPr>
          <p:cNvCxnSpPr>
            <a:cxnSpLocks/>
          </p:cNvCxnSpPr>
          <p:nvPr/>
        </p:nvCxnSpPr>
        <p:spPr>
          <a:xfrm flipH="1">
            <a:off x="5981462" y="3708502"/>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Connettore diritto 35">
            <a:extLst>
              <a:ext uri="{FF2B5EF4-FFF2-40B4-BE49-F238E27FC236}">
                <a16:creationId xmlns:a16="http://schemas.microsoft.com/office/drawing/2014/main" id="{0F0D1CA4-A4C0-B8E5-459E-A88135B44A34}"/>
              </a:ext>
            </a:extLst>
          </p:cNvPr>
          <p:cNvCxnSpPr>
            <a:cxnSpLocks/>
          </p:cNvCxnSpPr>
          <p:nvPr/>
        </p:nvCxnSpPr>
        <p:spPr>
          <a:xfrm>
            <a:off x="6310503" y="3677306"/>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38" name="Connettore diritto 37">
            <a:extLst>
              <a:ext uri="{FF2B5EF4-FFF2-40B4-BE49-F238E27FC236}">
                <a16:creationId xmlns:a16="http://schemas.microsoft.com/office/drawing/2014/main" id="{DCA6B254-8C32-C5BD-5C97-C88D7F9265EB}"/>
              </a:ext>
            </a:extLst>
          </p:cNvPr>
          <p:cNvCxnSpPr>
            <a:cxnSpLocks/>
          </p:cNvCxnSpPr>
          <p:nvPr/>
        </p:nvCxnSpPr>
        <p:spPr>
          <a:xfrm flipH="1">
            <a:off x="6248422" y="4268574"/>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0" name="Connettore diritto 39">
            <a:extLst>
              <a:ext uri="{FF2B5EF4-FFF2-40B4-BE49-F238E27FC236}">
                <a16:creationId xmlns:a16="http://schemas.microsoft.com/office/drawing/2014/main" id="{00B35AB8-9D92-B79D-DF6C-FB3FE8834046}"/>
              </a:ext>
            </a:extLst>
          </p:cNvPr>
          <p:cNvCxnSpPr>
            <a:cxnSpLocks/>
          </p:cNvCxnSpPr>
          <p:nvPr/>
        </p:nvCxnSpPr>
        <p:spPr>
          <a:xfrm flipH="1">
            <a:off x="6248422" y="3684995"/>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82" name="Rettangolo 381">
            <a:extLst>
              <a:ext uri="{FF2B5EF4-FFF2-40B4-BE49-F238E27FC236}">
                <a16:creationId xmlns:a16="http://schemas.microsoft.com/office/drawing/2014/main" id="{83B172D8-FF66-14B1-C9CF-47D95A5429D6}"/>
              </a:ext>
            </a:extLst>
          </p:cNvPr>
          <p:cNvSpPr/>
          <p:nvPr/>
        </p:nvSpPr>
        <p:spPr>
          <a:xfrm>
            <a:off x="5251702" y="3458840"/>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4" name="Rettangolo 383">
            <a:extLst>
              <a:ext uri="{FF2B5EF4-FFF2-40B4-BE49-F238E27FC236}">
                <a16:creationId xmlns:a16="http://schemas.microsoft.com/office/drawing/2014/main" id="{82606289-76C9-AB74-E509-A03E9C619222}"/>
              </a:ext>
            </a:extLst>
          </p:cNvPr>
          <p:cNvSpPr/>
          <p:nvPr/>
        </p:nvSpPr>
        <p:spPr>
          <a:xfrm>
            <a:off x="5538584" y="3458840"/>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6" name="Rettangolo 385">
            <a:extLst>
              <a:ext uri="{FF2B5EF4-FFF2-40B4-BE49-F238E27FC236}">
                <a16:creationId xmlns:a16="http://schemas.microsoft.com/office/drawing/2014/main" id="{A29ABCF4-0504-EAA7-A1DD-4B4E90FFA063}"/>
              </a:ext>
            </a:extLst>
          </p:cNvPr>
          <p:cNvSpPr/>
          <p:nvPr/>
        </p:nvSpPr>
        <p:spPr>
          <a:xfrm>
            <a:off x="5825466" y="3458840"/>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8" name="Rettangolo 387">
            <a:extLst>
              <a:ext uri="{FF2B5EF4-FFF2-40B4-BE49-F238E27FC236}">
                <a16:creationId xmlns:a16="http://schemas.microsoft.com/office/drawing/2014/main" id="{A14AA0E8-CD60-F16B-0B63-89760A568D38}"/>
              </a:ext>
            </a:extLst>
          </p:cNvPr>
          <p:cNvSpPr/>
          <p:nvPr/>
        </p:nvSpPr>
        <p:spPr>
          <a:xfrm>
            <a:off x="6109930" y="3458840"/>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98" name="Rettangolo 397">
            <a:extLst>
              <a:ext uri="{FF2B5EF4-FFF2-40B4-BE49-F238E27FC236}">
                <a16:creationId xmlns:a16="http://schemas.microsoft.com/office/drawing/2014/main" id="{FBEE4227-6610-5059-702F-26DB9D417560}"/>
              </a:ext>
            </a:extLst>
          </p:cNvPr>
          <p:cNvSpPr/>
          <p:nvPr/>
        </p:nvSpPr>
        <p:spPr>
          <a:xfrm>
            <a:off x="5251702" y="408686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0" name="Rettangolo 399">
            <a:extLst>
              <a:ext uri="{FF2B5EF4-FFF2-40B4-BE49-F238E27FC236}">
                <a16:creationId xmlns:a16="http://schemas.microsoft.com/office/drawing/2014/main" id="{912355B4-55E6-8F39-97E9-F9B5DE2C52A1}"/>
              </a:ext>
            </a:extLst>
          </p:cNvPr>
          <p:cNvSpPr/>
          <p:nvPr/>
        </p:nvSpPr>
        <p:spPr>
          <a:xfrm>
            <a:off x="5538584" y="408686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2" name="Rettangolo 401">
            <a:extLst>
              <a:ext uri="{FF2B5EF4-FFF2-40B4-BE49-F238E27FC236}">
                <a16:creationId xmlns:a16="http://schemas.microsoft.com/office/drawing/2014/main" id="{9717BF63-AF95-BA3C-5FA7-A4505B6ECCB9}"/>
              </a:ext>
            </a:extLst>
          </p:cNvPr>
          <p:cNvSpPr/>
          <p:nvPr/>
        </p:nvSpPr>
        <p:spPr>
          <a:xfrm>
            <a:off x="5825466" y="408686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4" name="Rettangolo 403">
            <a:extLst>
              <a:ext uri="{FF2B5EF4-FFF2-40B4-BE49-F238E27FC236}">
                <a16:creationId xmlns:a16="http://schemas.microsoft.com/office/drawing/2014/main" id="{6193C1F9-D070-BFFF-7F4B-191C5645735F}"/>
              </a:ext>
            </a:extLst>
          </p:cNvPr>
          <p:cNvSpPr/>
          <p:nvPr/>
        </p:nvSpPr>
        <p:spPr>
          <a:xfrm>
            <a:off x="6109930" y="408686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4" name="CasellaDiTesto 183">
            <a:extLst>
              <a:ext uri="{FF2B5EF4-FFF2-40B4-BE49-F238E27FC236}">
                <a16:creationId xmlns:a16="http://schemas.microsoft.com/office/drawing/2014/main" id="{A3C9922A-9833-25CA-AF74-50F581081DF9}"/>
              </a:ext>
            </a:extLst>
          </p:cNvPr>
          <p:cNvSpPr txBox="1"/>
          <p:nvPr/>
        </p:nvSpPr>
        <p:spPr>
          <a:xfrm>
            <a:off x="4817347" y="4276671"/>
            <a:ext cx="502342" cy="238527"/>
          </a:xfrm>
          <a:prstGeom prst="rect">
            <a:avLst/>
          </a:prstGeom>
          <a:noFill/>
        </p:spPr>
        <p:txBody>
          <a:bodyPr wrap="square" rtlCol="0">
            <a:spAutoFit/>
          </a:bodyPr>
          <a:lstStyle/>
          <a:p>
            <a:pPr algn="ctr"/>
            <a:r>
              <a:rPr lang="it-IT" sz="900" dirty="0">
                <a:solidFill>
                  <a:srgbClr val="AB9488"/>
                </a:solidFill>
              </a:rPr>
              <a:t>1M</a:t>
            </a:r>
          </a:p>
        </p:txBody>
      </p:sp>
      <p:cxnSp>
        <p:nvCxnSpPr>
          <p:cNvPr id="41" name="Connettore diritto 40">
            <a:extLst>
              <a:ext uri="{FF2B5EF4-FFF2-40B4-BE49-F238E27FC236}">
                <a16:creationId xmlns:a16="http://schemas.microsoft.com/office/drawing/2014/main" id="{AF1D7F5C-C55D-9526-D12E-DFEE4CB43131}"/>
              </a:ext>
            </a:extLst>
          </p:cNvPr>
          <p:cNvCxnSpPr>
            <a:cxnSpLocks/>
          </p:cNvCxnSpPr>
          <p:nvPr/>
        </p:nvCxnSpPr>
        <p:spPr>
          <a:xfrm rot="5400000">
            <a:off x="6158799" y="4380439"/>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sp>
        <p:nvSpPr>
          <p:cNvPr id="44" name="Rettangolo 43">
            <a:extLst>
              <a:ext uri="{FF2B5EF4-FFF2-40B4-BE49-F238E27FC236}">
                <a16:creationId xmlns:a16="http://schemas.microsoft.com/office/drawing/2014/main" id="{83A5F12E-A244-3535-EF81-CA0736A2A85F}"/>
              </a:ext>
            </a:extLst>
          </p:cNvPr>
          <p:cNvSpPr/>
          <p:nvPr/>
        </p:nvSpPr>
        <p:spPr>
          <a:xfrm>
            <a:off x="6928730" y="5369124"/>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63" name="CasellaDiTesto 462">
            <a:extLst>
              <a:ext uri="{FF2B5EF4-FFF2-40B4-BE49-F238E27FC236}">
                <a16:creationId xmlns:a16="http://schemas.microsoft.com/office/drawing/2014/main" id="{2CA45956-7BE1-4586-B967-397F1ABF7FEC}"/>
              </a:ext>
            </a:extLst>
          </p:cNvPr>
          <p:cNvSpPr txBox="1"/>
          <p:nvPr/>
        </p:nvSpPr>
        <p:spPr>
          <a:xfrm>
            <a:off x="4607351" y="5938567"/>
            <a:ext cx="2739211" cy="276999"/>
          </a:xfrm>
          <a:prstGeom prst="rect">
            <a:avLst/>
          </a:prstGeom>
          <a:noFill/>
        </p:spPr>
        <p:txBody>
          <a:bodyPr wrap="none" rtlCol="0">
            <a:spAutoFit/>
          </a:bodyPr>
          <a:lstStyle/>
          <a:p>
            <a:r>
              <a:rPr lang="sv-SE" sz="1200" dirty="0">
                <a:solidFill>
                  <a:srgbClr val="795548"/>
                </a:solidFill>
              </a:rPr>
              <a:t>2M x 4 byte = 2M x 4 ( 8bit) = 2M x 32 bit</a:t>
            </a:r>
            <a:endParaRPr lang="it-IT" sz="1200" dirty="0">
              <a:solidFill>
                <a:srgbClr val="795548"/>
              </a:solidFill>
            </a:endParaRPr>
          </a:p>
        </p:txBody>
      </p:sp>
      <p:sp>
        <p:nvSpPr>
          <p:cNvPr id="229" name="CasellaDiTesto 228">
            <a:extLst>
              <a:ext uri="{FF2B5EF4-FFF2-40B4-BE49-F238E27FC236}">
                <a16:creationId xmlns:a16="http://schemas.microsoft.com/office/drawing/2014/main" id="{875587A2-6C7A-3F0A-8F75-3DA2CBE0023A}"/>
              </a:ext>
            </a:extLst>
          </p:cNvPr>
          <p:cNvSpPr txBox="1"/>
          <p:nvPr/>
        </p:nvSpPr>
        <p:spPr>
          <a:xfrm>
            <a:off x="231350" y="6483980"/>
            <a:ext cx="7602435" cy="523220"/>
          </a:xfrm>
          <a:prstGeom prst="rect">
            <a:avLst/>
          </a:prstGeom>
          <a:noFill/>
        </p:spPr>
        <p:txBody>
          <a:bodyPr wrap="square">
            <a:spAutoFit/>
          </a:bodyPr>
          <a:lstStyle/>
          <a:p>
            <a:r>
              <a:rPr lang="it-IT" sz="1400" u="sng" dirty="0"/>
              <a:t>Esempio</a:t>
            </a:r>
            <a:r>
              <a:rPr lang="it-IT" sz="1400" dirty="0"/>
              <a:t>:</a:t>
            </a:r>
          </a:p>
          <a:p>
            <a:r>
              <a:rPr lang="it-IT" sz="1400" dirty="0"/>
              <a:t>Si realizzi una DRAM di 256M x 8 bit indirizzabile al byte utilizzando chip 64M x 1 bit . </a:t>
            </a:r>
          </a:p>
        </p:txBody>
      </p:sp>
      <p:sp>
        <p:nvSpPr>
          <p:cNvPr id="230" name="CasellaDiTesto 229">
            <a:extLst>
              <a:ext uri="{FF2B5EF4-FFF2-40B4-BE49-F238E27FC236}">
                <a16:creationId xmlns:a16="http://schemas.microsoft.com/office/drawing/2014/main" id="{C1E7587F-3A3C-332A-C08D-FDA3375DECFF}"/>
              </a:ext>
            </a:extLst>
          </p:cNvPr>
          <p:cNvSpPr txBox="1"/>
          <p:nvPr/>
        </p:nvSpPr>
        <p:spPr>
          <a:xfrm>
            <a:off x="231350" y="7065320"/>
            <a:ext cx="7111781" cy="1384995"/>
          </a:xfrm>
          <a:prstGeom prst="rect">
            <a:avLst/>
          </a:prstGeom>
          <a:noFill/>
        </p:spPr>
        <p:txBody>
          <a:bodyPr wrap="square">
            <a:spAutoFit/>
          </a:bodyPr>
          <a:lstStyle/>
          <a:p>
            <a:r>
              <a:rPr lang="it-IT" sz="1400" u="sng" dirty="0"/>
              <a:t>Spiegazione:</a:t>
            </a:r>
          </a:p>
          <a:p>
            <a:r>
              <a:rPr lang="it-IT" sz="1400" dirty="0"/>
              <a:t>Per creare una memoria con queste dimensioni composta con questi chip, bisogna creare un rettangolo con 4 e 8 chip per lato, infatti 256M/64M = 4 e 8bit/1bit = 8, l’esercizio chiede di poter indirizzare parole da 1 byte (8bit) essendo che da ogni chip esce un 1 bit c’è ne servono 8 per volta, poi per indirizzarli tutti ci servono 2 bit essendo che ci sono 4 gruppi, ((4x8)/8 =4 gruppi)</a:t>
            </a:r>
          </a:p>
        </p:txBody>
      </p:sp>
      <p:sp>
        <p:nvSpPr>
          <p:cNvPr id="231" name="Rettangolo 230">
            <a:extLst>
              <a:ext uri="{FF2B5EF4-FFF2-40B4-BE49-F238E27FC236}">
                <a16:creationId xmlns:a16="http://schemas.microsoft.com/office/drawing/2014/main" id="{A5FDDFA1-A50A-2298-A96F-EA8A2FB5FEB8}"/>
              </a:ext>
            </a:extLst>
          </p:cNvPr>
          <p:cNvSpPr/>
          <p:nvPr/>
        </p:nvSpPr>
        <p:spPr>
          <a:xfrm>
            <a:off x="1614226" y="9330179"/>
            <a:ext cx="144000" cy="576000"/>
          </a:xfrm>
          <a:prstGeom prst="rect">
            <a:avLst/>
          </a:prstGeom>
          <a:solidFill>
            <a:srgbClr val="FAF6EF"/>
          </a:solid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2" name="Rettangolo 231">
            <a:extLst>
              <a:ext uri="{FF2B5EF4-FFF2-40B4-BE49-F238E27FC236}">
                <a16:creationId xmlns:a16="http://schemas.microsoft.com/office/drawing/2014/main" id="{55756125-EA39-8C9F-596B-7AE99B0C2D2E}"/>
              </a:ext>
            </a:extLst>
          </p:cNvPr>
          <p:cNvSpPr/>
          <p:nvPr/>
        </p:nvSpPr>
        <p:spPr>
          <a:xfrm>
            <a:off x="3868177" y="9320641"/>
            <a:ext cx="165864"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3" name="Rettangolo 232">
            <a:extLst>
              <a:ext uri="{FF2B5EF4-FFF2-40B4-BE49-F238E27FC236}">
                <a16:creationId xmlns:a16="http://schemas.microsoft.com/office/drawing/2014/main" id="{E8ADBE49-1864-D14F-D532-582A4631E600}"/>
              </a:ext>
            </a:extLst>
          </p:cNvPr>
          <p:cNvSpPr/>
          <p:nvPr/>
        </p:nvSpPr>
        <p:spPr>
          <a:xfrm>
            <a:off x="4033482" y="932064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4" name="Rettangolo 233">
            <a:extLst>
              <a:ext uri="{FF2B5EF4-FFF2-40B4-BE49-F238E27FC236}">
                <a16:creationId xmlns:a16="http://schemas.microsoft.com/office/drawing/2014/main" id="{6A84AEDA-1376-9A03-3390-A8E23195EE65}"/>
              </a:ext>
            </a:extLst>
          </p:cNvPr>
          <p:cNvSpPr/>
          <p:nvPr/>
        </p:nvSpPr>
        <p:spPr>
          <a:xfrm>
            <a:off x="4176923" y="932064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5" name="Rettangolo 234">
            <a:extLst>
              <a:ext uri="{FF2B5EF4-FFF2-40B4-BE49-F238E27FC236}">
                <a16:creationId xmlns:a16="http://schemas.microsoft.com/office/drawing/2014/main" id="{14AD4385-3CFB-9A75-2C55-3D678882DC45}"/>
              </a:ext>
            </a:extLst>
          </p:cNvPr>
          <p:cNvSpPr/>
          <p:nvPr/>
        </p:nvSpPr>
        <p:spPr>
          <a:xfrm>
            <a:off x="4320364" y="932064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6" name="Rettangolo 235">
            <a:extLst>
              <a:ext uri="{FF2B5EF4-FFF2-40B4-BE49-F238E27FC236}">
                <a16:creationId xmlns:a16="http://schemas.microsoft.com/office/drawing/2014/main" id="{A86FDCF4-A1A5-F054-70EF-DA06E5756ADD}"/>
              </a:ext>
            </a:extLst>
          </p:cNvPr>
          <p:cNvSpPr/>
          <p:nvPr/>
        </p:nvSpPr>
        <p:spPr>
          <a:xfrm>
            <a:off x="4463805" y="932064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7" name="Rettangolo 236">
            <a:extLst>
              <a:ext uri="{FF2B5EF4-FFF2-40B4-BE49-F238E27FC236}">
                <a16:creationId xmlns:a16="http://schemas.microsoft.com/office/drawing/2014/main" id="{B1EBF6FF-B316-E865-4094-4BCD08C32920}"/>
              </a:ext>
            </a:extLst>
          </p:cNvPr>
          <p:cNvSpPr/>
          <p:nvPr/>
        </p:nvSpPr>
        <p:spPr>
          <a:xfrm>
            <a:off x="4604828" y="932064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8" name="Rettangolo 237">
            <a:extLst>
              <a:ext uri="{FF2B5EF4-FFF2-40B4-BE49-F238E27FC236}">
                <a16:creationId xmlns:a16="http://schemas.microsoft.com/office/drawing/2014/main" id="{BAF4D344-EBFB-7D7B-E515-1BAC30018D4E}"/>
              </a:ext>
            </a:extLst>
          </p:cNvPr>
          <p:cNvSpPr/>
          <p:nvPr/>
        </p:nvSpPr>
        <p:spPr>
          <a:xfrm>
            <a:off x="4748269" y="932064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9" name="Rettangolo 238">
            <a:extLst>
              <a:ext uri="{FF2B5EF4-FFF2-40B4-BE49-F238E27FC236}">
                <a16:creationId xmlns:a16="http://schemas.microsoft.com/office/drawing/2014/main" id="{89E15D10-732A-2841-78EF-D650A8235FD3}"/>
              </a:ext>
            </a:extLst>
          </p:cNvPr>
          <p:cNvSpPr/>
          <p:nvPr/>
        </p:nvSpPr>
        <p:spPr>
          <a:xfrm>
            <a:off x="4891708" y="9320641"/>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0" name="Rettangolo 239">
            <a:extLst>
              <a:ext uri="{FF2B5EF4-FFF2-40B4-BE49-F238E27FC236}">
                <a16:creationId xmlns:a16="http://schemas.microsoft.com/office/drawing/2014/main" id="{CCB112C9-9844-629F-C049-B534308739BC}"/>
              </a:ext>
            </a:extLst>
          </p:cNvPr>
          <p:cNvSpPr/>
          <p:nvPr/>
        </p:nvSpPr>
        <p:spPr>
          <a:xfrm>
            <a:off x="3868177" y="9896715"/>
            <a:ext cx="165864"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1" name="Rettangolo 240">
            <a:extLst>
              <a:ext uri="{FF2B5EF4-FFF2-40B4-BE49-F238E27FC236}">
                <a16:creationId xmlns:a16="http://schemas.microsoft.com/office/drawing/2014/main" id="{758F92B8-D0C2-0538-6822-519429CD448B}"/>
              </a:ext>
            </a:extLst>
          </p:cNvPr>
          <p:cNvSpPr/>
          <p:nvPr/>
        </p:nvSpPr>
        <p:spPr>
          <a:xfrm>
            <a:off x="4033482" y="9896715"/>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2" name="Rettangolo 241">
            <a:extLst>
              <a:ext uri="{FF2B5EF4-FFF2-40B4-BE49-F238E27FC236}">
                <a16:creationId xmlns:a16="http://schemas.microsoft.com/office/drawing/2014/main" id="{9012F6B5-E7D6-AB63-C5CC-751AD2F29A02}"/>
              </a:ext>
            </a:extLst>
          </p:cNvPr>
          <p:cNvSpPr/>
          <p:nvPr/>
        </p:nvSpPr>
        <p:spPr>
          <a:xfrm>
            <a:off x="4176923" y="9896715"/>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3" name="Rettangolo 242">
            <a:extLst>
              <a:ext uri="{FF2B5EF4-FFF2-40B4-BE49-F238E27FC236}">
                <a16:creationId xmlns:a16="http://schemas.microsoft.com/office/drawing/2014/main" id="{1C162D93-4EEA-AFE3-AB28-85589C1801E4}"/>
              </a:ext>
            </a:extLst>
          </p:cNvPr>
          <p:cNvSpPr/>
          <p:nvPr/>
        </p:nvSpPr>
        <p:spPr>
          <a:xfrm>
            <a:off x="4320364" y="9896715"/>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4" name="Rettangolo 243">
            <a:extLst>
              <a:ext uri="{FF2B5EF4-FFF2-40B4-BE49-F238E27FC236}">
                <a16:creationId xmlns:a16="http://schemas.microsoft.com/office/drawing/2014/main" id="{A96FCC84-127D-787E-D222-A65AE762EC9D}"/>
              </a:ext>
            </a:extLst>
          </p:cNvPr>
          <p:cNvSpPr/>
          <p:nvPr/>
        </p:nvSpPr>
        <p:spPr>
          <a:xfrm>
            <a:off x="4463805" y="9896715"/>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5" name="Rettangolo 244">
            <a:extLst>
              <a:ext uri="{FF2B5EF4-FFF2-40B4-BE49-F238E27FC236}">
                <a16:creationId xmlns:a16="http://schemas.microsoft.com/office/drawing/2014/main" id="{0DBF10DE-C178-8D18-0A0D-DDB93B5A4749}"/>
              </a:ext>
            </a:extLst>
          </p:cNvPr>
          <p:cNvSpPr/>
          <p:nvPr/>
        </p:nvSpPr>
        <p:spPr>
          <a:xfrm>
            <a:off x="4604828" y="9896715"/>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6" name="Rettangolo 245">
            <a:extLst>
              <a:ext uri="{FF2B5EF4-FFF2-40B4-BE49-F238E27FC236}">
                <a16:creationId xmlns:a16="http://schemas.microsoft.com/office/drawing/2014/main" id="{EA9C0EBE-94E0-6956-383E-B69B024F61C4}"/>
              </a:ext>
            </a:extLst>
          </p:cNvPr>
          <p:cNvSpPr/>
          <p:nvPr/>
        </p:nvSpPr>
        <p:spPr>
          <a:xfrm>
            <a:off x="4748269" y="9896715"/>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7" name="Rettangolo 246">
            <a:extLst>
              <a:ext uri="{FF2B5EF4-FFF2-40B4-BE49-F238E27FC236}">
                <a16:creationId xmlns:a16="http://schemas.microsoft.com/office/drawing/2014/main" id="{4D439FF9-2A5D-72C1-6EAE-722FAB04B7C3}"/>
              </a:ext>
            </a:extLst>
          </p:cNvPr>
          <p:cNvSpPr/>
          <p:nvPr/>
        </p:nvSpPr>
        <p:spPr>
          <a:xfrm>
            <a:off x="4891708" y="9896715"/>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8" name="CasellaDiTesto 247">
            <a:extLst>
              <a:ext uri="{FF2B5EF4-FFF2-40B4-BE49-F238E27FC236}">
                <a16:creationId xmlns:a16="http://schemas.microsoft.com/office/drawing/2014/main" id="{D257811D-EBDE-3375-0592-2BD6C72AAE65}"/>
              </a:ext>
            </a:extLst>
          </p:cNvPr>
          <p:cNvSpPr txBox="1"/>
          <p:nvPr/>
        </p:nvSpPr>
        <p:spPr>
          <a:xfrm>
            <a:off x="4137827" y="8823874"/>
            <a:ext cx="638316" cy="238527"/>
          </a:xfrm>
          <a:prstGeom prst="rect">
            <a:avLst/>
          </a:prstGeom>
          <a:noFill/>
        </p:spPr>
        <p:txBody>
          <a:bodyPr wrap="none" rtlCol="0">
            <a:spAutoFit/>
          </a:bodyPr>
          <a:lstStyle/>
          <a:p>
            <a:pPr algn="ctr"/>
            <a:r>
              <a:rPr lang="it-IT" sz="950" dirty="0">
                <a:solidFill>
                  <a:srgbClr val="795548"/>
                </a:solidFill>
              </a:rPr>
              <a:t>8 (</a:t>
            </a:r>
            <a:r>
              <a:rPr lang="it-IT" sz="950" dirty="0">
                <a:solidFill>
                  <a:schemeClr val="accent6">
                    <a:lumMod val="75000"/>
                  </a:schemeClr>
                </a:solidFill>
              </a:rPr>
              <a:t>1byte</a:t>
            </a:r>
            <a:r>
              <a:rPr lang="it-IT" sz="950" dirty="0">
                <a:solidFill>
                  <a:srgbClr val="795548"/>
                </a:solidFill>
              </a:rPr>
              <a:t>)</a:t>
            </a:r>
          </a:p>
        </p:txBody>
      </p:sp>
      <p:sp>
        <p:nvSpPr>
          <p:cNvPr id="249" name="Rettangolo 248">
            <a:extLst>
              <a:ext uri="{FF2B5EF4-FFF2-40B4-BE49-F238E27FC236}">
                <a16:creationId xmlns:a16="http://schemas.microsoft.com/office/drawing/2014/main" id="{50FC8739-50A4-A17A-9E98-6EB773BB0B9D}"/>
              </a:ext>
            </a:extLst>
          </p:cNvPr>
          <p:cNvSpPr/>
          <p:nvPr/>
        </p:nvSpPr>
        <p:spPr>
          <a:xfrm>
            <a:off x="3944819" y="8584186"/>
            <a:ext cx="1403795"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0" name="Rettangolo 249">
            <a:extLst>
              <a:ext uri="{FF2B5EF4-FFF2-40B4-BE49-F238E27FC236}">
                <a16:creationId xmlns:a16="http://schemas.microsoft.com/office/drawing/2014/main" id="{CD454FD9-048B-D5E7-16A6-A54BFA3506C7}"/>
              </a:ext>
            </a:extLst>
          </p:cNvPr>
          <p:cNvSpPr/>
          <p:nvPr/>
        </p:nvSpPr>
        <p:spPr>
          <a:xfrm>
            <a:off x="5013005" y="8584186"/>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1" name="Rettangolo 250">
            <a:extLst>
              <a:ext uri="{FF2B5EF4-FFF2-40B4-BE49-F238E27FC236}">
                <a16:creationId xmlns:a16="http://schemas.microsoft.com/office/drawing/2014/main" id="{C32023F4-1BC2-E25B-DEDF-E56CEE24EFEE}"/>
              </a:ext>
            </a:extLst>
          </p:cNvPr>
          <p:cNvSpPr/>
          <p:nvPr/>
        </p:nvSpPr>
        <p:spPr>
          <a:xfrm>
            <a:off x="5042440" y="8603630"/>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2" name="Rettangolo 251">
            <a:extLst>
              <a:ext uri="{FF2B5EF4-FFF2-40B4-BE49-F238E27FC236}">
                <a16:creationId xmlns:a16="http://schemas.microsoft.com/office/drawing/2014/main" id="{FFB4A471-C810-8B9F-B20F-1CE67615B3A0}"/>
              </a:ext>
            </a:extLst>
          </p:cNvPr>
          <p:cNvSpPr/>
          <p:nvPr/>
        </p:nvSpPr>
        <p:spPr>
          <a:xfrm>
            <a:off x="5198614" y="8603630"/>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9" name="CasellaDiTesto 258">
            <a:extLst>
              <a:ext uri="{FF2B5EF4-FFF2-40B4-BE49-F238E27FC236}">
                <a16:creationId xmlns:a16="http://schemas.microsoft.com/office/drawing/2014/main" id="{41EF2F01-F503-9004-D861-523B1220241F}"/>
              </a:ext>
            </a:extLst>
          </p:cNvPr>
          <p:cNvSpPr txBox="1"/>
          <p:nvPr/>
        </p:nvSpPr>
        <p:spPr>
          <a:xfrm>
            <a:off x="5182479" y="8394274"/>
            <a:ext cx="337743" cy="246221"/>
          </a:xfrm>
          <a:prstGeom prst="rect">
            <a:avLst/>
          </a:prstGeom>
          <a:noFill/>
        </p:spPr>
        <p:txBody>
          <a:bodyPr wrap="square">
            <a:spAutoFit/>
          </a:bodyPr>
          <a:lstStyle/>
          <a:p>
            <a:r>
              <a:rPr lang="it-IT" sz="1000" dirty="0">
                <a:solidFill>
                  <a:srgbClr val="795548"/>
                </a:solidFill>
              </a:rPr>
              <a:t>21</a:t>
            </a:r>
            <a:endParaRPr lang="it-IT" sz="1000" dirty="0"/>
          </a:p>
        </p:txBody>
      </p:sp>
      <p:sp>
        <p:nvSpPr>
          <p:cNvPr id="260" name="CasellaDiTesto 259">
            <a:extLst>
              <a:ext uri="{FF2B5EF4-FFF2-40B4-BE49-F238E27FC236}">
                <a16:creationId xmlns:a16="http://schemas.microsoft.com/office/drawing/2014/main" id="{4CC76570-54D0-9877-6F8C-CF0766523577}"/>
              </a:ext>
            </a:extLst>
          </p:cNvPr>
          <p:cNvSpPr txBox="1"/>
          <p:nvPr/>
        </p:nvSpPr>
        <p:spPr>
          <a:xfrm>
            <a:off x="4830866" y="8363598"/>
            <a:ext cx="337743" cy="246221"/>
          </a:xfrm>
          <a:prstGeom prst="rect">
            <a:avLst/>
          </a:prstGeom>
          <a:noFill/>
        </p:spPr>
        <p:txBody>
          <a:bodyPr wrap="square">
            <a:spAutoFit/>
          </a:bodyPr>
          <a:lstStyle/>
          <a:p>
            <a:r>
              <a:rPr lang="it-IT" sz="1000" dirty="0">
                <a:solidFill>
                  <a:srgbClr val="795548"/>
                </a:solidFill>
              </a:rPr>
              <a:t>20</a:t>
            </a:r>
            <a:endParaRPr lang="it-IT" sz="1000" dirty="0"/>
          </a:p>
        </p:txBody>
      </p:sp>
      <p:sp>
        <p:nvSpPr>
          <p:cNvPr id="263" name="Parentesi graffa aperta 262">
            <a:extLst>
              <a:ext uri="{FF2B5EF4-FFF2-40B4-BE49-F238E27FC236}">
                <a16:creationId xmlns:a16="http://schemas.microsoft.com/office/drawing/2014/main" id="{08D5C576-BD38-4953-70BA-32679FFCBBD2}"/>
              </a:ext>
            </a:extLst>
          </p:cNvPr>
          <p:cNvSpPr/>
          <p:nvPr/>
        </p:nvSpPr>
        <p:spPr>
          <a:xfrm rot="5400000">
            <a:off x="4409333" y="8498546"/>
            <a:ext cx="108941" cy="1267498"/>
          </a:xfrm>
          <a:prstGeom prst="leftBrace">
            <a:avLst/>
          </a:prstGeom>
          <a:ln>
            <a:solidFill>
              <a:srgbClr val="795548"/>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64" name="CasellaDiTesto 263">
            <a:extLst>
              <a:ext uri="{FF2B5EF4-FFF2-40B4-BE49-F238E27FC236}">
                <a16:creationId xmlns:a16="http://schemas.microsoft.com/office/drawing/2014/main" id="{B5658AF7-05AB-F6F2-CAB0-3D984A9F1C74}"/>
              </a:ext>
            </a:extLst>
          </p:cNvPr>
          <p:cNvSpPr txBox="1"/>
          <p:nvPr/>
        </p:nvSpPr>
        <p:spPr>
          <a:xfrm>
            <a:off x="4032950"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65" name="CasellaDiTesto 264">
            <a:extLst>
              <a:ext uri="{FF2B5EF4-FFF2-40B4-BE49-F238E27FC236}">
                <a16:creationId xmlns:a16="http://schemas.microsoft.com/office/drawing/2014/main" id="{67933F59-87D1-40CF-91F1-8E7C06557B90}"/>
              </a:ext>
            </a:extLst>
          </p:cNvPr>
          <p:cNvSpPr txBox="1"/>
          <p:nvPr/>
        </p:nvSpPr>
        <p:spPr>
          <a:xfrm>
            <a:off x="3891023"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66" name="CasellaDiTesto 265">
            <a:extLst>
              <a:ext uri="{FF2B5EF4-FFF2-40B4-BE49-F238E27FC236}">
                <a16:creationId xmlns:a16="http://schemas.microsoft.com/office/drawing/2014/main" id="{E1C00F23-D8B5-4280-093E-AF2D680EF473}"/>
              </a:ext>
            </a:extLst>
          </p:cNvPr>
          <p:cNvSpPr txBox="1"/>
          <p:nvPr/>
        </p:nvSpPr>
        <p:spPr>
          <a:xfrm>
            <a:off x="4316804"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67" name="CasellaDiTesto 266">
            <a:extLst>
              <a:ext uri="{FF2B5EF4-FFF2-40B4-BE49-F238E27FC236}">
                <a16:creationId xmlns:a16="http://schemas.microsoft.com/office/drawing/2014/main" id="{B8DDD64A-AE3A-45A0-5C17-9A983C8DE812}"/>
              </a:ext>
            </a:extLst>
          </p:cNvPr>
          <p:cNvSpPr txBox="1"/>
          <p:nvPr/>
        </p:nvSpPr>
        <p:spPr>
          <a:xfrm>
            <a:off x="4174877"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68" name="CasellaDiTesto 267">
            <a:extLst>
              <a:ext uri="{FF2B5EF4-FFF2-40B4-BE49-F238E27FC236}">
                <a16:creationId xmlns:a16="http://schemas.microsoft.com/office/drawing/2014/main" id="{0BA951C9-AA20-3EE9-E3FD-1252FF49084E}"/>
              </a:ext>
            </a:extLst>
          </p:cNvPr>
          <p:cNvSpPr txBox="1"/>
          <p:nvPr/>
        </p:nvSpPr>
        <p:spPr>
          <a:xfrm>
            <a:off x="4458731"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69" name="CasellaDiTesto 268">
            <a:extLst>
              <a:ext uri="{FF2B5EF4-FFF2-40B4-BE49-F238E27FC236}">
                <a16:creationId xmlns:a16="http://schemas.microsoft.com/office/drawing/2014/main" id="{657FAE92-525B-ADB0-E85E-F9EA6253B6A1}"/>
              </a:ext>
            </a:extLst>
          </p:cNvPr>
          <p:cNvSpPr txBox="1"/>
          <p:nvPr/>
        </p:nvSpPr>
        <p:spPr>
          <a:xfrm>
            <a:off x="4600658"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70" name="CasellaDiTesto 269">
            <a:extLst>
              <a:ext uri="{FF2B5EF4-FFF2-40B4-BE49-F238E27FC236}">
                <a16:creationId xmlns:a16="http://schemas.microsoft.com/office/drawing/2014/main" id="{8182FF23-BE40-6AB0-6128-F43574E0C63B}"/>
              </a:ext>
            </a:extLst>
          </p:cNvPr>
          <p:cNvSpPr txBox="1"/>
          <p:nvPr/>
        </p:nvSpPr>
        <p:spPr>
          <a:xfrm>
            <a:off x="4742585"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72" name="CasellaDiTesto 271">
            <a:extLst>
              <a:ext uri="{FF2B5EF4-FFF2-40B4-BE49-F238E27FC236}">
                <a16:creationId xmlns:a16="http://schemas.microsoft.com/office/drawing/2014/main" id="{2121E129-94A1-3A26-CC4A-0FBF54FEEDC5}"/>
              </a:ext>
            </a:extLst>
          </p:cNvPr>
          <p:cNvSpPr txBox="1"/>
          <p:nvPr/>
        </p:nvSpPr>
        <p:spPr>
          <a:xfrm>
            <a:off x="4884515" y="9135982"/>
            <a:ext cx="151077" cy="238527"/>
          </a:xfrm>
          <a:prstGeom prst="rect">
            <a:avLst/>
          </a:prstGeom>
          <a:noFill/>
        </p:spPr>
        <p:txBody>
          <a:bodyPr wrap="square" rtlCol="0">
            <a:spAutoFit/>
          </a:bodyPr>
          <a:lstStyle/>
          <a:p>
            <a:pPr algn="ctr"/>
            <a:r>
              <a:rPr lang="it-IT" sz="950" dirty="0">
                <a:solidFill>
                  <a:srgbClr val="AB9488"/>
                </a:solidFill>
              </a:rPr>
              <a:t>1</a:t>
            </a:r>
          </a:p>
        </p:txBody>
      </p:sp>
      <p:sp>
        <p:nvSpPr>
          <p:cNvPr id="273" name="CasellaDiTesto 272">
            <a:extLst>
              <a:ext uri="{FF2B5EF4-FFF2-40B4-BE49-F238E27FC236}">
                <a16:creationId xmlns:a16="http://schemas.microsoft.com/office/drawing/2014/main" id="{848A3733-8BFE-DF3A-6195-C7418C8ED9FA}"/>
              </a:ext>
            </a:extLst>
          </p:cNvPr>
          <p:cNvSpPr txBox="1"/>
          <p:nvPr/>
        </p:nvSpPr>
        <p:spPr>
          <a:xfrm>
            <a:off x="3502121" y="9329543"/>
            <a:ext cx="414103" cy="230832"/>
          </a:xfrm>
          <a:prstGeom prst="rect">
            <a:avLst/>
          </a:prstGeom>
          <a:noFill/>
        </p:spPr>
        <p:txBody>
          <a:bodyPr wrap="square" rtlCol="0">
            <a:spAutoFit/>
          </a:bodyPr>
          <a:lstStyle/>
          <a:p>
            <a:pPr algn="ctr"/>
            <a:r>
              <a:rPr lang="it-IT" sz="900" dirty="0">
                <a:solidFill>
                  <a:srgbClr val="AB9488"/>
                </a:solidFill>
              </a:rPr>
              <a:t>64M</a:t>
            </a:r>
          </a:p>
        </p:txBody>
      </p:sp>
      <p:sp>
        <p:nvSpPr>
          <p:cNvPr id="274" name="CasellaDiTesto 273">
            <a:extLst>
              <a:ext uri="{FF2B5EF4-FFF2-40B4-BE49-F238E27FC236}">
                <a16:creationId xmlns:a16="http://schemas.microsoft.com/office/drawing/2014/main" id="{04AE9B40-885D-8D30-6222-127DF028BA12}"/>
              </a:ext>
            </a:extLst>
          </p:cNvPr>
          <p:cNvSpPr txBox="1"/>
          <p:nvPr/>
        </p:nvSpPr>
        <p:spPr>
          <a:xfrm>
            <a:off x="3487306" y="10216466"/>
            <a:ext cx="443732" cy="230832"/>
          </a:xfrm>
          <a:prstGeom prst="rect">
            <a:avLst/>
          </a:prstGeom>
          <a:noFill/>
        </p:spPr>
        <p:txBody>
          <a:bodyPr wrap="square" rtlCol="0">
            <a:spAutoFit/>
          </a:bodyPr>
          <a:lstStyle/>
          <a:p>
            <a:pPr algn="ctr"/>
            <a:r>
              <a:rPr lang="it-IT" sz="900" dirty="0">
                <a:solidFill>
                  <a:srgbClr val="AB9488"/>
                </a:solidFill>
              </a:rPr>
              <a:t>64M</a:t>
            </a:r>
          </a:p>
        </p:txBody>
      </p:sp>
      <p:cxnSp>
        <p:nvCxnSpPr>
          <p:cNvPr id="277" name="Connettore diritto 276">
            <a:extLst>
              <a:ext uri="{FF2B5EF4-FFF2-40B4-BE49-F238E27FC236}">
                <a16:creationId xmlns:a16="http://schemas.microsoft.com/office/drawing/2014/main" id="{DA4E13B3-AF24-0D83-3C20-55D1B8C33A62}"/>
              </a:ext>
            </a:extLst>
          </p:cNvPr>
          <p:cNvCxnSpPr>
            <a:cxnSpLocks/>
            <a:stCxn id="247" idx="3"/>
            <a:endCxn id="240" idx="1"/>
          </p:cNvCxnSpPr>
          <p:nvPr/>
        </p:nvCxnSpPr>
        <p:spPr>
          <a:xfrm flipH="1">
            <a:off x="3868177" y="10184715"/>
            <a:ext cx="1167531" cy="0"/>
          </a:xfrm>
          <a:prstGeom prst="line">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cxnSp>
      <p:cxnSp>
        <p:nvCxnSpPr>
          <p:cNvPr id="280" name="Connettore diritto 279">
            <a:extLst>
              <a:ext uri="{FF2B5EF4-FFF2-40B4-BE49-F238E27FC236}">
                <a16:creationId xmlns:a16="http://schemas.microsoft.com/office/drawing/2014/main" id="{B92F9989-A649-8222-761B-9362DA459372}"/>
              </a:ext>
            </a:extLst>
          </p:cNvPr>
          <p:cNvCxnSpPr>
            <a:cxnSpLocks/>
          </p:cNvCxnSpPr>
          <p:nvPr/>
        </p:nvCxnSpPr>
        <p:spPr>
          <a:xfrm flipH="1">
            <a:off x="3890041" y="9635119"/>
            <a:ext cx="1145667" cy="0"/>
          </a:xfrm>
          <a:prstGeom prst="line">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cxnSp>
      <p:sp>
        <p:nvSpPr>
          <p:cNvPr id="281" name="CasellaDiTesto 280">
            <a:extLst>
              <a:ext uri="{FF2B5EF4-FFF2-40B4-BE49-F238E27FC236}">
                <a16:creationId xmlns:a16="http://schemas.microsoft.com/office/drawing/2014/main" id="{A5851034-9042-FDF6-BBCC-394597619483}"/>
              </a:ext>
            </a:extLst>
          </p:cNvPr>
          <p:cNvSpPr txBox="1"/>
          <p:nvPr/>
        </p:nvSpPr>
        <p:spPr>
          <a:xfrm>
            <a:off x="3502121" y="9625184"/>
            <a:ext cx="414103" cy="238527"/>
          </a:xfrm>
          <a:prstGeom prst="rect">
            <a:avLst/>
          </a:prstGeom>
          <a:noFill/>
        </p:spPr>
        <p:txBody>
          <a:bodyPr wrap="square" rtlCol="0">
            <a:spAutoFit/>
          </a:bodyPr>
          <a:lstStyle/>
          <a:p>
            <a:pPr algn="ctr"/>
            <a:r>
              <a:rPr lang="it-IT" sz="900" dirty="0">
                <a:solidFill>
                  <a:srgbClr val="AB9488"/>
                </a:solidFill>
              </a:rPr>
              <a:t>64M</a:t>
            </a:r>
          </a:p>
        </p:txBody>
      </p:sp>
      <p:sp>
        <p:nvSpPr>
          <p:cNvPr id="282" name="CasellaDiTesto 281">
            <a:extLst>
              <a:ext uri="{FF2B5EF4-FFF2-40B4-BE49-F238E27FC236}">
                <a16:creationId xmlns:a16="http://schemas.microsoft.com/office/drawing/2014/main" id="{D6C57B63-A692-211A-09D0-717EE280E71A}"/>
              </a:ext>
            </a:extLst>
          </p:cNvPr>
          <p:cNvSpPr txBox="1"/>
          <p:nvPr/>
        </p:nvSpPr>
        <p:spPr>
          <a:xfrm>
            <a:off x="3502121" y="9920825"/>
            <a:ext cx="414103" cy="238527"/>
          </a:xfrm>
          <a:prstGeom prst="rect">
            <a:avLst/>
          </a:prstGeom>
          <a:noFill/>
        </p:spPr>
        <p:txBody>
          <a:bodyPr wrap="square" rtlCol="0">
            <a:spAutoFit/>
          </a:bodyPr>
          <a:lstStyle/>
          <a:p>
            <a:pPr algn="ctr"/>
            <a:r>
              <a:rPr lang="it-IT" sz="900" dirty="0">
                <a:solidFill>
                  <a:srgbClr val="AB9488"/>
                </a:solidFill>
              </a:rPr>
              <a:t>64M</a:t>
            </a:r>
          </a:p>
        </p:txBody>
      </p:sp>
      <p:sp>
        <p:nvSpPr>
          <p:cNvPr id="283" name="CasellaDiTesto 282">
            <a:extLst>
              <a:ext uri="{FF2B5EF4-FFF2-40B4-BE49-F238E27FC236}">
                <a16:creationId xmlns:a16="http://schemas.microsoft.com/office/drawing/2014/main" id="{4A168495-81BB-3081-C20E-F0DE513EF807}"/>
              </a:ext>
            </a:extLst>
          </p:cNvPr>
          <p:cNvSpPr txBox="1"/>
          <p:nvPr/>
        </p:nvSpPr>
        <p:spPr>
          <a:xfrm>
            <a:off x="3078217" y="9862213"/>
            <a:ext cx="486939" cy="238527"/>
          </a:xfrm>
          <a:prstGeom prst="rect">
            <a:avLst/>
          </a:prstGeom>
          <a:noFill/>
        </p:spPr>
        <p:txBody>
          <a:bodyPr wrap="square" rtlCol="0">
            <a:spAutoFit/>
          </a:bodyPr>
          <a:lstStyle/>
          <a:p>
            <a:r>
              <a:rPr lang="it-IT" sz="950" dirty="0">
                <a:solidFill>
                  <a:srgbClr val="795548"/>
                </a:solidFill>
              </a:rPr>
              <a:t>2M</a:t>
            </a:r>
          </a:p>
        </p:txBody>
      </p:sp>
      <p:sp>
        <p:nvSpPr>
          <p:cNvPr id="285" name="Parentesi graffa aperta 284">
            <a:extLst>
              <a:ext uri="{FF2B5EF4-FFF2-40B4-BE49-F238E27FC236}">
                <a16:creationId xmlns:a16="http://schemas.microsoft.com/office/drawing/2014/main" id="{2785B390-9227-66F3-F9F7-F38C2977DC21}"/>
              </a:ext>
            </a:extLst>
          </p:cNvPr>
          <p:cNvSpPr/>
          <p:nvPr/>
        </p:nvSpPr>
        <p:spPr>
          <a:xfrm>
            <a:off x="3501087" y="9314610"/>
            <a:ext cx="102630" cy="1158106"/>
          </a:xfrm>
          <a:prstGeom prst="leftBrace">
            <a:avLst/>
          </a:prstGeom>
          <a:ln>
            <a:solidFill>
              <a:srgbClr val="795548"/>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grpSp>
        <p:nvGrpSpPr>
          <p:cNvPr id="292" name="Gruppo 291">
            <a:extLst>
              <a:ext uri="{FF2B5EF4-FFF2-40B4-BE49-F238E27FC236}">
                <a16:creationId xmlns:a16="http://schemas.microsoft.com/office/drawing/2014/main" id="{9D6FBD48-A1D9-61A2-536F-8A0F84651680}"/>
              </a:ext>
            </a:extLst>
          </p:cNvPr>
          <p:cNvGrpSpPr/>
          <p:nvPr/>
        </p:nvGrpSpPr>
        <p:grpSpPr>
          <a:xfrm>
            <a:off x="5044842" y="8838284"/>
            <a:ext cx="174187" cy="1556957"/>
            <a:chOff x="6538605" y="2979480"/>
            <a:chExt cx="67886" cy="3049072"/>
          </a:xfrm>
        </p:grpSpPr>
        <p:cxnSp>
          <p:nvCxnSpPr>
            <p:cNvPr id="287" name="Connettore diritto 286">
              <a:extLst>
                <a:ext uri="{FF2B5EF4-FFF2-40B4-BE49-F238E27FC236}">
                  <a16:creationId xmlns:a16="http://schemas.microsoft.com/office/drawing/2014/main" id="{0FBB7AD4-B1F5-17B0-7530-258141EFD936}"/>
                </a:ext>
              </a:extLst>
            </p:cNvPr>
            <p:cNvCxnSpPr>
              <a:cxnSpLocks/>
            </p:cNvCxnSpPr>
            <p:nvPr/>
          </p:nvCxnSpPr>
          <p:spPr>
            <a:xfrm>
              <a:off x="6606491" y="2979480"/>
              <a:ext cx="0" cy="3049072"/>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88" name="Connettore diritto 287">
              <a:extLst>
                <a:ext uri="{FF2B5EF4-FFF2-40B4-BE49-F238E27FC236}">
                  <a16:creationId xmlns:a16="http://schemas.microsoft.com/office/drawing/2014/main" id="{83722050-D919-7B17-0401-2B7314175671}"/>
                </a:ext>
              </a:extLst>
            </p:cNvPr>
            <p:cNvCxnSpPr>
              <a:cxnSpLocks/>
            </p:cNvCxnSpPr>
            <p:nvPr/>
          </p:nvCxnSpPr>
          <p:spPr>
            <a:xfrm flipH="1">
              <a:off x="6538605" y="6028551"/>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89" name="Connettore diritto 288">
              <a:extLst>
                <a:ext uri="{FF2B5EF4-FFF2-40B4-BE49-F238E27FC236}">
                  <a16:creationId xmlns:a16="http://schemas.microsoft.com/office/drawing/2014/main" id="{C5E9ED89-A938-30B9-80C4-8AE0B6592D5A}"/>
                </a:ext>
              </a:extLst>
            </p:cNvPr>
            <p:cNvCxnSpPr>
              <a:cxnSpLocks/>
            </p:cNvCxnSpPr>
            <p:nvPr/>
          </p:nvCxnSpPr>
          <p:spPr>
            <a:xfrm flipH="1">
              <a:off x="6538605" y="4861392"/>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90" name="Connettore diritto 289">
              <a:extLst>
                <a:ext uri="{FF2B5EF4-FFF2-40B4-BE49-F238E27FC236}">
                  <a16:creationId xmlns:a16="http://schemas.microsoft.com/office/drawing/2014/main" id="{FDEEBAB4-EF6E-F0E0-9D4F-D41CF004BFBA}"/>
                </a:ext>
              </a:extLst>
            </p:cNvPr>
            <p:cNvCxnSpPr>
              <a:cxnSpLocks/>
            </p:cNvCxnSpPr>
            <p:nvPr/>
          </p:nvCxnSpPr>
          <p:spPr>
            <a:xfrm flipH="1">
              <a:off x="6538605" y="4277813"/>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91" name="Connettore diritto 290">
              <a:extLst>
                <a:ext uri="{FF2B5EF4-FFF2-40B4-BE49-F238E27FC236}">
                  <a16:creationId xmlns:a16="http://schemas.microsoft.com/office/drawing/2014/main" id="{C2E95293-A926-7023-E21B-E9B00FD521F0}"/>
                </a:ext>
              </a:extLst>
            </p:cNvPr>
            <p:cNvCxnSpPr>
              <a:cxnSpLocks/>
            </p:cNvCxnSpPr>
            <p:nvPr/>
          </p:nvCxnSpPr>
          <p:spPr>
            <a:xfrm flipH="1">
              <a:off x="6538605" y="5444971"/>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grpSp>
      <p:grpSp>
        <p:nvGrpSpPr>
          <p:cNvPr id="297" name="Gruppo 296">
            <a:extLst>
              <a:ext uri="{FF2B5EF4-FFF2-40B4-BE49-F238E27FC236}">
                <a16:creationId xmlns:a16="http://schemas.microsoft.com/office/drawing/2014/main" id="{ACBA29AF-D6ED-41E5-C0C9-3E79EFD120F6}"/>
              </a:ext>
            </a:extLst>
          </p:cNvPr>
          <p:cNvGrpSpPr/>
          <p:nvPr/>
        </p:nvGrpSpPr>
        <p:grpSpPr>
          <a:xfrm>
            <a:off x="902035" y="8508435"/>
            <a:ext cx="1513596" cy="440197"/>
            <a:chOff x="2655439" y="6491299"/>
            <a:chExt cx="1513596" cy="440197"/>
          </a:xfrm>
        </p:grpSpPr>
        <p:sp>
          <p:nvSpPr>
            <p:cNvPr id="298" name="Rettangolo 297">
              <a:extLst>
                <a:ext uri="{FF2B5EF4-FFF2-40B4-BE49-F238E27FC236}">
                  <a16:creationId xmlns:a16="http://schemas.microsoft.com/office/drawing/2014/main" id="{37FEDC7B-3035-8949-E977-EAD409305F5B}"/>
                </a:ext>
              </a:extLst>
            </p:cNvPr>
            <p:cNvSpPr/>
            <p:nvPr/>
          </p:nvSpPr>
          <p:spPr>
            <a:xfrm>
              <a:off x="2763105" y="6677919"/>
              <a:ext cx="1403795" cy="253577"/>
            </a:xfrm>
            <a:prstGeom prst="rect">
              <a:avLst/>
            </a:prstGeom>
            <a:solidFill>
              <a:srgbClr val="FAF6EF"/>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9" name="Rettangolo 298">
              <a:extLst>
                <a:ext uri="{FF2B5EF4-FFF2-40B4-BE49-F238E27FC236}">
                  <a16:creationId xmlns:a16="http://schemas.microsoft.com/office/drawing/2014/main" id="{21A816A8-67AA-7E62-3AAA-F6556719FCCA}"/>
                </a:ext>
              </a:extLst>
            </p:cNvPr>
            <p:cNvSpPr/>
            <p:nvPr/>
          </p:nvSpPr>
          <p:spPr>
            <a:xfrm>
              <a:off x="3831291" y="6677919"/>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0" name="Rettangolo 299">
              <a:extLst>
                <a:ext uri="{FF2B5EF4-FFF2-40B4-BE49-F238E27FC236}">
                  <a16:creationId xmlns:a16="http://schemas.microsoft.com/office/drawing/2014/main" id="{7134A6C9-2BFA-D084-5C35-C66E67BB5F19}"/>
                </a:ext>
              </a:extLst>
            </p:cNvPr>
            <p:cNvSpPr/>
            <p:nvPr/>
          </p:nvSpPr>
          <p:spPr>
            <a:xfrm>
              <a:off x="2805246" y="6710321"/>
              <a:ext cx="1002575" cy="167342"/>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1" name="CasellaDiTesto 300">
              <a:extLst>
                <a:ext uri="{FF2B5EF4-FFF2-40B4-BE49-F238E27FC236}">
                  <a16:creationId xmlns:a16="http://schemas.microsoft.com/office/drawing/2014/main" id="{580F8881-97D9-7F33-976A-3A083058FCAF}"/>
                </a:ext>
              </a:extLst>
            </p:cNvPr>
            <p:cNvSpPr txBox="1"/>
            <p:nvPr/>
          </p:nvSpPr>
          <p:spPr>
            <a:xfrm>
              <a:off x="3654648" y="6491299"/>
              <a:ext cx="426988" cy="246221"/>
            </a:xfrm>
            <a:prstGeom prst="rect">
              <a:avLst/>
            </a:prstGeom>
            <a:noFill/>
          </p:spPr>
          <p:txBody>
            <a:bodyPr wrap="square">
              <a:spAutoFit/>
            </a:bodyPr>
            <a:lstStyle/>
            <a:p>
              <a:r>
                <a:rPr lang="it-IT" sz="1000" dirty="0">
                  <a:solidFill>
                    <a:srgbClr val="795548"/>
                  </a:solidFill>
                </a:rPr>
                <a:t>25</a:t>
              </a:r>
              <a:endParaRPr lang="it-IT" sz="1000" dirty="0"/>
            </a:p>
          </p:txBody>
        </p:sp>
        <p:sp>
          <p:nvSpPr>
            <p:cNvPr id="302" name="CasellaDiTesto 301">
              <a:extLst>
                <a:ext uri="{FF2B5EF4-FFF2-40B4-BE49-F238E27FC236}">
                  <a16:creationId xmlns:a16="http://schemas.microsoft.com/office/drawing/2014/main" id="{3E79506D-8DED-0933-3CE9-A4A808ABF516}"/>
                </a:ext>
              </a:extLst>
            </p:cNvPr>
            <p:cNvSpPr txBox="1"/>
            <p:nvPr/>
          </p:nvSpPr>
          <p:spPr>
            <a:xfrm>
              <a:off x="2655439" y="6497453"/>
              <a:ext cx="426988" cy="246221"/>
            </a:xfrm>
            <a:prstGeom prst="rect">
              <a:avLst/>
            </a:prstGeom>
            <a:noFill/>
          </p:spPr>
          <p:txBody>
            <a:bodyPr wrap="square">
              <a:spAutoFit/>
            </a:bodyPr>
            <a:lstStyle/>
            <a:p>
              <a:r>
                <a:rPr lang="it-IT" sz="1000" dirty="0">
                  <a:solidFill>
                    <a:srgbClr val="795548"/>
                  </a:solidFill>
                </a:rPr>
                <a:t>0</a:t>
              </a:r>
              <a:endParaRPr lang="it-IT" sz="1000" dirty="0"/>
            </a:p>
          </p:txBody>
        </p:sp>
      </p:grpSp>
      <p:cxnSp>
        <p:nvCxnSpPr>
          <p:cNvPr id="303" name="Connettore diritto 302">
            <a:extLst>
              <a:ext uri="{FF2B5EF4-FFF2-40B4-BE49-F238E27FC236}">
                <a16:creationId xmlns:a16="http://schemas.microsoft.com/office/drawing/2014/main" id="{12687913-D023-D79E-86D2-1B243E9FCAEA}"/>
              </a:ext>
            </a:extLst>
          </p:cNvPr>
          <p:cNvCxnSpPr>
            <a:cxnSpLocks/>
          </p:cNvCxnSpPr>
          <p:nvPr/>
        </p:nvCxnSpPr>
        <p:spPr>
          <a:xfrm flipH="1">
            <a:off x="1409731" y="9041563"/>
            <a:ext cx="114516" cy="287194"/>
          </a:xfrm>
          <a:prstGeom prst="line">
            <a:avLst/>
          </a:prstGeom>
          <a:ln w="28575" cap="rnd">
            <a:solidFill>
              <a:srgbClr val="F2AA84"/>
            </a:solidFill>
            <a:prstDash val="sysDot"/>
            <a:bevel/>
          </a:ln>
        </p:spPr>
        <p:style>
          <a:lnRef idx="2">
            <a:schemeClr val="accent1"/>
          </a:lnRef>
          <a:fillRef idx="0">
            <a:schemeClr val="accent1"/>
          </a:fillRef>
          <a:effectRef idx="1">
            <a:schemeClr val="accent1"/>
          </a:effectRef>
          <a:fontRef idx="minor">
            <a:schemeClr val="tx1"/>
          </a:fontRef>
        </p:style>
      </p:cxnSp>
      <p:cxnSp>
        <p:nvCxnSpPr>
          <p:cNvPr id="305" name="Connettore diritto 304">
            <a:extLst>
              <a:ext uri="{FF2B5EF4-FFF2-40B4-BE49-F238E27FC236}">
                <a16:creationId xmlns:a16="http://schemas.microsoft.com/office/drawing/2014/main" id="{7AED9093-68BF-18AC-B109-035CFBE4C4A1}"/>
              </a:ext>
            </a:extLst>
          </p:cNvPr>
          <p:cNvCxnSpPr>
            <a:cxnSpLocks/>
            <a:endCxn id="231" idx="1"/>
          </p:cNvCxnSpPr>
          <p:nvPr/>
        </p:nvCxnSpPr>
        <p:spPr>
          <a:xfrm>
            <a:off x="1239629" y="9618179"/>
            <a:ext cx="374597"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sp>
        <p:nvSpPr>
          <p:cNvPr id="308" name="CasellaDiTesto 307">
            <a:extLst>
              <a:ext uri="{FF2B5EF4-FFF2-40B4-BE49-F238E27FC236}">
                <a16:creationId xmlns:a16="http://schemas.microsoft.com/office/drawing/2014/main" id="{381BE9DB-6D49-E96F-3F3F-693F14A290AA}"/>
              </a:ext>
            </a:extLst>
          </p:cNvPr>
          <p:cNvSpPr txBox="1"/>
          <p:nvPr/>
        </p:nvSpPr>
        <p:spPr>
          <a:xfrm>
            <a:off x="1711598" y="9509768"/>
            <a:ext cx="414103" cy="230832"/>
          </a:xfrm>
          <a:prstGeom prst="rect">
            <a:avLst/>
          </a:prstGeom>
          <a:noFill/>
        </p:spPr>
        <p:txBody>
          <a:bodyPr wrap="square" rtlCol="0">
            <a:spAutoFit/>
          </a:bodyPr>
          <a:lstStyle/>
          <a:p>
            <a:pPr algn="ctr"/>
            <a:r>
              <a:rPr lang="it-IT" sz="900" dirty="0">
                <a:solidFill>
                  <a:srgbClr val="795548"/>
                </a:solidFill>
              </a:rPr>
              <a:t>64M</a:t>
            </a:r>
          </a:p>
        </p:txBody>
      </p:sp>
      <p:sp>
        <p:nvSpPr>
          <p:cNvPr id="309" name="CasellaDiTesto 308">
            <a:extLst>
              <a:ext uri="{FF2B5EF4-FFF2-40B4-BE49-F238E27FC236}">
                <a16:creationId xmlns:a16="http://schemas.microsoft.com/office/drawing/2014/main" id="{D302C22A-42D1-2186-0807-ABBBE8951B17}"/>
              </a:ext>
            </a:extLst>
          </p:cNvPr>
          <p:cNvSpPr txBox="1"/>
          <p:nvPr/>
        </p:nvSpPr>
        <p:spPr>
          <a:xfrm>
            <a:off x="1630004" y="9081415"/>
            <a:ext cx="151077" cy="238527"/>
          </a:xfrm>
          <a:prstGeom prst="rect">
            <a:avLst/>
          </a:prstGeom>
          <a:noFill/>
        </p:spPr>
        <p:txBody>
          <a:bodyPr wrap="square" rtlCol="0">
            <a:spAutoFit/>
          </a:bodyPr>
          <a:lstStyle/>
          <a:p>
            <a:pPr algn="ctr"/>
            <a:r>
              <a:rPr lang="it-IT" sz="950" dirty="0">
                <a:solidFill>
                  <a:srgbClr val="795548"/>
                </a:solidFill>
              </a:rPr>
              <a:t>1</a:t>
            </a:r>
          </a:p>
        </p:txBody>
      </p:sp>
      <p:cxnSp>
        <p:nvCxnSpPr>
          <p:cNvPr id="310" name="Connettore diritto 309">
            <a:extLst>
              <a:ext uri="{FF2B5EF4-FFF2-40B4-BE49-F238E27FC236}">
                <a16:creationId xmlns:a16="http://schemas.microsoft.com/office/drawing/2014/main" id="{3D5ECBE7-D42B-EB33-36C5-FB5A2EC981CC}"/>
              </a:ext>
            </a:extLst>
          </p:cNvPr>
          <p:cNvCxnSpPr>
            <a:cxnSpLocks/>
          </p:cNvCxnSpPr>
          <p:nvPr/>
        </p:nvCxnSpPr>
        <p:spPr>
          <a:xfrm>
            <a:off x="1363162" y="9576065"/>
            <a:ext cx="58031" cy="85843"/>
          </a:xfrm>
          <a:prstGeom prst="line">
            <a:avLst/>
          </a:prstGeom>
          <a:ln cap="rnd">
            <a:solidFill>
              <a:srgbClr val="F2AA84"/>
            </a:solidFill>
            <a:round/>
          </a:ln>
        </p:spPr>
        <p:style>
          <a:lnRef idx="2">
            <a:schemeClr val="accent1"/>
          </a:lnRef>
          <a:fillRef idx="0">
            <a:schemeClr val="accent1"/>
          </a:fillRef>
          <a:effectRef idx="1">
            <a:schemeClr val="accent1"/>
          </a:effectRef>
          <a:fontRef idx="minor">
            <a:schemeClr val="tx1"/>
          </a:fontRef>
        </p:style>
      </p:cxnSp>
      <p:sp>
        <p:nvSpPr>
          <p:cNvPr id="311" name="CasellaDiTesto 310">
            <a:extLst>
              <a:ext uri="{FF2B5EF4-FFF2-40B4-BE49-F238E27FC236}">
                <a16:creationId xmlns:a16="http://schemas.microsoft.com/office/drawing/2014/main" id="{C2804F85-9DAD-E7F2-191C-7863F473E4BA}"/>
              </a:ext>
            </a:extLst>
          </p:cNvPr>
          <p:cNvSpPr txBox="1"/>
          <p:nvPr/>
        </p:nvSpPr>
        <p:spPr>
          <a:xfrm>
            <a:off x="987014" y="9490265"/>
            <a:ext cx="144000" cy="238527"/>
          </a:xfrm>
          <a:prstGeom prst="rect">
            <a:avLst/>
          </a:prstGeom>
          <a:noFill/>
        </p:spPr>
        <p:txBody>
          <a:bodyPr wrap="square" lIns="0" rIns="0" rtlCol="0">
            <a:spAutoFit/>
          </a:bodyPr>
          <a:lstStyle/>
          <a:p>
            <a:pPr algn="ctr"/>
            <a:r>
              <a:rPr lang="it-IT" sz="950" dirty="0">
                <a:solidFill>
                  <a:srgbClr val="795548"/>
                </a:solidFill>
              </a:rPr>
              <a:t>26</a:t>
            </a:r>
          </a:p>
        </p:txBody>
      </p:sp>
      <p:cxnSp>
        <p:nvCxnSpPr>
          <p:cNvPr id="33" name="Connettore diritto 32">
            <a:extLst>
              <a:ext uri="{FF2B5EF4-FFF2-40B4-BE49-F238E27FC236}">
                <a16:creationId xmlns:a16="http://schemas.microsoft.com/office/drawing/2014/main" id="{70F322B1-C7CB-73ED-58FC-70496876DFC5}"/>
              </a:ext>
            </a:extLst>
          </p:cNvPr>
          <p:cNvCxnSpPr/>
          <p:nvPr/>
        </p:nvCxnSpPr>
        <p:spPr>
          <a:xfrm flipH="1">
            <a:off x="951655" y="4316367"/>
            <a:ext cx="79172" cy="166595"/>
          </a:xfrm>
          <a:prstGeom prst="line">
            <a:avLst/>
          </a:prstGeom>
          <a:ln w="38100" cap="rnd">
            <a:solidFill>
              <a:srgbClr val="F2AA84"/>
            </a:solidFill>
            <a:bevel/>
          </a:ln>
        </p:spPr>
        <p:style>
          <a:lnRef idx="2">
            <a:schemeClr val="accent1"/>
          </a:lnRef>
          <a:fillRef idx="0">
            <a:schemeClr val="accent1"/>
          </a:fillRef>
          <a:effectRef idx="1">
            <a:schemeClr val="accent1"/>
          </a:effectRef>
          <a:fontRef idx="minor">
            <a:schemeClr val="tx1"/>
          </a:fontRef>
        </p:style>
      </p:cxnSp>
      <p:cxnSp>
        <p:nvCxnSpPr>
          <p:cNvPr id="500" name="Connettore diritto 499">
            <a:extLst>
              <a:ext uri="{FF2B5EF4-FFF2-40B4-BE49-F238E27FC236}">
                <a16:creationId xmlns:a16="http://schemas.microsoft.com/office/drawing/2014/main" id="{05A7A003-B2CF-F93C-C5F0-7C47E805E118}"/>
              </a:ext>
            </a:extLst>
          </p:cNvPr>
          <p:cNvCxnSpPr/>
          <p:nvPr/>
        </p:nvCxnSpPr>
        <p:spPr>
          <a:xfrm flipH="1">
            <a:off x="2499862" y="4268574"/>
            <a:ext cx="79172" cy="166595"/>
          </a:xfrm>
          <a:prstGeom prst="line">
            <a:avLst/>
          </a:prstGeom>
          <a:ln w="38100" cap="rnd">
            <a:solidFill>
              <a:srgbClr val="795548"/>
            </a:solidFill>
            <a:bevel/>
          </a:ln>
        </p:spPr>
        <p:style>
          <a:lnRef idx="2">
            <a:schemeClr val="accent1"/>
          </a:lnRef>
          <a:fillRef idx="0">
            <a:schemeClr val="accent1"/>
          </a:fillRef>
          <a:effectRef idx="1">
            <a:schemeClr val="accent1"/>
          </a:effectRef>
          <a:fontRef idx="minor">
            <a:schemeClr val="tx1"/>
          </a:fontRef>
        </p:style>
      </p:cxnSp>
      <p:sp>
        <p:nvSpPr>
          <p:cNvPr id="502" name="CasellaDiTesto 501">
            <a:extLst>
              <a:ext uri="{FF2B5EF4-FFF2-40B4-BE49-F238E27FC236}">
                <a16:creationId xmlns:a16="http://schemas.microsoft.com/office/drawing/2014/main" id="{5B2BB6A1-19DD-B257-BC1A-A6E91DFD6305}"/>
              </a:ext>
            </a:extLst>
          </p:cNvPr>
          <p:cNvSpPr txBox="1"/>
          <p:nvPr/>
        </p:nvSpPr>
        <p:spPr>
          <a:xfrm>
            <a:off x="2447999" y="3931094"/>
            <a:ext cx="144000" cy="307777"/>
          </a:xfrm>
          <a:prstGeom prst="rect">
            <a:avLst/>
          </a:prstGeom>
          <a:noFill/>
        </p:spPr>
        <p:txBody>
          <a:bodyPr wrap="square" lIns="0" rIns="0" rtlCol="0">
            <a:spAutoFit/>
          </a:bodyPr>
          <a:lstStyle/>
          <a:p>
            <a:pPr algn="ctr"/>
            <a:r>
              <a:rPr lang="it-IT" sz="1400" b="1" dirty="0">
                <a:solidFill>
                  <a:srgbClr val="795548"/>
                </a:solidFill>
                <a:highlight>
                  <a:srgbClr val="98ECB7"/>
                </a:highlight>
              </a:rPr>
              <a:t>8</a:t>
            </a:r>
          </a:p>
        </p:txBody>
      </p:sp>
      <p:grpSp>
        <p:nvGrpSpPr>
          <p:cNvPr id="2" name="Gruppo 1">
            <a:extLst>
              <a:ext uri="{FF2B5EF4-FFF2-40B4-BE49-F238E27FC236}">
                <a16:creationId xmlns:a16="http://schemas.microsoft.com/office/drawing/2014/main" id="{04652D4C-4FAA-CC21-5EB3-409D114C20F5}"/>
              </a:ext>
            </a:extLst>
          </p:cNvPr>
          <p:cNvGrpSpPr/>
          <p:nvPr/>
        </p:nvGrpSpPr>
        <p:grpSpPr>
          <a:xfrm>
            <a:off x="506479" y="2311304"/>
            <a:ext cx="1513596" cy="440197"/>
            <a:chOff x="2655439" y="6491299"/>
            <a:chExt cx="1513596" cy="440197"/>
          </a:xfrm>
        </p:grpSpPr>
        <p:sp>
          <p:nvSpPr>
            <p:cNvPr id="491" name="Rettangolo 490">
              <a:extLst>
                <a:ext uri="{FF2B5EF4-FFF2-40B4-BE49-F238E27FC236}">
                  <a16:creationId xmlns:a16="http://schemas.microsoft.com/office/drawing/2014/main" id="{709269AD-FA63-A618-E005-7198B887B298}"/>
                </a:ext>
              </a:extLst>
            </p:cNvPr>
            <p:cNvSpPr/>
            <p:nvPr/>
          </p:nvSpPr>
          <p:spPr>
            <a:xfrm>
              <a:off x="2763105" y="6677919"/>
              <a:ext cx="1403795" cy="253577"/>
            </a:xfrm>
            <a:prstGeom prst="rect">
              <a:avLst/>
            </a:prstGeom>
            <a:solidFill>
              <a:srgbClr val="FAF6EF"/>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2" name="Rettangolo 491">
              <a:extLst>
                <a:ext uri="{FF2B5EF4-FFF2-40B4-BE49-F238E27FC236}">
                  <a16:creationId xmlns:a16="http://schemas.microsoft.com/office/drawing/2014/main" id="{19E60A33-1B75-0EB1-34E6-51B628559129}"/>
                </a:ext>
              </a:extLst>
            </p:cNvPr>
            <p:cNvSpPr/>
            <p:nvPr/>
          </p:nvSpPr>
          <p:spPr>
            <a:xfrm>
              <a:off x="3831291" y="6677919"/>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4" name="Rettangolo 493">
              <a:extLst>
                <a:ext uri="{FF2B5EF4-FFF2-40B4-BE49-F238E27FC236}">
                  <a16:creationId xmlns:a16="http://schemas.microsoft.com/office/drawing/2014/main" id="{3802CAD6-0005-F9D8-BFBD-9C1211E3F90B}"/>
                </a:ext>
              </a:extLst>
            </p:cNvPr>
            <p:cNvSpPr/>
            <p:nvPr/>
          </p:nvSpPr>
          <p:spPr>
            <a:xfrm>
              <a:off x="2805246" y="6710321"/>
              <a:ext cx="1002575" cy="167342"/>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8" name="CasellaDiTesto 497">
              <a:extLst>
                <a:ext uri="{FF2B5EF4-FFF2-40B4-BE49-F238E27FC236}">
                  <a16:creationId xmlns:a16="http://schemas.microsoft.com/office/drawing/2014/main" id="{867A5207-0E89-E40E-3B5B-B774F25817C8}"/>
                </a:ext>
              </a:extLst>
            </p:cNvPr>
            <p:cNvSpPr txBox="1"/>
            <p:nvPr/>
          </p:nvSpPr>
          <p:spPr>
            <a:xfrm>
              <a:off x="3654648" y="6491299"/>
              <a:ext cx="426988" cy="246221"/>
            </a:xfrm>
            <a:prstGeom prst="rect">
              <a:avLst/>
            </a:prstGeom>
            <a:noFill/>
          </p:spPr>
          <p:txBody>
            <a:bodyPr wrap="square">
              <a:spAutoFit/>
            </a:bodyPr>
            <a:lstStyle/>
            <a:p>
              <a:r>
                <a:rPr lang="it-IT" sz="1000" dirty="0">
                  <a:solidFill>
                    <a:srgbClr val="795548"/>
                  </a:solidFill>
                </a:rPr>
                <a:t>19</a:t>
              </a:r>
              <a:endParaRPr lang="it-IT" sz="1000" dirty="0"/>
            </a:p>
          </p:txBody>
        </p:sp>
        <p:sp>
          <p:nvSpPr>
            <p:cNvPr id="499" name="CasellaDiTesto 498">
              <a:extLst>
                <a:ext uri="{FF2B5EF4-FFF2-40B4-BE49-F238E27FC236}">
                  <a16:creationId xmlns:a16="http://schemas.microsoft.com/office/drawing/2014/main" id="{9DCA3E19-DE95-CB4A-3E0C-C18316105984}"/>
                </a:ext>
              </a:extLst>
            </p:cNvPr>
            <p:cNvSpPr txBox="1"/>
            <p:nvPr/>
          </p:nvSpPr>
          <p:spPr>
            <a:xfrm>
              <a:off x="2655439" y="6497453"/>
              <a:ext cx="426988" cy="246221"/>
            </a:xfrm>
            <a:prstGeom prst="rect">
              <a:avLst/>
            </a:prstGeom>
            <a:noFill/>
          </p:spPr>
          <p:txBody>
            <a:bodyPr wrap="square">
              <a:spAutoFit/>
            </a:bodyPr>
            <a:lstStyle/>
            <a:p>
              <a:r>
                <a:rPr lang="it-IT" sz="1000" dirty="0">
                  <a:solidFill>
                    <a:srgbClr val="795548"/>
                  </a:solidFill>
                </a:rPr>
                <a:t>0</a:t>
              </a:r>
              <a:endParaRPr lang="it-IT" sz="1000" dirty="0"/>
            </a:p>
          </p:txBody>
        </p:sp>
      </p:grpSp>
      <p:sp>
        <p:nvSpPr>
          <p:cNvPr id="68" name="CasellaDiTesto 67">
            <a:extLst>
              <a:ext uri="{FF2B5EF4-FFF2-40B4-BE49-F238E27FC236}">
                <a16:creationId xmlns:a16="http://schemas.microsoft.com/office/drawing/2014/main" id="{17F55A21-24C4-E6C0-8BF2-77D91DDFE337}"/>
              </a:ext>
            </a:extLst>
          </p:cNvPr>
          <p:cNvSpPr txBox="1"/>
          <p:nvPr/>
        </p:nvSpPr>
        <p:spPr>
          <a:xfrm>
            <a:off x="6531149" y="4737824"/>
            <a:ext cx="337743" cy="246221"/>
          </a:xfrm>
          <a:prstGeom prst="rect">
            <a:avLst/>
          </a:prstGeom>
          <a:noFill/>
        </p:spPr>
        <p:txBody>
          <a:bodyPr wrap="square">
            <a:spAutoFit/>
          </a:bodyPr>
          <a:lstStyle/>
          <a:p>
            <a:r>
              <a:rPr lang="it-IT" sz="1000" dirty="0">
                <a:solidFill>
                  <a:srgbClr val="795548"/>
                </a:solidFill>
              </a:rPr>
              <a:t>8</a:t>
            </a:r>
            <a:endParaRPr lang="it-IT" sz="1000" dirty="0"/>
          </a:p>
        </p:txBody>
      </p:sp>
    </p:spTree>
    <p:extLst>
      <p:ext uri="{BB962C8B-B14F-4D97-AF65-F5344CB8AC3E}">
        <p14:creationId xmlns:p14="http://schemas.microsoft.com/office/powerpoint/2010/main" val="2706198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480" name="Arco 479">
            <a:extLst>
              <a:ext uri="{FF2B5EF4-FFF2-40B4-BE49-F238E27FC236}">
                <a16:creationId xmlns:a16="http://schemas.microsoft.com/office/drawing/2014/main" id="{CF824553-2A16-572B-9BA8-17C7767C793A}"/>
              </a:ext>
            </a:extLst>
          </p:cNvPr>
          <p:cNvSpPr/>
          <p:nvPr/>
        </p:nvSpPr>
        <p:spPr>
          <a:xfrm rot="1027373" flipH="1">
            <a:off x="4881129" y="5676241"/>
            <a:ext cx="1675599" cy="1521504"/>
          </a:xfrm>
          <a:prstGeom prst="arc">
            <a:avLst>
              <a:gd name="adj1" fmla="val 14938680"/>
              <a:gd name="adj2" fmla="val 19637418"/>
            </a:avLst>
          </a:prstGeom>
          <a:noFill/>
          <a:ln w="28575">
            <a:gradFill>
              <a:gsLst>
                <a:gs pos="35000">
                  <a:srgbClr val="F2AA84">
                    <a:alpha val="20000"/>
                  </a:srgbClr>
                </a:gs>
                <a:gs pos="5000">
                  <a:srgbClr val="F2AA84"/>
                </a:gs>
              </a:gsLst>
              <a:lin ang="5400000" scaled="1"/>
            </a:gra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474" name="Rettangolo 473">
            <a:extLst>
              <a:ext uri="{FF2B5EF4-FFF2-40B4-BE49-F238E27FC236}">
                <a16:creationId xmlns:a16="http://schemas.microsoft.com/office/drawing/2014/main" id="{D2EABEBF-22F3-616A-B2FE-C87C338313C4}"/>
              </a:ext>
            </a:extLst>
          </p:cNvPr>
          <p:cNvSpPr/>
          <p:nvPr/>
        </p:nvSpPr>
        <p:spPr>
          <a:xfrm>
            <a:off x="700340" y="2263355"/>
            <a:ext cx="6487200" cy="914400"/>
          </a:xfrm>
          <a:prstGeom prst="rect">
            <a:avLst/>
          </a:prstGeom>
          <a:solidFill>
            <a:schemeClr val="bg1"/>
          </a:solidFill>
          <a:ln>
            <a:noFill/>
          </a:ln>
          <a:effectLst>
            <a:outerShdw dist="38100" dir="8100000" algn="tr" rotWithShape="0">
              <a:srgbClr val="AB9488">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53" name="Rettangolo con angoli arrotondati 452">
            <a:extLst>
              <a:ext uri="{FF2B5EF4-FFF2-40B4-BE49-F238E27FC236}">
                <a16:creationId xmlns:a16="http://schemas.microsoft.com/office/drawing/2014/main" id="{F1F0EFBC-C6AE-AF4A-1446-03756500D84F}"/>
              </a:ext>
            </a:extLst>
          </p:cNvPr>
          <p:cNvSpPr/>
          <p:nvPr/>
        </p:nvSpPr>
        <p:spPr>
          <a:xfrm>
            <a:off x="4007481" y="4993406"/>
            <a:ext cx="1373603" cy="1745953"/>
          </a:xfrm>
          <a:prstGeom prst="roundRect">
            <a:avLst>
              <a:gd name="adj" fmla="val 5683"/>
            </a:avLst>
          </a:prstGeom>
          <a:solidFill>
            <a:srgbClr val="F2AA84">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08" name="Rettangolo 507">
            <a:extLst>
              <a:ext uri="{FF2B5EF4-FFF2-40B4-BE49-F238E27FC236}">
                <a16:creationId xmlns:a16="http://schemas.microsoft.com/office/drawing/2014/main" id="{AE34580A-F8FB-6186-65C5-0D871E763ED6}"/>
              </a:ext>
            </a:extLst>
          </p:cNvPr>
          <p:cNvSpPr/>
          <p:nvPr/>
        </p:nvSpPr>
        <p:spPr>
          <a:xfrm>
            <a:off x="-1467010" y="3497151"/>
            <a:ext cx="897707" cy="867057"/>
          </a:xfrm>
          <a:custGeom>
            <a:avLst/>
            <a:gdLst>
              <a:gd name="connsiteX0" fmla="*/ 0 w 897707"/>
              <a:gd name="connsiteY0" fmla="*/ 0 h 867057"/>
              <a:gd name="connsiteX1" fmla="*/ 448854 w 897707"/>
              <a:gd name="connsiteY1" fmla="*/ 0 h 867057"/>
              <a:gd name="connsiteX2" fmla="*/ 897707 w 897707"/>
              <a:gd name="connsiteY2" fmla="*/ 0 h 867057"/>
              <a:gd name="connsiteX3" fmla="*/ 897707 w 897707"/>
              <a:gd name="connsiteY3" fmla="*/ 416187 h 867057"/>
              <a:gd name="connsiteX4" fmla="*/ 897707 w 897707"/>
              <a:gd name="connsiteY4" fmla="*/ 867057 h 867057"/>
              <a:gd name="connsiteX5" fmla="*/ 439876 w 897707"/>
              <a:gd name="connsiteY5" fmla="*/ 867057 h 867057"/>
              <a:gd name="connsiteX6" fmla="*/ 0 w 897707"/>
              <a:gd name="connsiteY6" fmla="*/ 867057 h 867057"/>
              <a:gd name="connsiteX7" fmla="*/ 0 w 897707"/>
              <a:gd name="connsiteY7" fmla="*/ 424858 h 867057"/>
              <a:gd name="connsiteX8" fmla="*/ 0 w 897707"/>
              <a:gd name="connsiteY8" fmla="*/ 0 h 86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7707" h="867057" fill="none" extrusionOk="0">
                <a:moveTo>
                  <a:pt x="0" y="0"/>
                </a:moveTo>
                <a:cubicBezTo>
                  <a:pt x="193710" y="-15666"/>
                  <a:pt x="351570" y="17513"/>
                  <a:pt x="448854" y="0"/>
                </a:cubicBezTo>
                <a:cubicBezTo>
                  <a:pt x="546138" y="-17513"/>
                  <a:pt x="803079" y="1127"/>
                  <a:pt x="897707" y="0"/>
                </a:cubicBezTo>
                <a:cubicBezTo>
                  <a:pt x="896593" y="143944"/>
                  <a:pt x="889887" y="277446"/>
                  <a:pt x="897707" y="416187"/>
                </a:cubicBezTo>
                <a:cubicBezTo>
                  <a:pt x="905527" y="554928"/>
                  <a:pt x="913528" y="697445"/>
                  <a:pt x="897707" y="867057"/>
                </a:cubicBezTo>
                <a:cubicBezTo>
                  <a:pt x="753492" y="848709"/>
                  <a:pt x="578350" y="881812"/>
                  <a:pt x="439876" y="867057"/>
                </a:cubicBezTo>
                <a:cubicBezTo>
                  <a:pt x="301402" y="852302"/>
                  <a:pt x="209563" y="872444"/>
                  <a:pt x="0" y="867057"/>
                </a:cubicBezTo>
                <a:cubicBezTo>
                  <a:pt x="-6200" y="685389"/>
                  <a:pt x="2019" y="602149"/>
                  <a:pt x="0" y="424858"/>
                </a:cubicBezTo>
                <a:cubicBezTo>
                  <a:pt x="-2019" y="247567"/>
                  <a:pt x="-13777" y="148715"/>
                  <a:pt x="0" y="0"/>
                </a:cubicBezTo>
                <a:close/>
              </a:path>
              <a:path w="897707" h="867057" stroke="0" extrusionOk="0">
                <a:moveTo>
                  <a:pt x="0" y="0"/>
                </a:moveTo>
                <a:cubicBezTo>
                  <a:pt x="211050" y="-6116"/>
                  <a:pt x="333596" y="12070"/>
                  <a:pt x="439876" y="0"/>
                </a:cubicBezTo>
                <a:cubicBezTo>
                  <a:pt x="546156" y="-12070"/>
                  <a:pt x="764798" y="16861"/>
                  <a:pt x="897707" y="0"/>
                </a:cubicBezTo>
                <a:cubicBezTo>
                  <a:pt x="898665" y="152218"/>
                  <a:pt x="913328" y="347181"/>
                  <a:pt x="897707" y="442199"/>
                </a:cubicBezTo>
                <a:cubicBezTo>
                  <a:pt x="882086" y="537217"/>
                  <a:pt x="876789" y="733275"/>
                  <a:pt x="897707" y="867057"/>
                </a:cubicBezTo>
                <a:cubicBezTo>
                  <a:pt x="803424" y="877412"/>
                  <a:pt x="621036" y="846252"/>
                  <a:pt x="457831" y="867057"/>
                </a:cubicBezTo>
                <a:cubicBezTo>
                  <a:pt x="294626" y="887862"/>
                  <a:pt x="139220" y="869854"/>
                  <a:pt x="0" y="867057"/>
                </a:cubicBezTo>
                <a:cubicBezTo>
                  <a:pt x="13719" y="709153"/>
                  <a:pt x="1327" y="584626"/>
                  <a:pt x="0" y="442199"/>
                </a:cubicBezTo>
                <a:cubicBezTo>
                  <a:pt x="-1327" y="299772"/>
                  <a:pt x="-571" y="163642"/>
                  <a:pt x="0" y="0"/>
                </a:cubicBezTo>
                <a:close/>
              </a:path>
            </a:pathLst>
          </a:custGeom>
          <a:solidFill>
            <a:srgbClr val="FAF6EF"/>
          </a:solidFill>
          <a:ln w="28575">
            <a:solidFill>
              <a:srgbClr val="EECEAA"/>
            </a:solidFill>
            <a:extLst>
              <a:ext uri="{C807C97D-BFC1-408E-A445-0C87EB9F89A2}">
                <ask:lineSketchStyleProps xmlns:ask="http://schemas.microsoft.com/office/drawing/2018/sketchyshapes" sd="3750109198">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1" name="Rettangolo 330">
            <a:extLst>
              <a:ext uri="{FF2B5EF4-FFF2-40B4-BE49-F238E27FC236}">
                <a16:creationId xmlns:a16="http://schemas.microsoft.com/office/drawing/2014/main" id="{1261BBBA-CE93-6307-C467-B27C93C992B8}"/>
              </a:ext>
            </a:extLst>
          </p:cNvPr>
          <p:cNvSpPr/>
          <p:nvPr/>
        </p:nvSpPr>
        <p:spPr>
          <a:xfrm>
            <a:off x="-1147493" y="5066455"/>
            <a:ext cx="487857" cy="458023"/>
          </a:xfrm>
          <a:prstGeom prst="rect">
            <a:avLst/>
          </a:prstGeom>
          <a:solidFill>
            <a:srgbClr val="FAF6EF"/>
          </a:solidFill>
          <a:ln w="38100"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5" name="object 241">
            <a:extLst>
              <a:ext uri="{FF2B5EF4-FFF2-40B4-BE49-F238E27FC236}">
                <a16:creationId xmlns:a16="http://schemas.microsoft.com/office/drawing/2014/main" id="{4C99DF51-BF81-0413-00CA-F1B68858AF16}"/>
              </a:ext>
            </a:extLst>
          </p:cNvPr>
          <p:cNvSpPr txBox="1"/>
          <p:nvPr/>
        </p:nvSpPr>
        <p:spPr>
          <a:xfrm>
            <a:off x="-2212" y="-13"/>
            <a:ext cx="7558712" cy="446444"/>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MICROISTRUZIONE esercizio</a:t>
            </a:r>
          </a:p>
        </p:txBody>
      </p:sp>
      <p:sp>
        <p:nvSpPr>
          <p:cNvPr id="12" name="object 168">
            <a:extLst>
              <a:ext uri="{FF2B5EF4-FFF2-40B4-BE49-F238E27FC236}">
                <a16:creationId xmlns:a16="http://schemas.microsoft.com/office/drawing/2014/main" id="{6A095960-656B-8CB8-8008-CEDAE28A045B}"/>
              </a:ext>
            </a:extLst>
          </p:cNvPr>
          <p:cNvSpPr txBox="1"/>
          <p:nvPr/>
        </p:nvSpPr>
        <p:spPr>
          <a:xfrm>
            <a:off x="-2105550" y="2225084"/>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42" name="object 192">
            <a:extLst>
              <a:ext uri="{FF2B5EF4-FFF2-40B4-BE49-F238E27FC236}">
                <a16:creationId xmlns:a16="http://schemas.microsoft.com/office/drawing/2014/main" id="{7C46EF8F-5DBE-D90E-EA01-DEA483EBD119}"/>
              </a:ext>
            </a:extLst>
          </p:cNvPr>
          <p:cNvSpPr/>
          <p:nvPr/>
        </p:nvSpPr>
        <p:spPr>
          <a:xfrm>
            <a:off x="-978809" y="-455256"/>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7709134" y="8264156"/>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8252807" y="8861309"/>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8445566" y="9297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9234315" y="93075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8445566" y="901317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9246015" y="901167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9105697" y="9045627"/>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8288273" y="9055920"/>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8287925" y="9336773"/>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9082871" y="9351766"/>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85" name="Rettangolo con angoli arrotondati 84">
            <a:extLst>
              <a:ext uri="{FF2B5EF4-FFF2-40B4-BE49-F238E27FC236}">
                <a16:creationId xmlns:a16="http://schemas.microsoft.com/office/drawing/2014/main" id="{56EE77D8-C149-4360-F68A-9777EDDEBADF}"/>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con angoli arrotondati 85">
            <a:extLst>
              <a:ext uri="{FF2B5EF4-FFF2-40B4-BE49-F238E27FC236}">
                <a16:creationId xmlns:a16="http://schemas.microsoft.com/office/drawing/2014/main" id="{3F000491-9639-47BA-CD98-A84E3240DD14}"/>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con angoli arrotondati 86">
            <a:extLst>
              <a:ext uri="{FF2B5EF4-FFF2-40B4-BE49-F238E27FC236}">
                <a16:creationId xmlns:a16="http://schemas.microsoft.com/office/drawing/2014/main" id="{2D7F0DB7-85B9-762A-91B5-D8BDECB90DBB}"/>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FC4F1112-D270-C3A3-0BC4-2093B873E672}"/>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6" name="Parentesi quadra aperta 105">
            <a:extLst>
              <a:ext uri="{FF2B5EF4-FFF2-40B4-BE49-F238E27FC236}">
                <a16:creationId xmlns:a16="http://schemas.microsoft.com/office/drawing/2014/main" id="{E8E7DFBB-CE86-B1AE-9DC3-DDED90DD197D}"/>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71" name="Parentesi quadra aperta 270">
            <a:extLst>
              <a:ext uri="{FF2B5EF4-FFF2-40B4-BE49-F238E27FC236}">
                <a16:creationId xmlns:a16="http://schemas.microsoft.com/office/drawing/2014/main" id="{40638298-8946-3B45-A817-85F722D66832}"/>
              </a:ext>
            </a:extLst>
          </p:cNvPr>
          <p:cNvSpPr/>
          <p:nvPr/>
        </p:nvSpPr>
        <p:spPr>
          <a:xfrm>
            <a:off x="214195" y="12638450"/>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8" name="CasellaDiTesto 7">
            <a:extLst>
              <a:ext uri="{FF2B5EF4-FFF2-40B4-BE49-F238E27FC236}">
                <a16:creationId xmlns:a16="http://schemas.microsoft.com/office/drawing/2014/main" id="{84F713B7-0772-E869-5D08-3DEB09652393}"/>
              </a:ext>
            </a:extLst>
          </p:cNvPr>
          <p:cNvSpPr txBox="1"/>
          <p:nvPr/>
        </p:nvSpPr>
        <p:spPr>
          <a:xfrm>
            <a:off x="62667" y="488903"/>
            <a:ext cx="7602435" cy="584775"/>
          </a:xfrm>
          <a:prstGeom prst="rect">
            <a:avLst/>
          </a:prstGeom>
          <a:noFill/>
        </p:spPr>
        <p:txBody>
          <a:bodyPr wrap="square">
            <a:spAutoFit/>
          </a:bodyPr>
          <a:lstStyle/>
          <a:p>
            <a:r>
              <a:rPr lang="it-IT" sz="1600" u="sng" dirty="0"/>
              <a:t>Esempio</a:t>
            </a:r>
            <a:r>
              <a:rPr lang="it-IT" sz="1600" dirty="0"/>
              <a:t>:</a:t>
            </a:r>
          </a:p>
          <a:p>
            <a:r>
              <a:rPr lang="it-IT" sz="1600" dirty="0"/>
              <a:t>CALL (EAX)</a:t>
            </a:r>
          </a:p>
        </p:txBody>
      </p:sp>
      <p:sp>
        <p:nvSpPr>
          <p:cNvPr id="17" name="object 123">
            <a:extLst>
              <a:ext uri="{FF2B5EF4-FFF2-40B4-BE49-F238E27FC236}">
                <a16:creationId xmlns:a16="http://schemas.microsoft.com/office/drawing/2014/main" id="{F1727E58-70ED-C7F3-34C9-170825360821}"/>
              </a:ext>
            </a:extLst>
          </p:cNvPr>
          <p:cNvSpPr/>
          <p:nvPr/>
        </p:nvSpPr>
        <p:spPr>
          <a:xfrm>
            <a:off x="8000256" y="4597187"/>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8" name="object 123">
            <a:extLst>
              <a:ext uri="{FF2B5EF4-FFF2-40B4-BE49-F238E27FC236}">
                <a16:creationId xmlns:a16="http://schemas.microsoft.com/office/drawing/2014/main" id="{23A52F6A-391C-0561-B091-CB7790585342}"/>
              </a:ext>
            </a:extLst>
          </p:cNvPr>
          <p:cNvSpPr/>
          <p:nvPr/>
        </p:nvSpPr>
        <p:spPr>
          <a:xfrm>
            <a:off x="8505723"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9" name="object 123">
            <a:extLst>
              <a:ext uri="{FF2B5EF4-FFF2-40B4-BE49-F238E27FC236}">
                <a16:creationId xmlns:a16="http://schemas.microsoft.com/office/drawing/2014/main" id="{34DAD8C6-6360-AC95-CA3A-88CEDFEB1310}"/>
              </a:ext>
            </a:extLst>
          </p:cNvPr>
          <p:cNvSpPr/>
          <p:nvPr/>
        </p:nvSpPr>
        <p:spPr>
          <a:xfrm>
            <a:off x="9003885" y="4582354"/>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B2E621C0-8F2C-F8E3-25CA-ECF36C0D0510}"/>
              </a:ext>
            </a:extLst>
          </p:cNvPr>
          <p:cNvSpPr/>
          <p:nvPr/>
        </p:nvSpPr>
        <p:spPr>
          <a:xfrm>
            <a:off x="9504517"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8" name="object 123">
            <a:extLst>
              <a:ext uri="{FF2B5EF4-FFF2-40B4-BE49-F238E27FC236}">
                <a16:creationId xmlns:a16="http://schemas.microsoft.com/office/drawing/2014/main" id="{8310E05C-5294-D27D-84F1-149354CFDCFA}"/>
              </a:ext>
            </a:extLst>
          </p:cNvPr>
          <p:cNvSpPr/>
          <p:nvPr/>
        </p:nvSpPr>
        <p:spPr>
          <a:xfrm>
            <a:off x="8002360"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9" name="object 123">
            <a:extLst>
              <a:ext uri="{FF2B5EF4-FFF2-40B4-BE49-F238E27FC236}">
                <a16:creationId xmlns:a16="http://schemas.microsoft.com/office/drawing/2014/main" id="{37DC80B9-B490-7CD1-3663-538B6BC91A7A}"/>
              </a:ext>
            </a:extLst>
          </p:cNvPr>
          <p:cNvSpPr/>
          <p:nvPr/>
        </p:nvSpPr>
        <p:spPr>
          <a:xfrm>
            <a:off x="8495902"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0" name="object 123">
            <a:extLst>
              <a:ext uri="{FF2B5EF4-FFF2-40B4-BE49-F238E27FC236}">
                <a16:creationId xmlns:a16="http://schemas.microsoft.com/office/drawing/2014/main" id="{377DC048-3508-E214-1AF8-731E804E18F2}"/>
              </a:ext>
            </a:extLst>
          </p:cNvPr>
          <p:cNvSpPr/>
          <p:nvPr/>
        </p:nvSpPr>
        <p:spPr>
          <a:xfrm>
            <a:off x="9504516"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1" name="object 123">
            <a:extLst>
              <a:ext uri="{FF2B5EF4-FFF2-40B4-BE49-F238E27FC236}">
                <a16:creationId xmlns:a16="http://schemas.microsoft.com/office/drawing/2014/main" id="{73AAABE2-CA8A-03E0-859E-343339CA5C93}"/>
              </a:ext>
            </a:extLst>
          </p:cNvPr>
          <p:cNvSpPr/>
          <p:nvPr/>
        </p:nvSpPr>
        <p:spPr>
          <a:xfrm>
            <a:off x="9011074" y="4567602"/>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4" name="object 123">
            <a:extLst>
              <a:ext uri="{FF2B5EF4-FFF2-40B4-BE49-F238E27FC236}">
                <a16:creationId xmlns:a16="http://schemas.microsoft.com/office/drawing/2014/main" id="{8FDB5833-F8B3-16A2-D397-9B3A5EC871F3}"/>
              </a:ext>
            </a:extLst>
          </p:cNvPr>
          <p:cNvSpPr/>
          <p:nvPr/>
        </p:nvSpPr>
        <p:spPr>
          <a:xfrm>
            <a:off x="9002421"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429" name="Arco 428">
            <a:extLst>
              <a:ext uri="{FF2B5EF4-FFF2-40B4-BE49-F238E27FC236}">
                <a16:creationId xmlns:a16="http://schemas.microsoft.com/office/drawing/2014/main" id="{930C871F-3C73-85CB-8BDB-DE66CF5E7A79}"/>
              </a:ext>
            </a:extLst>
          </p:cNvPr>
          <p:cNvSpPr/>
          <p:nvPr/>
        </p:nvSpPr>
        <p:spPr>
          <a:xfrm rot="20973417" flipH="1" flipV="1">
            <a:off x="-2047852" y="288310"/>
            <a:ext cx="1675599" cy="1521504"/>
          </a:xfrm>
          <a:prstGeom prst="arc">
            <a:avLst>
              <a:gd name="adj1" fmla="val 16200000"/>
              <a:gd name="adj2" fmla="val 19637418"/>
            </a:avLst>
          </a:prstGeom>
          <a:noFill/>
          <a:ln w="28575">
            <a:gradFill>
              <a:gsLst>
                <a:gs pos="35000">
                  <a:srgbClr val="F2AA84">
                    <a:alpha val="20000"/>
                  </a:srgbClr>
                </a:gs>
                <a:gs pos="5000">
                  <a:srgbClr val="F2AA84"/>
                </a:gs>
              </a:gsLst>
              <a:lin ang="5400000" scaled="1"/>
            </a:gra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448" name="CasellaDiTesto 447">
            <a:extLst>
              <a:ext uri="{FF2B5EF4-FFF2-40B4-BE49-F238E27FC236}">
                <a16:creationId xmlns:a16="http://schemas.microsoft.com/office/drawing/2014/main" id="{4E175A37-804D-EB67-A351-86F76F61F30C}"/>
              </a:ext>
            </a:extLst>
          </p:cNvPr>
          <p:cNvSpPr txBox="1"/>
          <p:nvPr/>
        </p:nvSpPr>
        <p:spPr>
          <a:xfrm>
            <a:off x="-534907" y="3609336"/>
            <a:ext cx="465252" cy="338554"/>
          </a:xfrm>
          <a:prstGeom prst="rect">
            <a:avLst/>
          </a:prstGeom>
          <a:noFill/>
          <a:ln w="28575">
            <a:noFill/>
          </a:ln>
        </p:spPr>
        <p:txBody>
          <a:bodyPr wrap="square" rtlCol="0">
            <a:spAutoFit/>
          </a:bodyPr>
          <a:lstStyle/>
          <a:p>
            <a:pPr algn="ctr"/>
            <a:r>
              <a:rPr lang="it-IT" sz="1600" b="1" dirty="0">
                <a:solidFill>
                  <a:srgbClr val="795548"/>
                </a:solidFill>
                <a:highlight>
                  <a:srgbClr val="F2AA84"/>
                </a:highlight>
              </a:rPr>
              <a:t> 20  </a:t>
            </a:r>
          </a:p>
        </p:txBody>
      </p:sp>
      <p:cxnSp>
        <p:nvCxnSpPr>
          <p:cNvPr id="457" name="Connettore diritto 456">
            <a:extLst>
              <a:ext uri="{FF2B5EF4-FFF2-40B4-BE49-F238E27FC236}">
                <a16:creationId xmlns:a16="http://schemas.microsoft.com/office/drawing/2014/main" id="{00A17CC6-07F3-4887-BDA9-09D275FD29DE}"/>
              </a:ext>
            </a:extLst>
          </p:cNvPr>
          <p:cNvCxnSpPr>
            <a:cxnSpLocks/>
          </p:cNvCxnSpPr>
          <p:nvPr/>
        </p:nvCxnSpPr>
        <p:spPr>
          <a:xfrm>
            <a:off x="-1381138" y="4604376"/>
            <a:ext cx="1103529" cy="0"/>
          </a:xfrm>
          <a:prstGeom prst="line">
            <a:avLst/>
          </a:prstGeom>
          <a:ln w="38100" cap="rnd">
            <a:solidFill>
              <a:srgbClr val="F2AA84"/>
            </a:solidFill>
            <a:tailEnd type="arrow"/>
          </a:ln>
        </p:spPr>
        <p:style>
          <a:lnRef idx="2">
            <a:schemeClr val="accent1"/>
          </a:lnRef>
          <a:fillRef idx="0">
            <a:schemeClr val="accent1"/>
          </a:fillRef>
          <a:effectRef idx="1">
            <a:schemeClr val="accent1"/>
          </a:effectRef>
          <a:fontRef idx="minor">
            <a:schemeClr val="tx1"/>
          </a:fontRef>
        </p:style>
      </p:cxnSp>
      <p:sp>
        <p:nvSpPr>
          <p:cNvPr id="344" name="Rettangolo con angoli arrotondati 343">
            <a:extLst>
              <a:ext uri="{FF2B5EF4-FFF2-40B4-BE49-F238E27FC236}">
                <a16:creationId xmlns:a16="http://schemas.microsoft.com/office/drawing/2014/main" id="{CAE8BD26-EE5D-86E8-EF2F-EB72F87C3468}"/>
              </a:ext>
            </a:extLst>
          </p:cNvPr>
          <p:cNvSpPr/>
          <p:nvPr/>
        </p:nvSpPr>
        <p:spPr>
          <a:xfrm>
            <a:off x="-1104133" y="4829997"/>
            <a:ext cx="356249" cy="92205"/>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8191D43B-90B9-4669-974E-06C97BCCDB2C}"/>
              </a:ext>
            </a:extLst>
          </p:cNvPr>
          <p:cNvCxnSpPr>
            <a:cxnSpLocks/>
          </p:cNvCxnSpPr>
          <p:nvPr/>
        </p:nvCxnSpPr>
        <p:spPr>
          <a:xfrm flipH="1">
            <a:off x="-1446479" y="4585513"/>
            <a:ext cx="57882" cy="961885"/>
          </a:xfrm>
          <a:prstGeom prst="line">
            <a:avLst/>
          </a:prstGeom>
          <a:ln w="28575" cap="rnd">
            <a:solidFill>
              <a:srgbClr val="F2AA84"/>
            </a:solidFill>
            <a:prstDash val="sysDot"/>
            <a:bevel/>
          </a:ln>
        </p:spPr>
        <p:style>
          <a:lnRef idx="2">
            <a:schemeClr val="accent1"/>
          </a:lnRef>
          <a:fillRef idx="0">
            <a:schemeClr val="accent1"/>
          </a:fillRef>
          <a:effectRef idx="1">
            <a:schemeClr val="accent1"/>
          </a:effectRef>
          <a:fontRef idx="minor">
            <a:schemeClr val="tx1"/>
          </a:fontRef>
        </p:style>
      </p:cxnSp>
      <p:cxnSp>
        <p:nvCxnSpPr>
          <p:cNvPr id="33" name="Connettore diritto 32">
            <a:extLst>
              <a:ext uri="{FF2B5EF4-FFF2-40B4-BE49-F238E27FC236}">
                <a16:creationId xmlns:a16="http://schemas.microsoft.com/office/drawing/2014/main" id="{70F322B1-C7CB-73ED-58FC-70496876DFC5}"/>
              </a:ext>
            </a:extLst>
          </p:cNvPr>
          <p:cNvCxnSpPr/>
          <p:nvPr/>
        </p:nvCxnSpPr>
        <p:spPr>
          <a:xfrm flipH="1">
            <a:off x="-877463" y="4556741"/>
            <a:ext cx="79172" cy="166595"/>
          </a:xfrm>
          <a:prstGeom prst="line">
            <a:avLst/>
          </a:prstGeom>
          <a:ln w="38100" cap="rnd">
            <a:solidFill>
              <a:srgbClr val="F2AA84"/>
            </a:solidFill>
            <a:bevel/>
          </a:ln>
        </p:spPr>
        <p:style>
          <a:lnRef idx="2">
            <a:schemeClr val="accent1"/>
          </a:lnRef>
          <a:fillRef idx="0">
            <a:schemeClr val="accent1"/>
          </a:fillRef>
          <a:effectRef idx="1">
            <a:schemeClr val="accent1"/>
          </a:effectRef>
          <a:fontRef idx="minor">
            <a:schemeClr val="tx1"/>
          </a:fontRef>
        </p:style>
      </p:cxnSp>
      <p:pic>
        <p:nvPicPr>
          <p:cNvPr id="4" name="Immagine 3">
            <a:extLst>
              <a:ext uri="{FF2B5EF4-FFF2-40B4-BE49-F238E27FC236}">
                <a16:creationId xmlns:a16="http://schemas.microsoft.com/office/drawing/2014/main" id="{4FE5414B-60D0-4CA3-A558-8E5B04E96A7F}"/>
              </a:ext>
            </a:extLst>
          </p:cNvPr>
          <p:cNvPicPr>
            <a:picLocks noChangeAspect="1"/>
          </p:cNvPicPr>
          <p:nvPr/>
        </p:nvPicPr>
        <p:blipFill>
          <a:blip r:embed="rId2"/>
          <a:stretch>
            <a:fillRect/>
          </a:stretch>
        </p:blipFill>
        <p:spPr>
          <a:xfrm>
            <a:off x="726146" y="1109257"/>
            <a:ext cx="5410200" cy="879631"/>
          </a:xfrm>
          <a:prstGeom prst="rect">
            <a:avLst/>
          </a:prstGeom>
          <a:effectLst>
            <a:outerShdw dist="38100" dir="8100000" algn="tr" rotWithShape="0">
              <a:srgbClr val="AB9488">
                <a:alpha val="40000"/>
              </a:srgbClr>
            </a:outerShdw>
          </a:effectLst>
        </p:spPr>
      </p:pic>
      <p:sp>
        <p:nvSpPr>
          <p:cNvPr id="20" name="CasellaDiTesto 19">
            <a:extLst>
              <a:ext uri="{FF2B5EF4-FFF2-40B4-BE49-F238E27FC236}">
                <a16:creationId xmlns:a16="http://schemas.microsoft.com/office/drawing/2014/main" id="{20F5D941-96B5-0845-10AD-E84C3E4E6553}"/>
              </a:ext>
            </a:extLst>
          </p:cNvPr>
          <p:cNvSpPr txBox="1"/>
          <p:nvPr/>
        </p:nvSpPr>
        <p:spPr>
          <a:xfrm>
            <a:off x="256767" y="3594595"/>
            <a:ext cx="3226869" cy="307777"/>
          </a:xfrm>
          <a:prstGeom prst="rect">
            <a:avLst/>
          </a:prstGeom>
          <a:noFill/>
        </p:spPr>
        <p:txBody>
          <a:bodyPr wrap="square">
            <a:spAutoFit/>
          </a:bodyPr>
          <a:lstStyle/>
          <a:p>
            <a:r>
              <a:rPr lang="it-IT" sz="1400" b="1" u="sng" dirty="0">
                <a:solidFill>
                  <a:srgbClr val="FE6464"/>
                </a:solidFill>
              </a:rPr>
              <a:t>Salvataggio dello </a:t>
            </a:r>
            <a:r>
              <a:rPr lang="it-IT" sz="1400" b="1" u="sng" dirty="0" err="1">
                <a:solidFill>
                  <a:srgbClr val="FE6464"/>
                </a:solidFill>
              </a:rPr>
              <a:t>stack</a:t>
            </a:r>
            <a:r>
              <a:rPr lang="it-IT" sz="1400" b="1" u="sng" dirty="0">
                <a:solidFill>
                  <a:srgbClr val="FE6464"/>
                </a:solidFill>
              </a:rPr>
              <a:t>:</a:t>
            </a:r>
          </a:p>
        </p:txBody>
      </p:sp>
      <p:sp>
        <p:nvSpPr>
          <p:cNvPr id="46" name="CasellaDiTesto 45">
            <a:extLst>
              <a:ext uri="{FF2B5EF4-FFF2-40B4-BE49-F238E27FC236}">
                <a16:creationId xmlns:a16="http://schemas.microsoft.com/office/drawing/2014/main" id="{B5883B90-AAAA-D8CC-DB58-5268E6DF568F}"/>
              </a:ext>
            </a:extLst>
          </p:cNvPr>
          <p:cNvSpPr txBox="1"/>
          <p:nvPr/>
        </p:nvSpPr>
        <p:spPr>
          <a:xfrm>
            <a:off x="219772" y="3951219"/>
            <a:ext cx="3307916" cy="738664"/>
          </a:xfrm>
          <a:prstGeom prst="rect">
            <a:avLst/>
          </a:prstGeom>
          <a:noFill/>
        </p:spPr>
        <p:txBody>
          <a:bodyPr wrap="square">
            <a:spAutoFit/>
          </a:bodyPr>
          <a:lstStyle/>
          <a:p>
            <a:r>
              <a:rPr lang="it-IT" sz="1400" dirty="0"/>
              <a:t>4.Viene decrementato il valore dell'ESP (</a:t>
            </a:r>
            <a:r>
              <a:rPr lang="it-IT" sz="1400" dirty="0" err="1"/>
              <a:t>stack</a:t>
            </a:r>
            <a:r>
              <a:rPr lang="it-IT" sz="1400" dirty="0"/>
              <a:t> pointer) per puntare alla nuova cima dello </a:t>
            </a:r>
            <a:r>
              <a:rPr lang="it-IT" sz="1400" dirty="0" err="1"/>
              <a:t>Stack</a:t>
            </a:r>
            <a:endParaRPr lang="it-IT" sz="1400" dirty="0"/>
          </a:p>
        </p:txBody>
      </p:sp>
      <p:grpSp>
        <p:nvGrpSpPr>
          <p:cNvPr id="2" name="object 75">
            <a:extLst>
              <a:ext uri="{FF2B5EF4-FFF2-40B4-BE49-F238E27FC236}">
                <a16:creationId xmlns:a16="http://schemas.microsoft.com/office/drawing/2014/main" id="{02B28773-BD6B-FC55-A6B7-795CED6908FE}"/>
              </a:ext>
            </a:extLst>
          </p:cNvPr>
          <p:cNvGrpSpPr/>
          <p:nvPr/>
        </p:nvGrpSpPr>
        <p:grpSpPr>
          <a:xfrm>
            <a:off x="8127013" y="359681"/>
            <a:ext cx="789305" cy="630555"/>
            <a:chOff x="4824559" y="426612"/>
            <a:chExt cx="789305" cy="630555"/>
          </a:xfrm>
        </p:grpSpPr>
        <p:pic>
          <p:nvPicPr>
            <p:cNvPr id="3" name="object 76">
              <a:extLst>
                <a:ext uri="{FF2B5EF4-FFF2-40B4-BE49-F238E27FC236}">
                  <a16:creationId xmlns:a16="http://schemas.microsoft.com/office/drawing/2014/main" id="{A016414A-B18D-7C29-6FDB-E7781A0C2F50}"/>
                </a:ext>
              </a:extLst>
            </p:cNvPr>
            <p:cNvPicPr/>
            <p:nvPr/>
          </p:nvPicPr>
          <p:blipFill>
            <a:blip r:embed="rId3" cstate="print"/>
            <a:stretch>
              <a:fillRect/>
            </a:stretch>
          </p:blipFill>
          <p:spPr>
            <a:xfrm>
              <a:off x="4824559" y="772063"/>
              <a:ext cx="767395" cy="284585"/>
            </a:xfrm>
            <a:prstGeom prst="rect">
              <a:avLst/>
            </a:prstGeom>
          </p:spPr>
        </p:pic>
        <p:pic>
          <p:nvPicPr>
            <p:cNvPr id="6" name="object 77">
              <a:extLst>
                <a:ext uri="{FF2B5EF4-FFF2-40B4-BE49-F238E27FC236}">
                  <a16:creationId xmlns:a16="http://schemas.microsoft.com/office/drawing/2014/main" id="{78F30463-2572-AD14-0EEC-608547C03A09}"/>
                </a:ext>
              </a:extLst>
            </p:cNvPr>
            <p:cNvPicPr/>
            <p:nvPr/>
          </p:nvPicPr>
          <p:blipFill>
            <a:blip r:embed="rId4" cstate="print"/>
            <a:stretch>
              <a:fillRect/>
            </a:stretch>
          </p:blipFill>
          <p:spPr>
            <a:xfrm>
              <a:off x="4833607" y="721068"/>
              <a:ext cx="767395" cy="185063"/>
            </a:xfrm>
            <a:prstGeom prst="rect">
              <a:avLst/>
            </a:prstGeom>
          </p:spPr>
        </p:pic>
        <p:pic>
          <p:nvPicPr>
            <p:cNvPr id="9" name="object 78">
              <a:extLst>
                <a:ext uri="{FF2B5EF4-FFF2-40B4-BE49-F238E27FC236}">
                  <a16:creationId xmlns:a16="http://schemas.microsoft.com/office/drawing/2014/main" id="{CAC8A23E-713D-7630-D1F3-0A8CD617E2CC}"/>
                </a:ext>
              </a:extLst>
            </p:cNvPr>
            <p:cNvPicPr/>
            <p:nvPr/>
          </p:nvPicPr>
          <p:blipFill>
            <a:blip r:embed="rId3" cstate="print"/>
            <a:stretch>
              <a:fillRect/>
            </a:stretch>
          </p:blipFill>
          <p:spPr>
            <a:xfrm>
              <a:off x="4836897" y="477607"/>
              <a:ext cx="767395" cy="285408"/>
            </a:xfrm>
            <a:prstGeom prst="rect">
              <a:avLst/>
            </a:prstGeom>
          </p:spPr>
        </p:pic>
        <p:pic>
          <p:nvPicPr>
            <p:cNvPr id="10" name="object 79">
              <a:extLst>
                <a:ext uri="{FF2B5EF4-FFF2-40B4-BE49-F238E27FC236}">
                  <a16:creationId xmlns:a16="http://schemas.microsoft.com/office/drawing/2014/main" id="{D2DA608A-E451-6FE2-1515-D073F4366954}"/>
                </a:ext>
              </a:extLst>
            </p:cNvPr>
            <p:cNvPicPr/>
            <p:nvPr/>
          </p:nvPicPr>
          <p:blipFill>
            <a:blip r:embed="rId4" cstate="print"/>
            <a:stretch>
              <a:fillRect/>
            </a:stretch>
          </p:blipFill>
          <p:spPr>
            <a:xfrm>
              <a:off x="4845944" y="426612"/>
              <a:ext cx="767395" cy="185063"/>
            </a:xfrm>
            <a:prstGeom prst="rect">
              <a:avLst/>
            </a:prstGeom>
          </p:spPr>
        </p:pic>
      </p:grpSp>
      <p:sp>
        <p:nvSpPr>
          <p:cNvPr id="11" name="Rettangolo 10">
            <a:extLst>
              <a:ext uri="{FF2B5EF4-FFF2-40B4-BE49-F238E27FC236}">
                <a16:creationId xmlns:a16="http://schemas.microsoft.com/office/drawing/2014/main" id="{0CCF185F-C182-F211-5827-F065BB673002}"/>
              </a:ext>
            </a:extLst>
          </p:cNvPr>
          <p:cNvSpPr/>
          <p:nvPr/>
        </p:nvSpPr>
        <p:spPr>
          <a:xfrm>
            <a:off x="4087153" y="3518899"/>
            <a:ext cx="857193" cy="1321841"/>
          </a:xfrm>
          <a:prstGeom prst="rect">
            <a:avLst/>
          </a:prstGeom>
          <a:no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321841"/>
                      <a:gd name="connsiteX1" fmla="*/ 645672 w 1317698"/>
                      <a:gd name="connsiteY1" fmla="*/ 0 h 1321841"/>
                      <a:gd name="connsiteX2" fmla="*/ 1317698 w 1317698"/>
                      <a:gd name="connsiteY2" fmla="*/ 0 h 1321841"/>
                      <a:gd name="connsiteX3" fmla="*/ 1317698 w 1317698"/>
                      <a:gd name="connsiteY3" fmla="*/ 621265 h 1321841"/>
                      <a:gd name="connsiteX4" fmla="*/ 1317698 w 1317698"/>
                      <a:gd name="connsiteY4" fmla="*/ 1321841 h 1321841"/>
                      <a:gd name="connsiteX5" fmla="*/ 698380 w 1317698"/>
                      <a:gd name="connsiteY5" fmla="*/ 1321841 h 1321841"/>
                      <a:gd name="connsiteX6" fmla="*/ 0 w 1317698"/>
                      <a:gd name="connsiteY6" fmla="*/ 1321841 h 1321841"/>
                      <a:gd name="connsiteX7" fmla="*/ 0 w 1317698"/>
                      <a:gd name="connsiteY7" fmla="*/ 674139 h 1321841"/>
                      <a:gd name="connsiteX8" fmla="*/ 0 w 1317698"/>
                      <a:gd name="connsiteY8" fmla="*/ 0 h 132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7698" h="1321841" extrusionOk="0">
                        <a:moveTo>
                          <a:pt x="0" y="0"/>
                        </a:moveTo>
                        <a:cubicBezTo>
                          <a:pt x="289659" y="23232"/>
                          <a:pt x="400586" y="30370"/>
                          <a:pt x="645672" y="0"/>
                        </a:cubicBezTo>
                        <a:cubicBezTo>
                          <a:pt x="890758" y="-30370"/>
                          <a:pt x="1023421" y="27975"/>
                          <a:pt x="1317698" y="0"/>
                        </a:cubicBezTo>
                        <a:cubicBezTo>
                          <a:pt x="1290347" y="308686"/>
                          <a:pt x="1339201" y="475652"/>
                          <a:pt x="1317698" y="621265"/>
                        </a:cubicBezTo>
                        <a:cubicBezTo>
                          <a:pt x="1296195" y="766879"/>
                          <a:pt x="1328974" y="996761"/>
                          <a:pt x="1317698" y="1321841"/>
                        </a:cubicBezTo>
                        <a:cubicBezTo>
                          <a:pt x="1144791" y="1309825"/>
                          <a:pt x="995771" y="1311151"/>
                          <a:pt x="698380" y="1321841"/>
                        </a:cubicBezTo>
                        <a:cubicBezTo>
                          <a:pt x="400989" y="1332531"/>
                          <a:pt x="263510" y="1313771"/>
                          <a:pt x="0" y="1321841"/>
                        </a:cubicBezTo>
                        <a:cubicBezTo>
                          <a:pt x="-11461" y="1117278"/>
                          <a:pt x="9511" y="974980"/>
                          <a:pt x="0" y="674139"/>
                        </a:cubicBezTo>
                        <a:cubicBezTo>
                          <a:pt x="-9511" y="373298"/>
                          <a:pt x="-25571" y="20760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13" name="Rettangolo 12">
            <a:extLst>
              <a:ext uri="{FF2B5EF4-FFF2-40B4-BE49-F238E27FC236}">
                <a16:creationId xmlns:a16="http://schemas.microsoft.com/office/drawing/2014/main" id="{1A1D152E-7CCC-1B39-0D07-F81FCB3814F6}"/>
              </a:ext>
            </a:extLst>
          </p:cNvPr>
          <p:cNvSpPr/>
          <p:nvPr/>
        </p:nvSpPr>
        <p:spPr>
          <a:xfrm>
            <a:off x="4087153" y="4638133"/>
            <a:ext cx="857193" cy="202607"/>
          </a:xfrm>
          <a:prstGeom prst="rect">
            <a:avLst/>
          </a:prstGeom>
          <a:no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52400"/>
                      <a:gd name="connsiteX1" fmla="*/ 645672 w 1317698"/>
                      <a:gd name="connsiteY1" fmla="*/ 0 h 152400"/>
                      <a:gd name="connsiteX2" fmla="*/ 1317698 w 1317698"/>
                      <a:gd name="connsiteY2" fmla="*/ 0 h 152400"/>
                      <a:gd name="connsiteX3" fmla="*/ 1317698 w 1317698"/>
                      <a:gd name="connsiteY3" fmla="*/ 152400 h 152400"/>
                      <a:gd name="connsiteX4" fmla="*/ 672026 w 1317698"/>
                      <a:gd name="connsiteY4" fmla="*/ 152400 h 152400"/>
                      <a:gd name="connsiteX5" fmla="*/ 0 w 1317698"/>
                      <a:gd name="connsiteY5" fmla="*/ 152400 h 152400"/>
                      <a:gd name="connsiteX6" fmla="*/ 0 w 1317698"/>
                      <a:gd name="connsiteY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7698" h="152400" extrusionOk="0">
                        <a:moveTo>
                          <a:pt x="0" y="0"/>
                        </a:moveTo>
                        <a:cubicBezTo>
                          <a:pt x="289659" y="23232"/>
                          <a:pt x="400586" y="30370"/>
                          <a:pt x="645672" y="0"/>
                        </a:cubicBezTo>
                        <a:cubicBezTo>
                          <a:pt x="890758" y="-30370"/>
                          <a:pt x="1023421" y="27975"/>
                          <a:pt x="1317698" y="0"/>
                        </a:cubicBezTo>
                        <a:cubicBezTo>
                          <a:pt x="1318447" y="72763"/>
                          <a:pt x="1311876" y="89431"/>
                          <a:pt x="1317698" y="152400"/>
                        </a:cubicBezTo>
                        <a:cubicBezTo>
                          <a:pt x="1154639" y="136777"/>
                          <a:pt x="933788" y="124882"/>
                          <a:pt x="672026" y="152400"/>
                        </a:cubicBezTo>
                        <a:cubicBezTo>
                          <a:pt x="410264" y="179918"/>
                          <a:pt x="212123" y="133846"/>
                          <a:pt x="0" y="152400"/>
                        </a:cubicBezTo>
                        <a:cubicBezTo>
                          <a:pt x="-6191" y="87311"/>
                          <a:pt x="-4113" y="6930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23" name="CasellaDiTesto 22">
            <a:extLst>
              <a:ext uri="{FF2B5EF4-FFF2-40B4-BE49-F238E27FC236}">
                <a16:creationId xmlns:a16="http://schemas.microsoft.com/office/drawing/2014/main" id="{0F390833-1075-3D70-9CBB-D4E56782966E}"/>
              </a:ext>
            </a:extLst>
          </p:cNvPr>
          <p:cNvSpPr txBox="1"/>
          <p:nvPr/>
        </p:nvSpPr>
        <p:spPr>
          <a:xfrm>
            <a:off x="3591150" y="4572377"/>
            <a:ext cx="434734" cy="261610"/>
          </a:xfrm>
          <a:prstGeom prst="rect">
            <a:avLst/>
          </a:prstGeom>
          <a:noFill/>
        </p:spPr>
        <p:txBody>
          <a:bodyPr wrap="none" rtlCol="0">
            <a:spAutoFit/>
          </a:bodyPr>
          <a:lstStyle/>
          <a:p>
            <a:r>
              <a:rPr lang="it-IT" sz="1100" b="1" dirty="0">
                <a:solidFill>
                  <a:srgbClr val="795548"/>
                </a:solidFill>
              </a:rPr>
              <a:t>ESP</a:t>
            </a:r>
          </a:p>
        </p:txBody>
      </p:sp>
      <p:cxnSp>
        <p:nvCxnSpPr>
          <p:cNvPr id="24" name="Connettore diritto 23">
            <a:extLst>
              <a:ext uri="{FF2B5EF4-FFF2-40B4-BE49-F238E27FC236}">
                <a16:creationId xmlns:a16="http://schemas.microsoft.com/office/drawing/2014/main" id="{A9770DEC-7F2C-06A2-89CB-BFA101FA023C}"/>
              </a:ext>
            </a:extLst>
          </p:cNvPr>
          <p:cNvCxnSpPr>
            <a:cxnSpLocks/>
          </p:cNvCxnSpPr>
          <p:nvPr/>
        </p:nvCxnSpPr>
        <p:spPr>
          <a:xfrm>
            <a:off x="3598339" y="4801801"/>
            <a:ext cx="488814" cy="0"/>
          </a:xfrm>
          <a:prstGeom prst="line">
            <a:avLst/>
          </a:prstGeom>
          <a:ln w="28575" cap="rnd">
            <a:solidFill>
              <a:srgbClr val="F2AA84"/>
            </a:solidFill>
            <a:tailEnd type="triangle"/>
          </a:ln>
        </p:spPr>
        <p:style>
          <a:lnRef idx="2">
            <a:schemeClr val="accent1"/>
          </a:lnRef>
          <a:fillRef idx="0">
            <a:schemeClr val="accent1"/>
          </a:fillRef>
          <a:effectRef idx="1">
            <a:schemeClr val="accent1"/>
          </a:effectRef>
          <a:fontRef idx="minor">
            <a:schemeClr val="tx1"/>
          </a:fontRef>
        </p:style>
      </p:cxnSp>
      <p:sp>
        <p:nvSpPr>
          <p:cNvPr id="26" name="CasellaDiTesto 25">
            <a:extLst>
              <a:ext uri="{FF2B5EF4-FFF2-40B4-BE49-F238E27FC236}">
                <a16:creationId xmlns:a16="http://schemas.microsoft.com/office/drawing/2014/main" id="{8757D99B-ED36-456B-D814-3FCCBB3697ED}"/>
              </a:ext>
            </a:extLst>
          </p:cNvPr>
          <p:cNvSpPr txBox="1"/>
          <p:nvPr/>
        </p:nvSpPr>
        <p:spPr>
          <a:xfrm>
            <a:off x="4130280" y="4617485"/>
            <a:ext cx="763351" cy="261610"/>
          </a:xfrm>
          <a:prstGeom prst="rect">
            <a:avLst/>
          </a:prstGeom>
          <a:noFill/>
        </p:spPr>
        <p:txBody>
          <a:bodyPr wrap="none" rtlCol="0">
            <a:spAutoFit/>
          </a:bodyPr>
          <a:lstStyle/>
          <a:p>
            <a:r>
              <a:rPr lang="it-IT" sz="1100" b="1" dirty="0">
                <a:solidFill>
                  <a:srgbClr val="795548"/>
                </a:solidFill>
              </a:rPr>
              <a:t>call (</a:t>
            </a:r>
            <a:r>
              <a:rPr lang="it-IT" sz="1100" b="1" dirty="0" err="1">
                <a:solidFill>
                  <a:srgbClr val="795548"/>
                </a:solidFill>
              </a:rPr>
              <a:t>eax</a:t>
            </a:r>
            <a:r>
              <a:rPr lang="it-IT" sz="1100" b="1" dirty="0">
                <a:solidFill>
                  <a:srgbClr val="795548"/>
                </a:solidFill>
              </a:rPr>
              <a:t>)</a:t>
            </a:r>
          </a:p>
        </p:txBody>
      </p:sp>
      <p:sp>
        <p:nvSpPr>
          <p:cNvPr id="27" name="Rettangolo 26">
            <a:extLst>
              <a:ext uri="{FF2B5EF4-FFF2-40B4-BE49-F238E27FC236}">
                <a16:creationId xmlns:a16="http://schemas.microsoft.com/office/drawing/2014/main" id="{B0DC7941-1E4C-F52B-E31D-E2A2562B97D9}"/>
              </a:ext>
            </a:extLst>
          </p:cNvPr>
          <p:cNvSpPr/>
          <p:nvPr/>
        </p:nvSpPr>
        <p:spPr>
          <a:xfrm>
            <a:off x="6423897" y="3529273"/>
            <a:ext cx="857193" cy="1321841"/>
          </a:xfrm>
          <a:prstGeom prst="rect">
            <a:avLst/>
          </a:prstGeom>
          <a:no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321841"/>
                      <a:gd name="connsiteX1" fmla="*/ 645672 w 1317698"/>
                      <a:gd name="connsiteY1" fmla="*/ 0 h 1321841"/>
                      <a:gd name="connsiteX2" fmla="*/ 1317698 w 1317698"/>
                      <a:gd name="connsiteY2" fmla="*/ 0 h 1321841"/>
                      <a:gd name="connsiteX3" fmla="*/ 1317698 w 1317698"/>
                      <a:gd name="connsiteY3" fmla="*/ 621265 h 1321841"/>
                      <a:gd name="connsiteX4" fmla="*/ 1317698 w 1317698"/>
                      <a:gd name="connsiteY4" fmla="*/ 1321841 h 1321841"/>
                      <a:gd name="connsiteX5" fmla="*/ 698380 w 1317698"/>
                      <a:gd name="connsiteY5" fmla="*/ 1321841 h 1321841"/>
                      <a:gd name="connsiteX6" fmla="*/ 0 w 1317698"/>
                      <a:gd name="connsiteY6" fmla="*/ 1321841 h 1321841"/>
                      <a:gd name="connsiteX7" fmla="*/ 0 w 1317698"/>
                      <a:gd name="connsiteY7" fmla="*/ 674139 h 1321841"/>
                      <a:gd name="connsiteX8" fmla="*/ 0 w 1317698"/>
                      <a:gd name="connsiteY8" fmla="*/ 0 h 132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7698" h="1321841" extrusionOk="0">
                        <a:moveTo>
                          <a:pt x="0" y="0"/>
                        </a:moveTo>
                        <a:cubicBezTo>
                          <a:pt x="289659" y="23232"/>
                          <a:pt x="400586" y="30370"/>
                          <a:pt x="645672" y="0"/>
                        </a:cubicBezTo>
                        <a:cubicBezTo>
                          <a:pt x="890758" y="-30370"/>
                          <a:pt x="1023421" y="27975"/>
                          <a:pt x="1317698" y="0"/>
                        </a:cubicBezTo>
                        <a:cubicBezTo>
                          <a:pt x="1290347" y="308686"/>
                          <a:pt x="1339201" y="475652"/>
                          <a:pt x="1317698" y="621265"/>
                        </a:cubicBezTo>
                        <a:cubicBezTo>
                          <a:pt x="1296195" y="766879"/>
                          <a:pt x="1328974" y="996761"/>
                          <a:pt x="1317698" y="1321841"/>
                        </a:cubicBezTo>
                        <a:cubicBezTo>
                          <a:pt x="1144791" y="1309825"/>
                          <a:pt x="995771" y="1311151"/>
                          <a:pt x="698380" y="1321841"/>
                        </a:cubicBezTo>
                        <a:cubicBezTo>
                          <a:pt x="400989" y="1332531"/>
                          <a:pt x="263510" y="1313771"/>
                          <a:pt x="0" y="1321841"/>
                        </a:cubicBezTo>
                        <a:cubicBezTo>
                          <a:pt x="-11461" y="1117278"/>
                          <a:pt x="9511" y="974980"/>
                          <a:pt x="0" y="674139"/>
                        </a:cubicBezTo>
                        <a:cubicBezTo>
                          <a:pt x="-9511" y="373298"/>
                          <a:pt x="-25571" y="20760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38" name="CasellaDiTesto 37">
            <a:extLst>
              <a:ext uri="{FF2B5EF4-FFF2-40B4-BE49-F238E27FC236}">
                <a16:creationId xmlns:a16="http://schemas.microsoft.com/office/drawing/2014/main" id="{645F49F7-A08C-A610-D53A-F6CA843930FB}"/>
              </a:ext>
            </a:extLst>
          </p:cNvPr>
          <p:cNvSpPr txBox="1"/>
          <p:nvPr/>
        </p:nvSpPr>
        <p:spPr>
          <a:xfrm>
            <a:off x="5923320" y="4308350"/>
            <a:ext cx="434734" cy="261610"/>
          </a:xfrm>
          <a:prstGeom prst="rect">
            <a:avLst/>
          </a:prstGeom>
          <a:noFill/>
        </p:spPr>
        <p:txBody>
          <a:bodyPr wrap="none" rtlCol="0">
            <a:spAutoFit/>
          </a:bodyPr>
          <a:lstStyle/>
          <a:p>
            <a:r>
              <a:rPr lang="it-IT" sz="1100" b="1" dirty="0">
                <a:solidFill>
                  <a:srgbClr val="795548"/>
                </a:solidFill>
              </a:rPr>
              <a:t>ESP</a:t>
            </a:r>
          </a:p>
        </p:txBody>
      </p:sp>
      <p:cxnSp>
        <p:nvCxnSpPr>
          <p:cNvPr id="40" name="Connettore diritto 39">
            <a:extLst>
              <a:ext uri="{FF2B5EF4-FFF2-40B4-BE49-F238E27FC236}">
                <a16:creationId xmlns:a16="http://schemas.microsoft.com/office/drawing/2014/main" id="{669EB149-A719-A424-2D01-2BD8B9EE1E47}"/>
              </a:ext>
            </a:extLst>
          </p:cNvPr>
          <p:cNvCxnSpPr>
            <a:cxnSpLocks/>
          </p:cNvCxnSpPr>
          <p:nvPr/>
        </p:nvCxnSpPr>
        <p:spPr>
          <a:xfrm>
            <a:off x="5930509" y="4537774"/>
            <a:ext cx="488814" cy="0"/>
          </a:xfrm>
          <a:prstGeom prst="line">
            <a:avLst/>
          </a:prstGeom>
          <a:ln w="28575" cap="rnd">
            <a:solidFill>
              <a:srgbClr val="F2AA84"/>
            </a:solidFill>
            <a:tailEnd type="triangle"/>
          </a:ln>
        </p:spPr>
        <p:style>
          <a:lnRef idx="2">
            <a:schemeClr val="accent1"/>
          </a:lnRef>
          <a:fillRef idx="0">
            <a:schemeClr val="accent1"/>
          </a:fillRef>
          <a:effectRef idx="1">
            <a:schemeClr val="accent1"/>
          </a:effectRef>
          <a:fontRef idx="minor">
            <a:schemeClr val="tx1"/>
          </a:fontRef>
        </p:style>
      </p:cxnSp>
      <p:sp>
        <p:nvSpPr>
          <p:cNvPr id="49" name="Arco 48">
            <a:extLst>
              <a:ext uri="{FF2B5EF4-FFF2-40B4-BE49-F238E27FC236}">
                <a16:creationId xmlns:a16="http://schemas.microsoft.com/office/drawing/2014/main" id="{911F5061-6A8B-C453-37C4-4BFD34831A78}"/>
              </a:ext>
            </a:extLst>
          </p:cNvPr>
          <p:cNvSpPr/>
          <p:nvPr/>
        </p:nvSpPr>
        <p:spPr>
          <a:xfrm rot="1027373" flipH="1">
            <a:off x="4768320" y="3807542"/>
            <a:ext cx="1675599" cy="1521504"/>
          </a:xfrm>
          <a:prstGeom prst="arc">
            <a:avLst>
              <a:gd name="adj1" fmla="val 14938680"/>
              <a:gd name="adj2" fmla="val 19637418"/>
            </a:avLst>
          </a:prstGeom>
          <a:noFill/>
          <a:ln w="28575">
            <a:gradFill>
              <a:gsLst>
                <a:gs pos="35000">
                  <a:srgbClr val="F2AA84">
                    <a:alpha val="20000"/>
                  </a:srgbClr>
                </a:gs>
                <a:gs pos="5000">
                  <a:srgbClr val="F2AA84"/>
                </a:gs>
              </a:gsLst>
              <a:lin ang="5400000" scaled="1"/>
            </a:gra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50" name="Rettangolo 49">
            <a:extLst>
              <a:ext uri="{FF2B5EF4-FFF2-40B4-BE49-F238E27FC236}">
                <a16:creationId xmlns:a16="http://schemas.microsoft.com/office/drawing/2014/main" id="{C49172F7-3018-744E-A54E-364A8EDA8F79}"/>
              </a:ext>
            </a:extLst>
          </p:cNvPr>
          <p:cNvSpPr/>
          <p:nvPr/>
        </p:nvSpPr>
        <p:spPr>
          <a:xfrm>
            <a:off x="6423513" y="4648118"/>
            <a:ext cx="857193" cy="202607"/>
          </a:xfrm>
          <a:prstGeom prst="rect">
            <a:avLst/>
          </a:prstGeom>
          <a:no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52400"/>
                      <a:gd name="connsiteX1" fmla="*/ 645672 w 1317698"/>
                      <a:gd name="connsiteY1" fmla="*/ 0 h 152400"/>
                      <a:gd name="connsiteX2" fmla="*/ 1317698 w 1317698"/>
                      <a:gd name="connsiteY2" fmla="*/ 0 h 152400"/>
                      <a:gd name="connsiteX3" fmla="*/ 1317698 w 1317698"/>
                      <a:gd name="connsiteY3" fmla="*/ 152400 h 152400"/>
                      <a:gd name="connsiteX4" fmla="*/ 672026 w 1317698"/>
                      <a:gd name="connsiteY4" fmla="*/ 152400 h 152400"/>
                      <a:gd name="connsiteX5" fmla="*/ 0 w 1317698"/>
                      <a:gd name="connsiteY5" fmla="*/ 152400 h 152400"/>
                      <a:gd name="connsiteX6" fmla="*/ 0 w 1317698"/>
                      <a:gd name="connsiteY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7698" h="152400" extrusionOk="0">
                        <a:moveTo>
                          <a:pt x="0" y="0"/>
                        </a:moveTo>
                        <a:cubicBezTo>
                          <a:pt x="289659" y="23232"/>
                          <a:pt x="400586" y="30370"/>
                          <a:pt x="645672" y="0"/>
                        </a:cubicBezTo>
                        <a:cubicBezTo>
                          <a:pt x="890758" y="-30370"/>
                          <a:pt x="1023421" y="27975"/>
                          <a:pt x="1317698" y="0"/>
                        </a:cubicBezTo>
                        <a:cubicBezTo>
                          <a:pt x="1318447" y="72763"/>
                          <a:pt x="1311876" y="89431"/>
                          <a:pt x="1317698" y="152400"/>
                        </a:cubicBezTo>
                        <a:cubicBezTo>
                          <a:pt x="1154639" y="136777"/>
                          <a:pt x="933788" y="124882"/>
                          <a:pt x="672026" y="152400"/>
                        </a:cubicBezTo>
                        <a:cubicBezTo>
                          <a:pt x="410264" y="179918"/>
                          <a:pt x="212123" y="133846"/>
                          <a:pt x="0" y="152400"/>
                        </a:cubicBezTo>
                        <a:cubicBezTo>
                          <a:pt x="-6191" y="87311"/>
                          <a:pt x="-4113" y="6930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52" name="CasellaDiTesto 51">
            <a:extLst>
              <a:ext uri="{FF2B5EF4-FFF2-40B4-BE49-F238E27FC236}">
                <a16:creationId xmlns:a16="http://schemas.microsoft.com/office/drawing/2014/main" id="{DED14BEC-C816-E569-9ABC-11674C1FA54B}"/>
              </a:ext>
            </a:extLst>
          </p:cNvPr>
          <p:cNvSpPr txBox="1"/>
          <p:nvPr/>
        </p:nvSpPr>
        <p:spPr>
          <a:xfrm>
            <a:off x="6466640" y="4621031"/>
            <a:ext cx="763351" cy="261610"/>
          </a:xfrm>
          <a:prstGeom prst="rect">
            <a:avLst/>
          </a:prstGeom>
          <a:noFill/>
        </p:spPr>
        <p:txBody>
          <a:bodyPr wrap="none" rtlCol="0">
            <a:spAutoFit/>
          </a:bodyPr>
          <a:lstStyle/>
          <a:p>
            <a:r>
              <a:rPr lang="it-IT" sz="1100" b="1" dirty="0">
                <a:solidFill>
                  <a:srgbClr val="795548"/>
                </a:solidFill>
              </a:rPr>
              <a:t>call (</a:t>
            </a:r>
            <a:r>
              <a:rPr lang="it-IT" sz="1100" b="1" dirty="0" err="1">
                <a:solidFill>
                  <a:srgbClr val="795548"/>
                </a:solidFill>
              </a:rPr>
              <a:t>eax</a:t>
            </a:r>
            <a:r>
              <a:rPr lang="it-IT" sz="1100" b="1" dirty="0">
                <a:solidFill>
                  <a:srgbClr val="795548"/>
                </a:solidFill>
              </a:rPr>
              <a:t>)</a:t>
            </a:r>
          </a:p>
        </p:txBody>
      </p:sp>
      <p:sp>
        <p:nvSpPr>
          <p:cNvPr id="449" name="Rettangolo 448">
            <a:extLst>
              <a:ext uri="{FF2B5EF4-FFF2-40B4-BE49-F238E27FC236}">
                <a16:creationId xmlns:a16="http://schemas.microsoft.com/office/drawing/2014/main" id="{328C2B64-D6D8-A22C-6095-94690B57BC95}"/>
              </a:ext>
            </a:extLst>
          </p:cNvPr>
          <p:cNvSpPr/>
          <p:nvPr/>
        </p:nvSpPr>
        <p:spPr>
          <a:xfrm>
            <a:off x="6443013" y="4427641"/>
            <a:ext cx="819302" cy="202607"/>
          </a:xfrm>
          <a:prstGeom prst="rect">
            <a:avLst/>
          </a:prstGeom>
          <a:noFill/>
          <a:ln w="19050" cap="rnd">
            <a:solidFill>
              <a:srgbClr val="AB9488"/>
            </a:solidFill>
            <a:bevel/>
            <a:extLst>
              <a:ext uri="{C807C97D-BFC1-408E-A445-0C87EB9F89A2}">
                <ask:lineSketchStyleProps xmlns:ask="http://schemas.microsoft.com/office/drawing/2018/sketchyshapes" sd="1403337985">
                  <a:custGeom>
                    <a:avLst/>
                    <a:gdLst>
                      <a:gd name="connsiteX0" fmla="*/ 0 w 1317698"/>
                      <a:gd name="connsiteY0" fmla="*/ 0 h 152400"/>
                      <a:gd name="connsiteX1" fmla="*/ 645672 w 1317698"/>
                      <a:gd name="connsiteY1" fmla="*/ 0 h 152400"/>
                      <a:gd name="connsiteX2" fmla="*/ 1317698 w 1317698"/>
                      <a:gd name="connsiteY2" fmla="*/ 0 h 152400"/>
                      <a:gd name="connsiteX3" fmla="*/ 1317698 w 1317698"/>
                      <a:gd name="connsiteY3" fmla="*/ 152400 h 152400"/>
                      <a:gd name="connsiteX4" fmla="*/ 672026 w 1317698"/>
                      <a:gd name="connsiteY4" fmla="*/ 152400 h 152400"/>
                      <a:gd name="connsiteX5" fmla="*/ 0 w 1317698"/>
                      <a:gd name="connsiteY5" fmla="*/ 152400 h 152400"/>
                      <a:gd name="connsiteX6" fmla="*/ 0 w 1317698"/>
                      <a:gd name="connsiteY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7698" h="152400" extrusionOk="0">
                        <a:moveTo>
                          <a:pt x="0" y="0"/>
                        </a:moveTo>
                        <a:cubicBezTo>
                          <a:pt x="289659" y="23232"/>
                          <a:pt x="400586" y="30370"/>
                          <a:pt x="645672" y="0"/>
                        </a:cubicBezTo>
                        <a:cubicBezTo>
                          <a:pt x="890758" y="-30370"/>
                          <a:pt x="1023421" y="27975"/>
                          <a:pt x="1317698" y="0"/>
                        </a:cubicBezTo>
                        <a:cubicBezTo>
                          <a:pt x="1318447" y="72763"/>
                          <a:pt x="1311876" y="89431"/>
                          <a:pt x="1317698" y="152400"/>
                        </a:cubicBezTo>
                        <a:cubicBezTo>
                          <a:pt x="1154639" y="136777"/>
                          <a:pt x="933788" y="124882"/>
                          <a:pt x="672026" y="152400"/>
                        </a:cubicBezTo>
                        <a:cubicBezTo>
                          <a:pt x="410264" y="179918"/>
                          <a:pt x="212123" y="133846"/>
                          <a:pt x="0" y="152400"/>
                        </a:cubicBezTo>
                        <a:cubicBezTo>
                          <a:pt x="-6191" y="87311"/>
                          <a:pt x="-4113" y="6930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450" name="CasellaDiTesto 449">
            <a:extLst>
              <a:ext uri="{FF2B5EF4-FFF2-40B4-BE49-F238E27FC236}">
                <a16:creationId xmlns:a16="http://schemas.microsoft.com/office/drawing/2014/main" id="{97C2C520-52BE-5BD1-9C20-7266F484F82A}"/>
              </a:ext>
            </a:extLst>
          </p:cNvPr>
          <p:cNvSpPr txBox="1"/>
          <p:nvPr/>
        </p:nvSpPr>
        <p:spPr>
          <a:xfrm>
            <a:off x="219772" y="5034298"/>
            <a:ext cx="3307916" cy="523220"/>
          </a:xfrm>
          <a:prstGeom prst="rect">
            <a:avLst/>
          </a:prstGeom>
          <a:noFill/>
        </p:spPr>
        <p:txBody>
          <a:bodyPr wrap="square">
            <a:spAutoFit/>
          </a:bodyPr>
          <a:lstStyle/>
          <a:p>
            <a:r>
              <a:rPr lang="it-IT" sz="1400" dirty="0"/>
              <a:t>5. Il nuovo valore viene caricato in ESP e nel MAR per la fase di scrittura</a:t>
            </a:r>
          </a:p>
        </p:txBody>
      </p:sp>
      <p:sp>
        <p:nvSpPr>
          <p:cNvPr id="451" name="CasellaDiTesto 450">
            <a:extLst>
              <a:ext uri="{FF2B5EF4-FFF2-40B4-BE49-F238E27FC236}">
                <a16:creationId xmlns:a16="http://schemas.microsoft.com/office/drawing/2014/main" id="{A27C652E-7FC7-E7F3-E492-CC277FBC4FC4}"/>
              </a:ext>
            </a:extLst>
          </p:cNvPr>
          <p:cNvSpPr txBox="1"/>
          <p:nvPr/>
        </p:nvSpPr>
        <p:spPr>
          <a:xfrm>
            <a:off x="219772" y="5535245"/>
            <a:ext cx="3262520" cy="1169551"/>
          </a:xfrm>
          <a:prstGeom prst="rect">
            <a:avLst/>
          </a:prstGeom>
          <a:noFill/>
        </p:spPr>
        <p:txBody>
          <a:bodyPr wrap="square">
            <a:spAutoFit/>
          </a:bodyPr>
          <a:lstStyle/>
          <a:p>
            <a:r>
              <a:rPr lang="it-IT" sz="1400" dirty="0"/>
              <a:t>6.Il PC passa nel registro dei dati MDR e viene eseguita l'operazione di scrittura, salvando in memoria (nella cima dello </a:t>
            </a:r>
            <a:r>
              <a:rPr lang="it-IT" sz="1400" dirty="0" err="1"/>
              <a:t>Stack</a:t>
            </a:r>
            <a:r>
              <a:rPr lang="it-IT" sz="1400" dirty="0"/>
              <a:t>) l'indirizzo attuale di PC.</a:t>
            </a:r>
          </a:p>
        </p:txBody>
      </p:sp>
      <p:sp>
        <p:nvSpPr>
          <p:cNvPr id="464" name="Rettangolo con angoli arrotondati 463">
            <a:extLst>
              <a:ext uri="{FF2B5EF4-FFF2-40B4-BE49-F238E27FC236}">
                <a16:creationId xmlns:a16="http://schemas.microsoft.com/office/drawing/2014/main" id="{788C0648-A530-2312-F4EE-CD2BB57911C0}"/>
              </a:ext>
            </a:extLst>
          </p:cNvPr>
          <p:cNvSpPr/>
          <p:nvPr/>
        </p:nvSpPr>
        <p:spPr>
          <a:xfrm>
            <a:off x="4052870" y="5043104"/>
            <a:ext cx="1286370" cy="256160"/>
          </a:xfrm>
          <a:prstGeom prst="roundRect">
            <a:avLst>
              <a:gd name="adj" fmla="val 23138"/>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800" dirty="0"/>
          </a:p>
        </p:txBody>
      </p:sp>
      <p:sp>
        <p:nvSpPr>
          <p:cNvPr id="467" name="CasellaDiTesto 466">
            <a:extLst>
              <a:ext uri="{FF2B5EF4-FFF2-40B4-BE49-F238E27FC236}">
                <a16:creationId xmlns:a16="http://schemas.microsoft.com/office/drawing/2014/main" id="{2FFDA5A9-618A-0EAF-1089-B6EC463F9396}"/>
              </a:ext>
            </a:extLst>
          </p:cNvPr>
          <p:cNvSpPr txBox="1"/>
          <p:nvPr/>
        </p:nvSpPr>
        <p:spPr>
          <a:xfrm>
            <a:off x="4016410" y="5044839"/>
            <a:ext cx="1364674" cy="261610"/>
          </a:xfrm>
          <a:prstGeom prst="rect">
            <a:avLst/>
          </a:prstGeom>
          <a:noFill/>
        </p:spPr>
        <p:txBody>
          <a:bodyPr wrap="square" rtlCol="0">
            <a:spAutoFit/>
          </a:bodyPr>
          <a:lstStyle/>
          <a:p>
            <a:pPr algn="ctr"/>
            <a:r>
              <a:rPr lang="it-IT" sz="1100" b="1" dirty="0">
                <a:solidFill>
                  <a:schemeClr val="bg1"/>
                </a:solidFill>
              </a:rPr>
              <a:t>scrittura dato</a:t>
            </a:r>
          </a:p>
        </p:txBody>
      </p:sp>
      <p:sp>
        <p:nvSpPr>
          <p:cNvPr id="468" name="CasellaDiTesto 467">
            <a:extLst>
              <a:ext uri="{FF2B5EF4-FFF2-40B4-BE49-F238E27FC236}">
                <a16:creationId xmlns:a16="http://schemas.microsoft.com/office/drawing/2014/main" id="{F55D458D-ECD3-09F4-93D0-9F1365A48C99}"/>
              </a:ext>
            </a:extLst>
          </p:cNvPr>
          <p:cNvSpPr txBox="1"/>
          <p:nvPr/>
        </p:nvSpPr>
        <p:spPr>
          <a:xfrm>
            <a:off x="3581657" y="5535245"/>
            <a:ext cx="478016" cy="261610"/>
          </a:xfrm>
          <a:prstGeom prst="rect">
            <a:avLst/>
          </a:prstGeom>
          <a:noFill/>
        </p:spPr>
        <p:txBody>
          <a:bodyPr wrap="square" rtlCol="0">
            <a:spAutoFit/>
          </a:bodyPr>
          <a:lstStyle/>
          <a:p>
            <a:r>
              <a:rPr lang="it-IT" sz="1100" b="1" dirty="0">
                <a:solidFill>
                  <a:srgbClr val="795548"/>
                </a:solidFill>
              </a:rPr>
              <a:t>MAR</a:t>
            </a:r>
          </a:p>
        </p:txBody>
      </p:sp>
      <p:cxnSp>
        <p:nvCxnSpPr>
          <p:cNvPr id="469" name="Connettore diritto 468">
            <a:extLst>
              <a:ext uri="{FF2B5EF4-FFF2-40B4-BE49-F238E27FC236}">
                <a16:creationId xmlns:a16="http://schemas.microsoft.com/office/drawing/2014/main" id="{75229BF1-0C9A-09B2-B740-C1800A8BD340}"/>
              </a:ext>
            </a:extLst>
          </p:cNvPr>
          <p:cNvCxnSpPr>
            <a:cxnSpLocks/>
          </p:cNvCxnSpPr>
          <p:nvPr/>
        </p:nvCxnSpPr>
        <p:spPr>
          <a:xfrm>
            <a:off x="3598339" y="5764310"/>
            <a:ext cx="658773" cy="0"/>
          </a:xfrm>
          <a:prstGeom prst="line">
            <a:avLst/>
          </a:prstGeom>
          <a:ln w="12700" cap="rnd">
            <a:solidFill>
              <a:srgbClr val="795548"/>
            </a:solidFill>
            <a:bevel/>
            <a:tailEnd type="none"/>
          </a:ln>
        </p:spPr>
        <p:style>
          <a:lnRef idx="2">
            <a:schemeClr val="accent1"/>
          </a:lnRef>
          <a:fillRef idx="0">
            <a:schemeClr val="accent1"/>
          </a:fillRef>
          <a:effectRef idx="1">
            <a:schemeClr val="accent1"/>
          </a:effectRef>
          <a:fontRef idx="minor">
            <a:schemeClr val="tx1"/>
          </a:fontRef>
        </p:style>
      </p:cxnSp>
      <p:sp>
        <p:nvSpPr>
          <p:cNvPr id="471" name="CasellaDiTesto 470">
            <a:extLst>
              <a:ext uri="{FF2B5EF4-FFF2-40B4-BE49-F238E27FC236}">
                <a16:creationId xmlns:a16="http://schemas.microsoft.com/office/drawing/2014/main" id="{C72FC1DA-1229-721B-AA46-5043FD4BD841}"/>
              </a:ext>
            </a:extLst>
          </p:cNvPr>
          <p:cNvSpPr txBox="1"/>
          <p:nvPr/>
        </p:nvSpPr>
        <p:spPr>
          <a:xfrm>
            <a:off x="3598339" y="6179660"/>
            <a:ext cx="489236" cy="261610"/>
          </a:xfrm>
          <a:prstGeom prst="rect">
            <a:avLst/>
          </a:prstGeom>
          <a:noFill/>
        </p:spPr>
        <p:txBody>
          <a:bodyPr wrap="square" rtlCol="0">
            <a:spAutoFit/>
          </a:bodyPr>
          <a:lstStyle/>
          <a:p>
            <a:r>
              <a:rPr lang="it-IT" sz="1100" b="1" dirty="0">
                <a:solidFill>
                  <a:srgbClr val="795548"/>
                </a:solidFill>
              </a:rPr>
              <a:t>MDR</a:t>
            </a:r>
          </a:p>
        </p:txBody>
      </p:sp>
      <p:cxnSp>
        <p:nvCxnSpPr>
          <p:cNvPr id="472" name="Connettore diritto 471">
            <a:extLst>
              <a:ext uri="{FF2B5EF4-FFF2-40B4-BE49-F238E27FC236}">
                <a16:creationId xmlns:a16="http://schemas.microsoft.com/office/drawing/2014/main" id="{390D7591-6AFF-6E84-8A5A-C25528ADF48D}"/>
              </a:ext>
            </a:extLst>
          </p:cNvPr>
          <p:cNvCxnSpPr>
            <a:cxnSpLocks/>
          </p:cNvCxnSpPr>
          <p:nvPr/>
        </p:nvCxnSpPr>
        <p:spPr>
          <a:xfrm>
            <a:off x="3615021" y="6408725"/>
            <a:ext cx="658773" cy="0"/>
          </a:xfrm>
          <a:prstGeom prst="line">
            <a:avLst/>
          </a:prstGeom>
          <a:ln w="12700" cap="rnd">
            <a:solidFill>
              <a:srgbClr val="795548"/>
            </a:solidFill>
            <a:bevel/>
            <a:tailEnd type="none"/>
          </a:ln>
        </p:spPr>
        <p:style>
          <a:lnRef idx="2">
            <a:schemeClr val="accent1"/>
          </a:lnRef>
          <a:fillRef idx="0">
            <a:schemeClr val="accent1"/>
          </a:fillRef>
          <a:effectRef idx="1">
            <a:schemeClr val="accent1"/>
          </a:effectRef>
          <a:fontRef idx="minor">
            <a:schemeClr val="tx1"/>
          </a:fontRef>
        </p:style>
      </p:cxnSp>
      <p:sp>
        <p:nvSpPr>
          <p:cNvPr id="452" name="object 192">
            <a:extLst>
              <a:ext uri="{FF2B5EF4-FFF2-40B4-BE49-F238E27FC236}">
                <a16:creationId xmlns:a16="http://schemas.microsoft.com/office/drawing/2014/main" id="{0C5021E6-6B44-9CE9-AF4F-B770C20C9CD9}"/>
              </a:ext>
            </a:extLst>
          </p:cNvPr>
          <p:cNvSpPr/>
          <p:nvPr/>
        </p:nvSpPr>
        <p:spPr>
          <a:xfrm>
            <a:off x="4225635" y="5384420"/>
            <a:ext cx="857193" cy="534353"/>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455" name="object 192">
            <a:extLst>
              <a:ext uri="{FF2B5EF4-FFF2-40B4-BE49-F238E27FC236}">
                <a16:creationId xmlns:a16="http://schemas.microsoft.com/office/drawing/2014/main" id="{CF66A0AD-8CB1-417E-5B73-A440105CE918}"/>
              </a:ext>
            </a:extLst>
          </p:cNvPr>
          <p:cNvSpPr/>
          <p:nvPr/>
        </p:nvSpPr>
        <p:spPr>
          <a:xfrm>
            <a:off x="4225635" y="6076461"/>
            <a:ext cx="857193" cy="534351"/>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2BBF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endParaRPr>
          </a:p>
        </p:txBody>
      </p:sp>
      <p:sp>
        <p:nvSpPr>
          <p:cNvPr id="456" name="CasellaDiTesto 455">
            <a:extLst>
              <a:ext uri="{FF2B5EF4-FFF2-40B4-BE49-F238E27FC236}">
                <a16:creationId xmlns:a16="http://schemas.microsoft.com/office/drawing/2014/main" id="{4AB5B69A-05B0-675A-736C-214462AABC06}"/>
              </a:ext>
            </a:extLst>
          </p:cNvPr>
          <p:cNvSpPr txBox="1"/>
          <p:nvPr/>
        </p:nvSpPr>
        <p:spPr>
          <a:xfrm>
            <a:off x="4358059" y="5383094"/>
            <a:ext cx="628698" cy="261610"/>
          </a:xfrm>
          <a:prstGeom prst="rect">
            <a:avLst/>
          </a:prstGeom>
          <a:noFill/>
        </p:spPr>
        <p:txBody>
          <a:bodyPr wrap="square" rtlCol="0">
            <a:spAutoFit/>
          </a:bodyPr>
          <a:lstStyle/>
          <a:p>
            <a:r>
              <a:rPr lang="it-IT" sz="1100" b="1" dirty="0">
                <a:solidFill>
                  <a:schemeClr val="bg1"/>
                </a:solidFill>
              </a:rPr>
              <a:t>DOVE?</a:t>
            </a:r>
          </a:p>
        </p:txBody>
      </p:sp>
      <p:sp>
        <p:nvSpPr>
          <p:cNvPr id="458" name="object 192">
            <a:extLst>
              <a:ext uri="{FF2B5EF4-FFF2-40B4-BE49-F238E27FC236}">
                <a16:creationId xmlns:a16="http://schemas.microsoft.com/office/drawing/2014/main" id="{C4E016A4-1C93-DDB1-5410-1E304BB72858}"/>
              </a:ext>
            </a:extLst>
          </p:cNvPr>
          <p:cNvSpPr/>
          <p:nvPr/>
        </p:nvSpPr>
        <p:spPr>
          <a:xfrm>
            <a:off x="4368047" y="5596985"/>
            <a:ext cx="608722" cy="282773"/>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AF6EF">
              <a:alpha val="76861"/>
            </a:srgbClr>
          </a:solidFill>
        </p:spPr>
        <p:txBody>
          <a:bodyPr wrap="square" lIns="0" tIns="0" rIns="0" bIns="0" rtlCol="0" anchor="b"/>
          <a:lstStyle/>
          <a:p>
            <a:endParaRPr sz="2000">
              <a:latin typeface="A Font 1" panose="02000503000000000000" pitchFamily="2" charset="0"/>
            </a:endParaRPr>
          </a:p>
        </p:txBody>
      </p:sp>
      <p:sp>
        <p:nvSpPr>
          <p:cNvPr id="459" name="object 192">
            <a:extLst>
              <a:ext uri="{FF2B5EF4-FFF2-40B4-BE49-F238E27FC236}">
                <a16:creationId xmlns:a16="http://schemas.microsoft.com/office/drawing/2014/main" id="{3432A8DC-5BA0-589C-38DF-B54E392ABD60}"/>
              </a:ext>
            </a:extLst>
          </p:cNvPr>
          <p:cNvSpPr/>
          <p:nvPr/>
        </p:nvSpPr>
        <p:spPr>
          <a:xfrm>
            <a:off x="4358059" y="6259681"/>
            <a:ext cx="608722" cy="282773"/>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AF6EF">
              <a:alpha val="76861"/>
            </a:srgbClr>
          </a:solidFill>
        </p:spPr>
        <p:txBody>
          <a:bodyPr wrap="square" lIns="0" tIns="0" rIns="0" bIns="0" rtlCol="0" anchor="b"/>
          <a:lstStyle/>
          <a:p>
            <a:endParaRPr sz="2000">
              <a:latin typeface="A Font 1" panose="02000503000000000000" pitchFamily="2" charset="0"/>
            </a:endParaRPr>
          </a:p>
        </p:txBody>
      </p:sp>
      <p:sp>
        <p:nvSpPr>
          <p:cNvPr id="460" name="CasellaDiTesto 459">
            <a:extLst>
              <a:ext uri="{FF2B5EF4-FFF2-40B4-BE49-F238E27FC236}">
                <a16:creationId xmlns:a16="http://schemas.microsoft.com/office/drawing/2014/main" id="{1C481DE1-9B12-7C5A-4BC6-430E2E1B13D4}"/>
              </a:ext>
            </a:extLst>
          </p:cNvPr>
          <p:cNvSpPr txBox="1"/>
          <p:nvPr/>
        </p:nvSpPr>
        <p:spPr>
          <a:xfrm>
            <a:off x="4336088" y="6058508"/>
            <a:ext cx="635110" cy="261610"/>
          </a:xfrm>
          <a:prstGeom prst="rect">
            <a:avLst/>
          </a:prstGeom>
          <a:noFill/>
        </p:spPr>
        <p:txBody>
          <a:bodyPr wrap="square" rtlCol="0">
            <a:spAutoFit/>
          </a:bodyPr>
          <a:lstStyle/>
          <a:p>
            <a:r>
              <a:rPr lang="it-IT" sz="1100" b="1" dirty="0">
                <a:solidFill>
                  <a:schemeClr val="bg1"/>
                </a:solidFill>
              </a:rPr>
              <a:t>COSA?</a:t>
            </a:r>
          </a:p>
        </p:txBody>
      </p:sp>
      <p:sp>
        <p:nvSpPr>
          <p:cNvPr id="454" name="CasellaDiTesto 453">
            <a:extLst>
              <a:ext uri="{FF2B5EF4-FFF2-40B4-BE49-F238E27FC236}">
                <a16:creationId xmlns:a16="http://schemas.microsoft.com/office/drawing/2014/main" id="{00D00525-8F53-DA6C-180E-A8C536CED494}"/>
              </a:ext>
            </a:extLst>
          </p:cNvPr>
          <p:cNvSpPr txBox="1"/>
          <p:nvPr/>
        </p:nvSpPr>
        <p:spPr>
          <a:xfrm>
            <a:off x="4455041" y="5625573"/>
            <a:ext cx="434734" cy="261610"/>
          </a:xfrm>
          <a:prstGeom prst="rect">
            <a:avLst/>
          </a:prstGeom>
          <a:noFill/>
        </p:spPr>
        <p:txBody>
          <a:bodyPr wrap="square" rtlCol="0">
            <a:spAutoFit/>
          </a:bodyPr>
          <a:lstStyle/>
          <a:p>
            <a:r>
              <a:rPr lang="it-IT" sz="1100" b="1" dirty="0">
                <a:solidFill>
                  <a:srgbClr val="795548"/>
                </a:solidFill>
              </a:rPr>
              <a:t>ESP</a:t>
            </a:r>
          </a:p>
        </p:txBody>
      </p:sp>
      <p:sp>
        <p:nvSpPr>
          <p:cNvPr id="461" name="CasellaDiTesto 460">
            <a:extLst>
              <a:ext uri="{FF2B5EF4-FFF2-40B4-BE49-F238E27FC236}">
                <a16:creationId xmlns:a16="http://schemas.microsoft.com/office/drawing/2014/main" id="{B9666DAF-26B4-AD96-599B-08304347EC2D}"/>
              </a:ext>
            </a:extLst>
          </p:cNvPr>
          <p:cNvSpPr txBox="1"/>
          <p:nvPr/>
        </p:nvSpPr>
        <p:spPr>
          <a:xfrm>
            <a:off x="4455041" y="6264370"/>
            <a:ext cx="369012" cy="261610"/>
          </a:xfrm>
          <a:prstGeom prst="rect">
            <a:avLst/>
          </a:prstGeom>
          <a:noFill/>
        </p:spPr>
        <p:txBody>
          <a:bodyPr wrap="square" rtlCol="0">
            <a:spAutoFit/>
          </a:bodyPr>
          <a:lstStyle/>
          <a:p>
            <a:r>
              <a:rPr lang="it-IT" sz="1100" b="1" dirty="0">
                <a:solidFill>
                  <a:srgbClr val="795548"/>
                </a:solidFill>
              </a:rPr>
              <a:t>PC</a:t>
            </a:r>
          </a:p>
        </p:txBody>
      </p:sp>
      <p:sp>
        <p:nvSpPr>
          <p:cNvPr id="475" name="Rettangolo 474">
            <a:extLst>
              <a:ext uri="{FF2B5EF4-FFF2-40B4-BE49-F238E27FC236}">
                <a16:creationId xmlns:a16="http://schemas.microsoft.com/office/drawing/2014/main" id="{820FCFBD-3BC0-73FF-323D-C24147A8E61D}"/>
              </a:ext>
            </a:extLst>
          </p:cNvPr>
          <p:cNvSpPr/>
          <p:nvPr/>
        </p:nvSpPr>
        <p:spPr>
          <a:xfrm>
            <a:off x="1728665" y="2476906"/>
            <a:ext cx="620359" cy="200089"/>
          </a:xfrm>
          <a:prstGeom prst="rect">
            <a:avLst/>
          </a:prstGeom>
          <a:solidFill>
            <a:srgbClr val="FE6464">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5" name="Immagine 14">
            <a:extLst>
              <a:ext uri="{FF2B5EF4-FFF2-40B4-BE49-F238E27FC236}">
                <a16:creationId xmlns:a16="http://schemas.microsoft.com/office/drawing/2014/main" id="{AE040BB3-1C23-3976-E9B4-26D3AB1C756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22209" y="2244520"/>
            <a:ext cx="6487000" cy="866198"/>
          </a:xfrm>
          <a:prstGeom prst="rect">
            <a:avLst/>
          </a:prstGeom>
          <a:effectLst/>
        </p:spPr>
      </p:pic>
      <p:sp>
        <p:nvSpPr>
          <p:cNvPr id="476" name="Rettangolo 475">
            <a:extLst>
              <a:ext uri="{FF2B5EF4-FFF2-40B4-BE49-F238E27FC236}">
                <a16:creationId xmlns:a16="http://schemas.microsoft.com/office/drawing/2014/main" id="{4A5DC47F-20D4-19D8-5A49-84D53ADA390D}"/>
              </a:ext>
            </a:extLst>
          </p:cNvPr>
          <p:cNvSpPr/>
          <p:nvPr/>
        </p:nvSpPr>
        <p:spPr>
          <a:xfrm>
            <a:off x="1296104" y="2673679"/>
            <a:ext cx="620358" cy="216867"/>
          </a:xfrm>
          <a:prstGeom prst="rect">
            <a:avLst/>
          </a:prstGeom>
          <a:solidFill>
            <a:srgbClr val="2BBFCF">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7" name="Rettangolo 476">
            <a:extLst>
              <a:ext uri="{FF2B5EF4-FFF2-40B4-BE49-F238E27FC236}">
                <a16:creationId xmlns:a16="http://schemas.microsoft.com/office/drawing/2014/main" id="{DA46540E-7416-7BEC-43C3-F6D2D1C07D80}"/>
              </a:ext>
            </a:extLst>
          </p:cNvPr>
          <p:cNvSpPr/>
          <p:nvPr/>
        </p:nvSpPr>
        <p:spPr>
          <a:xfrm>
            <a:off x="6457137" y="5337019"/>
            <a:ext cx="857193" cy="1321841"/>
          </a:xfrm>
          <a:prstGeom prst="rect">
            <a:avLst/>
          </a:prstGeom>
          <a:no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321841"/>
                      <a:gd name="connsiteX1" fmla="*/ 645672 w 1317698"/>
                      <a:gd name="connsiteY1" fmla="*/ 0 h 1321841"/>
                      <a:gd name="connsiteX2" fmla="*/ 1317698 w 1317698"/>
                      <a:gd name="connsiteY2" fmla="*/ 0 h 1321841"/>
                      <a:gd name="connsiteX3" fmla="*/ 1317698 w 1317698"/>
                      <a:gd name="connsiteY3" fmla="*/ 621265 h 1321841"/>
                      <a:gd name="connsiteX4" fmla="*/ 1317698 w 1317698"/>
                      <a:gd name="connsiteY4" fmla="*/ 1321841 h 1321841"/>
                      <a:gd name="connsiteX5" fmla="*/ 698380 w 1317698"/>
                      <a:gd name="connsiteY5" fmla="*/ 1321841 h 1321841"/>
                      <a:gd name="connsiteX6" fmla="*/ 0 w 1317698"/>
                      <a:gd name="connsiteY6" fmla="*/ 1321841 h 1321841"/>
                      <a:gd name="connsiteX7" fmla="*/ 0 w 1317698"/>
                      <a:gd name="connsiteY7" fmla="*/ 674139 h 1321841"/>
                      <a:gd name="connsiteX8" fmla="*/ 0 w 1317698"/>
                      <a:gd name="connsiteY8" fmla="*/ 0 h 132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7698" h="1321841" extrusionOk="0">
                        <a:moveTo>
                          <a:pt x="0" y="0"/>
                        </a:moveTo>
                        <a:cubicBezTo>
                          <a:pt x="289659" y="23232"/>
                          <a:pt x="400586" y="30370"/>
                          <a:pt x="645672" y="0"/>
                        </a:cubicBezTo>
                        <a:cubicBezTo>
                          <a:pt x="890758" y="-30370"/>
                          <a:pt x="1023421" y="27975"/>
                          <a:pt x="1317698" y="0"/>
                        </a:cubicBezTo>
                        <a:cubicBezTo>
                          <a:pt x="1290347" y="308686"/>
                          <a:pt x="1339201" y="475652"/>
                          <a:pt x="1317698" y="621265"/>
                        </a:cubicBezTo>
                        <a:cubicBezTo>
                          <a:pt x="1296195" y="766879"/>
                          <a:pt x="1328974" y="996761"/>
                          <a:pt x="1317698" y="1321841"/>
                        </a:cubicBezTo>
                        <a:cubicBezTo>
                          <a:pt x="1144791" y="1309825"/>
                          <a:pt x="995771" y="1311151"/>
                          <a:pt x="698380" y="1321841"/>
                        </a:cubicBezTo>
                        <a:cubicBezTo>
                          <a:pt x="400989" y="1332531"/>
                          <a:pt x="263510" y="1313771"/>
                          <a:pt x="0" y="1321841"/>
                        </a:cubicBezTo>
                        <a:cubicBezTo>
                          <a:pt x="-11461" y="1117278"/>
                          <a:pt x="9511" y="974980"/>
                          <a:pt x="0" y="674139"/>
                        </a:cubicBezTo>
                        <a:cubicBezTo>
                          <a:pt x="-9511" y="373298"/>
                          <a:pt x="-25571" y="20760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478" name="CasellaDiTesto 477">
            <a:extLst>
              <a:ext uri="{FF2B5EF4-FFF2-40B4-BE49-F238E27FC236}">
                <a16:creationId xmlns:a16="http://schemas.microsoft.com/office/drawing/2014/main" id="{BAB26DA3-8A09-D829-4C00-4AA74A804248}"/>
              </a:ext>
            </a:extLst>
          </p:cNvPr>
          <p:cNvSpPr txBox="1"/>
          <p:nvPr/>
        </p:nvSpPr>
        <p:spPr>
          <a:xfrm>
            <a:off x="5956560" y="6116096"/>
            <a:ext cx="434734" cy="261610"/>
          </a:xfrm>
          <a:prstGeom prst="rect">
            <a:avLst/>
          </a:prstGeom>
          <a:noFill/>
        </p:spPr>
        <p:txBody>
          <a:bodyPr wrap="none" rtlCol="0">
            <a:spAutoFit/>
          </a:bodyPr>
          <a:lstStyle/>
          <a:p>
            <a:r>
              <a:rPr lang="it-IT" sz="1100" b="1" dirty="0">
                <a:solidFill>
                  <a:srgbClr val="795548"/>
                </a:solidFill>
              </a:rPr>
              <a:t>ESP</a:t>
            </a:r>
          </a:p>
        </p:txBody>
      </p:sp>
      <p:cxnSp>
        <p:nvCxnSpPr>
          <p:cNvPr id="479" name="Connettore diritto 478">
            <a:extLst>
              <a:ext uri="{FF2B5EF4-FFF2-40B4-BE49-F238E27FC236}">
                <a16:creationId xmlns:a16="http://schemas.microsoft.com/office/drawing/2014/main" id="{39B4A229-BEB2-F83D-AD55-4464C11518BD}"/>
              </a:ext>
            </a:extLst>
          </p:cNvPr>
          <p:cNvCxnSpPr>
            <a:cxnSpLocks/>
          </p:cNvCxnSpPr>
          <p:nvPr/>
        </p:nvCxnSpPr>
        <p:spPr>
          <a:xfrm>
            <a:off x="5963749" y="6345520"/>
            <a:ext cx="488814" cy="0"/>
          </a:xfrm>
          <a:prstGeom prst="line">
            <a:avLst/>
          </a:prstGeom>
          <a:ln w="28575" cap="rnd">
            <a:solidFill>
              <a:srgbClr val="F2AA84"/>
            </a:solidFill>
            <a:tailEnd type="triangle"/>
          </a:ln>
        </p:spPr>
        <p:style>
          <a:lnRef idx="2">
            <a:schemeClr val="accent1"/>
          </a:lnRef>
          <a:fillRef idx="0">
            <a:schemeClr val="accent1"/>
          </a:fillRef>
          <a:effectRef idx="1">
            <a:schemeClr val="accent1"/>
          </a:effectRef>
          <a:fontRef idx="minor">
            <a:schemeClr val="tx1"/>
          </a:fontRef>
        </p:style>
      </p:cxnSp>
      <p:sp>
        <p:nvSpPr>
          <p:cNvPr id="481" name="Rettangolo 480">
            <a:extLst>
              <a:ext uri="{FF2B5EF4-FFF2-40B4-BE49-F238E27FC236}">
                <a16:creationId xmlns:a16="http://schemas.microsoft.com/office/drawing/2014/main" id="{65D9A8E6-A330-68A7-4473-025BE5EDE835}"/>
              </a:ext>
            </a:extLst>
          </p:cNvPr>
          <p:cNvSpPr/>
          <p:nvPr/>
        </p:nvSpPr>
        <p:spPr>
          <a:xfrm>
            <a:off x="6456753" y="6464410"/>
            <a:ext cx="857193" cy="202607"/>
          </a:xfrm>
          <a:prstGeom prst="rect">
            <a:avLst/>
          </a:prstGeom>
          <a:no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52400"/>
                      <a:gd name="connsiteX1" fmla="*/ 645672 w 1317698"/>
                      <a:gd name="connsiteY1" fmla="*/ 0 h 152400"/>
                      <a:gd name="connsiteX2" fmla="*/ 1317698 w 1317698"/>
                      <a:gd name="connsiteY2" fmla="*/ 0 h 152400"/>
                      <a:gd name="connsiteX3" fmla="*/ 1317698 w 1317698"/>
                      <a:gd name="connsiteY3" fmla="*/ 152400 h 152400"/>
                      <a:gd name="connsiteX4" fmla="*/ 672026 w 1317698"/>
                      <a:gd name="connsiteY4" fmla="*/ 152400 h 152400"/>
                      <a:gd name="connsiteX5" fmla="*/ 0 w 1317698"/>
                      <a:gd name="connsiteY5" fmla="*/ 152400 h 152400"/>
                      <a:gd name="connsiteX6" fmla="*/ 0 w 1317698"/>
                      <a:gd name="connsiteY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7698" h="152400" extrusionOk="0">
                        <a:moveTo>
                          <a:pt x="0" y="0"/>
                        </a:moveTo>
                        <a:cubicBezTo>
                          <a:pt x="289659" y="23232"/>
                          <a:pt x="400586" y="30370"/>
                          <a:pt x="645672" y="0"/>
                        </a:cubicBezTo>
                        <a:cubicBezTo>
                          <a:pt x="890758" y="-30370"/>
                          <a:pt x="1023421" y="27975"/>
                          <a:pt x="1317698" y="0"/>
                        </a:cubicBezTo>
                        <a:cubicBezTo>
                          <a:pt x="1318447" y="72763"/>
                          <a:pt x="1311876" y="89431"/>
                          <a:pt x="1317698" y="152400"/>
                        </a:cubicBezTo>
                        <a:cubicBezTo>
                          <a:pt x="1154639" y="136777"/>
                          <a:pt x="933788" y="124882"/>
                          <a:pt x="672026" y="152400"/>
                        </a:cubicBezTo>
                        <a:cubicBezTo>
                          <a:pt x="410264" y="179918"/>
                          <a:pt x="212123" y="133846"/>
                          <a:pt x="0" y="152400"/>
                        </a:cubicBezTo>
                        <a:cubicBezTo>
                          <a:pt x="-6191" y="87311"/>
                          <a:pt x="-4113" y="6930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482" name="CasellaDiTesto 481">
            <a:extLst>
              <a:ext uri="{FF2B5EF4-FFF2-40B4-BE49-F238E27FC236}">
                <a16:creationId xmlns:a16="http://schemas.microsoft.com/office/drawing/2014/main" id="{F94DB1DF-1F4C-F967-8D31-303165386E4F}"/>
              </a:ext>
            </a:extLst>
          </p:cNvPr>
          <p:cNvSpPr txBox="1"/>
          <p:nvPr/>
        </p:nvSpPr>
        <p:spPr>
          <a:xfrm>
            <a:off x="6499880" y="6437323"/>
            <a:ext cx="763351" cy="261610"/>
          </a:xfrm>
          <a:prstGeom prst="rect">
            <a:avLst/>
          </a:prstGeom>
          <a:noFill/>
        </p:spPr>
        <p:txBody>
          <a:bodyPr wrap="none" rtlCol="0">
            <a:spAutoFit/>
          </a:bodyPr>
          <a:lstStyle/>
          <a:p>
            <a:r>
              <a:rPr lang="it-IT" sz="1100" b="1" dirty="0">
                <a:solidFill>
                  <a:srgbClr val="795548"/>
                </a:solidFill>
              </a:rPr>
              <a:t>call (</a:t>
            </a:r>
            <a:r>
              <a:rPr lang="it-IT" sz="1100" b="1" dirty="0" err="1">
                <a:solidFill>
                  <a:srgbClr val="795548"/>
                </a:solidFill>
              </a:rPr>
              <a:t>eax</a:t>
            </a:r>
            <a:r>
              <a:rPr lang="it-IT" sz="1100" b="1" dirty="0">
                <a:solidFill>
                  <a:srgbClr val="795548"/>
                </a:solidFill>
              </a:rPr>
              <a:t>)</a:t>
            </a:r>
          </a:p>
        </p:txBody>
      </p:sp>
      <p:sp>
        <p:nvSpPr>
          <p:cNvPr id="484" name="CasellaDiTesto 483">
            <a:extLst>
              <a:ext uri="{FF2B5EF4-FFF2-40B4-BE49-F238E27FC236}">
                <a16:creationId xmlns:a16="http://schemas.microsoft.com/office/drawing/2014/main" id="{979A9E93-FF5B-9B30-BF67-FF72BBDC8968}"/>
              </a:ext>
            </a:extLst>
          </p:cNvPr>
          <p:cNvSpPr txBox="1"/>
          <p:nvPr/>
        </p:nvSpPr>
        <p:spPr>
          <a:xfrm>
            <a:off x="5433879" y="5441789"/>
            <a:ext cx="599844" cy="261610"/>
          </a:xfrm>
          <a:prstGeom prst="rect">
            <a:avLst/>
          </a:prstGeom>
          <a:noFill/>
        </p:spPr>
        <p:txBody>
          <a:bodyPr wrap="none" rtlCol="0">
            <a:spAutoFit/>
          </a:bodyPr>
          <a:lstStyle/>
          <a:p>
            <a:r>
              <a:rPr lang="it-IT" sz="1100" b="1" dirty="0">
                <a:solidFill>
                  <a:srgbClr val="EE915E"/>
                </a:solidFill>
              </a:rPr>
              <a:t>WRITE</a:t>
            </a:r>
          </a:p>
        </p:txBody>
      </p:sp>
      <p:sp>
        <p:nvSpPr>
          <p:cNvPr id="486" name="Rettangolo 485">
            <a:extLst>
              <a:ext uri="{FF2B5EF4-FFF2-40B4-BE49-F238E27FC236}">
                <a16:creationId xmlns:a16="http://schemas.microsoft.com/office/drawing/2014/main" id="{87FC0E31-CBB1-B6F9-40FD-D8F7A7957AE4}"/>
              </a:ext>
            </a:extLst>
          </p:cNvPr>
          <p:cNvSpPr/>
          <p:nvPr/>
        </p:nvSpPr>
        <p:spPr>
          <a:xfrm>
            <a:off x="6454482" y="6265615"/>
            <a:ext cx="857193" cy="202607"/>
          </a:xfrm>
          <a:prstGeom prst="rect">
            <a:avLst/>
          </a:prstGeom>
          <a:solidFill>
            <a:srgbClr val="FFFF00">
              <a:alpha val="37000"/>
            </a:srgbClr>
          </a:solid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52400"/>
                      <a:gd name="connsiteX1" fmla="*/ 645672 w 1317698"/>
                      <a:gd name="connsiteY1" fmla="*/ 0 h 152400"/>
                      <a:gd name="connsiteX2" fmla="*/ 1317698 w 1317698"/>
                      <a:gd name="connsiteY2" fmla="*/ 0 h 152400"/>
                      <a:gd name="connsiteX3" fmla="*/ 1317698 w 1317698"/>
                      <a:gd name="connsiteY3" fmla="*/ 152400 h 152400"/>
                      <a:gd name="connsiteX4" fmla="*/ 672026 w 1317698"/>
                      <a:gd name="connsiteY4" fmla="*/ 152400 h 152400"/>
                      <a:gd name="connsiteX5" fmla="*/ 0 w 1317698"/>
                      <a:gd name="connsiteY5" fmla="*/ 152400 h 152400"/>
                      <a:gd name="connsiteX6" fmla="*/ 0 w 1317698"/>
                      <a:gd name="connsiteY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7698" h="152400" extrusionOk="0">
                        <a:moveTo>
                          <a:pt x="0" y="0"/>
                        </a:moveTo>
                        <a:cubicBezTo>
                          <a:pt x="289659" y="23232"/>
                          <a:pt x="400586" y="30370"/>
                          <a:pt x="645672" y="0"/>
                        </a:cubicBezTo>
                        <a:cubicBezTo>
                          <a:pt x="890758" y="-30370"/>
                          <a:pt x="1023421" y="27975"/>
                          <a:pt x="1317698" y="0"/>
                        </a:cubicBezTo>
                        <a:cubicBezTo>
                          <a:pt x="1318447" y="72763"/>
                          <a:pt x="1311876" y="89431"/>
                          <a:pt x="1317698" y="152400"/>
                        </a:cubicBezTo>
                        <a:cubicBezTo>
                          <a:pt x="1154639" y="136777"/>
                          <a:pt x="933788" y="124882"/>
                          <a:pt x="672026" y="152400"/>
                        </a:cubicBezTo>
                        <a:cubicBezTo>
                          <a:pt x="410264" y="179918"/>
                          <a:pt x="212123" y="133846"/>
                          <a:pt x="0" y="152400"/>
                        </a:cubicBezTo>
                        <a:cubicBezTo>
                          <a:pt x="-6191" y="87311"/>
                          <a:pt x="-4113" y="6930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487" name="CasellaDiTesto 486">
            <a:extLst>
              <a:ext uri="{FF2B5EF4-FFF2-40B4-BE49-F238E27FC236}">
                <a16:creationId xmlns:a16="http://schemas.microsoft.com/office/drawing/2014/main" id="{15A8A9F1-7FB8-E741-10D2-AF78877CEA15}"/>
              </a:ext>
            </a:extLst>
          </p:cNvPr>
          <p:cNvSpPr txBox="1"/>
          <p:nvPr/>
        </p:nvSpPr>
        <p:spPr>
          <a:xfrm>
            <a:off x="6451827" y="6238528"/>
            <a:ext cx="859848" cy="261610"/>
          </a:xfrm>
          <a:prstGeom prst="rect">
            <a:avLst/>
          </a:prstGeom>
          <a:noFill/>
        </p:spPr>
        <p:txBody>
          <a:bodyPr wrap="square" rtlCol="0">
            <a:spAutoFit/>
          </a:bodyPr>
          <a:lstStyle/>
          <a:p>
            <a:pPr algn="ctr"/>
            <a:r>
              <a:rPr lang="it-IT" sz="1100" b="1" dirty="0">
                <a:solidFill>
                  <a:srgbClr val="795548"/>
                </a:solidFill>
              </a:rPr>
              <a:t>PC</a:t>
            </a:r>
          </a:p>
        </p:txBody>
      </p:sp>
      <p:sp>
        <p:nvSpPr>
          <p:cNvPr id="488" name="CasellaDiTesto 487">
            <a:extLst>
              <a:ext uri="{FF2B5EF4-FFF2-40B4-BE49-F238E27FC236}">
                <a16:creationId xmlns:a16="http://schemas.microsoft.com/office/drawing/2014/main" id="{0AC10A05-2C04-1D17-7FAC-B7C6C35570F0}"/>
              </a:ext>
            </a:extLst>
          </p:cNvPr>
          <p:cNvSpPr txBox="1"/>
          <p:nvPr/>
        </p:nvSpPr>
        <p:spPr>
          <a:xfrm>
            <a:off x="5433519" y="3529679"/>
            <a:ext cx="308098" cy="261610"/>
          </a:xfrm>
          <a:prstGeom prst="rect">
            <a:avLst/>
          </a:prstGeom>
          <a:noFill/>
        </p:spPr>
        <p:txBody>
          <a:bodyPr wrap="none" rtlCol="0">
            <a:spAutoFit/>
          </a:bodyPr>
          <a:lstStyle/>
          <a:p>
            <a:r>
              <a:rPr lang="it-IT" sz="1100" b="1" dirty="0">
                <a:solidFill>
                  <a:srgbClr val="EE915E"/>
                </a:solidFill>
              </a:rPr>
              <a:t>-1</a:t>
            </a:r>
          </a:p>
        </p:txBody>
      </p:sp>
      <p:sp>
        <p:nvSpPr>
          <p:cNvPr id="489" name="CasellaDiTesto 488">
            <a:extLst>
              <a:ext uri="{FF2B5EF4-FFF2-40B4-BE49-F238E27FC236}">
                <a16:creationId xmlns:a16="http://schemas.microsoft.com/office/drawing/2014/main" id="{A7710998-3209-AF86-47F3-DFB5538862AC}"/>
              </a:ext>
            </a:extLst>
          </p:cNvPr>
          <p:cNvSpPr txBox="1"/>
          <p:nvPr/>
        </p:nvSpPr>
        <p:spPr>
          <a:xfrm>
            <a:off x="249847" y="6613236"/>
            <a:ext cx="3262520" cy="307777"/>
          </a:xfrm>
          <a:prstGeom prst="rect">
            <a:avLst/>
          </a:prstGeom>
          <a:noFill/>
        </p:spPr>
        <p:txBody>
          <a:bodyPr wrap="square">
            <a:spAutoFit/>
          </a:bodyPr>
          <a:lstStyle/>
          <a:p>
            <a:r>
              <a:rPr lang="it-IT" sz="1400" dirty="0"/>
              <a:t>7.Attesa scrittura</a:t>
            </a:r>
          </a:p>
        </p:txBody>
      </p:sp>
      <p:sp>
        <p:nvSpPr>
          <p:cNvPr id="490" name="CasellaDiTesto 489">
            <a:extLst>
              <a:ext uri="{FF2B5EF4-FFF2-40B4-BE49-F238E27FC236}">
                <a16:creationId xmlns:a16="http://schemas.microsoft.com/office/drawing/2014/main" id="{FA2449B3-B122-481F-C650-B30BE30C57C8}"/>
              </a:ext>
            </a:extLst>
          </p:cNvPr>
          <p:cNvSpPr txBox="1"/>
          <p:nvPr/>
        </p:nvSpPr>
        <p:spPr>
          <a:xfrm>
            <a:off x="219772" y="7371999"/>
            <a:ext cx="3262520" cy="2893100"/>
          </a:xfrm>
          <a:prstGeom prst="rect">
            <a:avLst/>
          </a:prstGeom>
          <a:noFill/>
        </p:spPr>
        <p:txBody>
          <a:bodyPr wrap="square">
            <a:spAutoFit/>
          </a:bodyPr>
          <a:lstStyle/>
          <a:p>
            <a:r>
              <a:rPr lang="it-IT" sz="1400" b="1" u="sng" dirty="0">
                <a:solidFill>
                  <a:srgbClr val="FE6464"/>
                </a:solidFill>
              </a:rPr>
              <a:t>Chiamata a funzione</a:t>
            </a:r>
            <a:r>
              <a:rPr lang="it-IT" sz="1400" dirty="0"/>
              <a:t>:</a:t>
            </a:r>
          </a:p>
          <a:p>
            <a:r>
              <a:rPr lang="it-IT" sz="1400" dirty="0"/>
              <a:t>8.Il valore di EAX viene passato al MAR come indirizzo di memoria. Viene comandata una lettura.</a:t>
            </a:r>
          </a:p>
          <a:p>
            <a:r>
              <a:rPr lang="it-IT" sz="1400" dirty="0"/>
              <a:t>9.Attesa lettura; nel frattempo PC viene caricato nel registro V, siccome il BUS non è occupato.</a:t>
            </a:r>
          </a:p>
          <a:p>
            <a:r>
              <a:rPr lang="it-IT" sz="1400" dirty="0"/>
              <a:t>10.Dal MDR esce il valore letto  che viene sommato a V in quanto il salto è relativo.</a:t>
            </a:r>
          </a:p>
          <a:p>
            <a:r>
              <a:rPr lang="it-IT" sz="1400" dirty="0"/>
              <a:t>11. L'indirizzo risultante dell'istruzione da eseguire viene passato al PC. Termine dell'istruzione.</a:t>
            </a:r>
          </a:p>
        </p:txBody>
      </p:sp>
      <p:pic>
        <p:nvPicPr>
          <p:cNvPr id="492" name="Immagine 491">
            <a:extLst>
              <a:ext uri="{FF2B5EF4-FFF2-40B4-BE49-F238E27FC236}">
                <a16:creationId xmlns:a16="http://schemas.microsoft.com/office/drawing/2014/main" id="{9AA8F04B-1ACF-62C2-4FD2-D6212766C831}"/>
              </a:ext>
            </a:extLst>
          </p:cNvPr>
          <p:cNvPicPr>
            <a:picLocks noChangeAspect="1"/>
          </p:cNvPicPr>
          <p:nvPr/>
        </p:nvPicPr>
        <p:blipFill>
          <a:blip r:embed="rId6"/>
          <a:stretch>
            <a:fillRect/>
          </a:stretch>
        </p:blipFill>
        <p:spPr>
          <a:xfrm>
            <a:off x="3490252" y="7166864"/>
            <a:ext cx="3864779" cy="1023426"/>
          </a:xfrm>
          <a:prstGeom prst="rect">
            <a:avLst/>
          </a:prstGeom>
          <a:solidFill>
            <a:schemeClr val="bg1"/>
          </a:solidFill>
          <a:ln>
            <a:noFill/>
          </a:ln>
          <a:effectLst>
            <a:outerShdw dist="38100" dir="8100000" algn="tr" rotWithShape="0">
              <a:srgbClr val="AB9488">
                <a:alpha val="40000"/>
              </a:srgbClr>
            </a:outerShdw>
          </a:effectLst>
        </p:spPr>
      </p:pic>
      <p:sp>
        <p:nvSpPr>
          <p:cNvPr id="495" name="Rettangolo con angoli arrotondati 494">
            <a:extLst>
              <a:ext uri="{FF2B5EF4-FFF2-40B4-BE49-F238E27FC236}">
                <a16:creationId xmlns:a16="http://schemas.microsoft.com/office/drawing/2014/main" id="{9BBB9FCF-723B-27B3-E8C2-930D282174FD}"/>
              </a:ext>
            </a:extLst>
          </p:cNvPr>
          <p:cNvSpPr/>
          <p:nvPr/>
        </p:nvSpPr>
        <p:spPr>
          <a:xfrm>
            <a:off x="4089052" y="8405874"/>
            <a:ext cx="1373603" cy="1023426"/>
          </a:xfrm>
          <a:prstGeom prst="roundRect">
            <a:avLst>
              <a:gd name="adj" fmla="val 5683"/>
            </a:avLst>
          </a:prstGeom>
          <a:solidFill>
            <a:srgbClr val="F2AA84">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6" name="Rettangolo con angoli arrotondati 495">
            <a:extLst>
              <a:ext uri="{FF2B5EF4-FFF2-40B4-BE49-F238E27FC236}">
                <a16:creationId xmlns:a16="http://schemas.microsoft.com/office/drawing/2014/main" id="{D5132DEE-D18A-6A0F-A668-BBA73D67A68E}"/>
              </a:ext>
            </a:extLst>
          </p:cNvPr>
          <p:cNvSpPr/>
          <p:nvPr/>
        </p:nvSpPr>
        <p:spPr>
          <a:xfrm>
            <a:off x="4134441" y="8455571"/>
            <a:ext cx="1286370" cy="256160"/>
          </a:xfrm>
          <a:prstGeom prst="roundRect">
            <a:avLst>
              <a:gd name="adj" fmla="val 23138"/>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800" dirty="0"/>
          </a:p>
        </p:txBody>
      </p:sp>
      <p:sp>
        <p:nvSpPr>
          <p:cNvPr id="497" name="CasellaDiTesto 496">
            <a:extLst>
              <a:ext uri="{FF2B5EF4-FFF2-40B4-BE49-F238E27FC236}">
                <a16:creationId xmlns:a16="http://schemas.microsoft.com/office/drawing/2014/main" id="{C514D81C-FC4A-DBA2-C3F3-324CDD402D06}"/>
              </a:ext>
            </a:extLst>
          </p:cNvPr>
          <p:cNvSpPr txBox="1"/>
          <p:nvPr/>
        </p:nvSpPr>
        <p:spPr>
          <a:xfrm>
            <a:off x="4097981" y="8457306"/>
            <a:ext cx="1364674" cy="261610"/>
          </a:xfrm>
          <a:prstGeom prst="rect">
            <a:avLst/>
          </a:prstGeom>
          <a:noFill/>
        </p:spPr>
        <p:txBody>
          <a:bodyPr wrap="square" rtlCol="0">
            <a:spAutoFit/>
          </a:bodyPr>
          <a:lstStyle/>
          <a:p>
            <a:pPr algn="ctr"/>
            <a:r>
              <a:rPr lang="it-IT" sz="1100" b="1" dirty="0">
                <a:solidFill>
                  <a:schemeClr val="bg1"/>
                </a:solidFill>
              </a:rPr>
              <a:t>lettura dato</a:t>
            </a:r>
          </a:p>
        </p:txBody>
      </p:sp>
      <p:sp>
        <p:nvSpPr>
          <p:cNvPr id="498" name="CasellaDiTesto 497">
            <a:extLst>
              <a:ext uri="{FF2B5EF4-FFF2-40B4-BE49-F238E27FC236}">
                <a16:creationId xmlns:a16="http://schemas.microsoft.com/office/drawing/2014/main" id="{4FC66548-4051-9D77-5D8F-4549C507970D}"/>
              </a:ext>
            </a:extLst>
          </p:cNvPr>
          <p:cNvSpPr txBox="1"/>
          <p:nvPr/>
        </p:nvSpPr>
        <p:spPr>
          <a:xfrm>
            <a:off x="3663228" y="8947712"/>
            <a:ext cx="478016" cy="261610"/>
          </a:xfrm>
          <a:prstGeom prst="rect">
            <a:avLst/>
          </a:prstGeom>
          <a:noFill/>
        </p:spPr>
        <p:txBody>
          <a:bodyPr wrap="square" rtlCol="0">
            <a:spAutoFit/>
          </a:bodyPr>
          <a:lstStyle/>
          <a:p>
            <a:r>
              <a:rPr lang="it-IT" sz="1100" b="1" dirty="0">
                <a:solidFill>
                  <a:srgbClr val="795548"/>
                </a:solidFill>
              </a:rPr>
              <a:t>MAR</a:t>
            </a:r>
          </a:p>
        </p:txBody>
      </p:sp>
      <p:cxnSp>
        <p:nvCxnSpPr>
          <p:cNvPr id="499" name="Connettore diritto 498">
            <a:extLst>
              <a:ext uri="{FF2B5EF4-FFF2-40B4-BE49-F238E27FC236}">
                <a16:creationId xmlns:a16="http://schemas.microsoft.com/office/drawing/2014/main" id="{F139AD39-34B5-0EF1-3F81-C9640F97B0D3}"/>
              </a:ext>
            </a:extLst>
          </p:cNvPr>
          <p:cNvCxnSpPr>
            <a:cxnSpLocks/>
          </p:cNvCxnSpPr>
          <p:nvPr/>
        </p:nvCxnSpPr>
        <p:spPr>
          <a:xfrm>
            <a:off x="3679910" y="9176777"/>
            <a:ext cx="658773" cy="0"/>
          </a:xfrm>
          <a:prstGeom prst="line">
            <a:avLst/>
          </a:prstGeom>
          <a:ln w="12700" cap="rnd">
            <a:solidFill>
              <a:srgbClr val="795548"/>
            </a:solidFill>
            <a:bevel/>
            <a:tailEnd type="none"/>
          </a:ln>
        </p:spPr>
        <p:style>
          <a:lnRef idx="2">
            <a:schemeClr val="accent1"/>
          </a:lnRef>
          <a:fillRef idx="0">
            <a:schemeClr val="accent1"/>
          </a:fillRef>
          <a:effectRef idx="1">
            <a:schemeClr val="accent1"/>
          </a:effectRef>
          <a:fontRef idx="minor">
            <a:schemeClr val="tx1"/>
          </a:fontRef>
        </p:style>
      </p:cxnSp>
      <p:sp>
        <p:nvSpPr>
          <p:cNvPr id="500" name="CasellaDiTesto 499">
            <a:extLst>
              <a:ext uri="{FF2B5EF4-FFF2-40B4-BE49-F238E27FC236}">
                <a16:creationId xmlns:a16="http://schemas.microsoft.com/office/drawing/2014/main" id="{80474843-5A6F-B215-2770-A155F52ADAB1}"/>
              </a:ext>
            </a:extLst>
          </p:cNvPr>
          <p:cNvSpPr txBox="1"/>
          <p:nvPr/>
        </p:nvSpPr>
        <p:spPr>
          <a:xfrm>
            <a:off x="5827298" y="9018032"/>
            <a:ext cx="489236" cy="261610"/>
          </a:xfrm>
          <a:prstGeom prst="rect">
            <a:avLst/>
          </a:prstGeom>
          <a:noFill/>
        </p:spPr>
        <p:txBody>
          <a:bodyPr wrap="square" rtlCol="0">
            <a:spAutoFit/>
          </a:bodyPr>
          <a:lstStyle/>
          <a:p>
            <a:r>
              <a:rPr lang="it-IT" sz="1100" b="1" dirty="0">
                <a:solidFill>
                  <a:srgbClr val="795548"/>
                </a:solidFill>
              </a:rPr>
              <a:t>MDR</a:t>
            </a:r>
          </a:p>
        </p:txBody>
      </p:sp>
      <p:cxnSp>
        <p:nvCxnSpPr>
          <p:cNvPr id="501" name="Connettore diritto 500">
            <a:extLst>
              <a:ext uri="{FF2B5EF4-FFF2-40B4-BE49-F238E27FC236}">
                <a16:creationId xmlns:a16="http://schemas.microsoft.com/office/drawing/2014/main" id="{4389A8FF-478A-D8DC-4FFD-69E2B6B1C63D}"/>
              </a:ext>
            </a:extLst>
          </p:cNvPr>
          <p:cNvCxnSpPr>
            <a:cxnSpLocks/>
          </p:cNvCxnSpPr>
          <p:nvPr/>
        </p:nvCxnSpPr>
        <p:spPr>
          <a:xfrm>
            <a:off x="5843980" y="9247097"/>
            <a:ext cx="658773" cy="0"/>
          </a:xfrm>
          <a:prstGeom prst="line">
            <a:avLst/>
          </a:prstGeom>
          <a:ln w="12700" cap="rnd">
            <a:solidFill>
              <a:srgbClr val="795548"/>
            </a:solidFill>
            <a:bevel/>
            <a:tailEnd type="none"/>
          </a:ln>
        </p:spPr>
        <p:style>
          <a:lnRef idx="2">
            <a:schemeClr val="accent1"/>
          </a:lnRef>
          <a:fillRef idx="0">
            <a:schemeClr val="accent1"/>
          </a:fillRef>
          <a:effectRef idx="1">
            <a:schemeClr val="accent1"/>
          </a:effectRef>
          <a:fontRef idx="minor">
            <a:schemeClr val="tx1"/>
          </a:fontRef>
        </p:style>
      </p:cxnSp>
      <p:sp>
        <p:nvSpPr>
          <p:cNvPr id="502" name="object 192">
            <a:extLst>
              <a:ext uri="{FF2B5EF4-FFF2-40B4-BE49-F238E27FC236}">
                <a16:creationId xmlns:a16="http://schemas.microsoft.com/office/drawing/2014/main" id="{2ACC1AEB-1925-A06C-5B86-7D725D74DFB7}"/>
              </a:ext>
            </a:extLst>
          </p:cNvPr>
          <p:cNvSpPr/>
          <p:nvPr/>
        </p:nvSpPr>
        <p:spPr>
          <a:xfrm>
            <a:off x="4307206" y="8796887"/>
            <a:ext cx="857193" cy="534353"/>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503" name="object 192">
            <a:extLst>
              <a:ext uri="{FF2B5EF4-FFF2-40B4-BE49-F238E27FC236}">
                <a16:creationId xmlns:a16="http://schemas.microsoft.com/office/drawing/2014/main" id="{D117BB82-A860-0AF1-C0FC-3E6C1D06E467}"/>
              </a:ext>
            </a:extLst>
          </p:cNvPr>
          <p:cNvSpPr/>
          <p:nvPr/>
        </p:nvSpPr>
        <p:spPr>
          <a:xfrm>
            <a:off x="6454594" y="8914833"/>
            <a:ext cx="857193" cy="534351"/>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2BBF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endParaRPr>
          </a:p>
        </p:txBody>
      </p:sp>
      <p:sp>
        <p:nvSpPr>
          <p:cNvPr id="504" name="CasellaDiTesto 503">
            <a:extLst>
              <a:ext uri="{FF2B5EF4-FFF2-40B4-BE49-F238E27FC236}">
                <a16:creationId xmlns:a16="http://schemas.microsoft.com/office/drawing/2014/main" id="{9B9F0659-F4D6-2E1C-8F46-A8982F37FA74}"/>
              </a:ext>
            </a:extLst>
          </p:cNvPr>
          <p:cNvSpPr txBox="1"/>
          <p:nvPr/>
        </p:nvSpPr>
        <p:spPr>
          <a:xfrm>
            <a:off x="4439630" y="8795561"/>
            <a:ext cx="628698" cy="261610"/>
          </a:xfrm>
          <a:prstGeom prst="rect">
            <a:avLst/>
          </a:prstGeom>
          <a:noFill/>
        </p:spPr>
        <p:txBody>
          <a:bodyPr wrap="square" rtlCol="0">
            <a:spAutoFit/>
          </a:bodyPr>
          <a:lstStyle/>
          <a:p>
            <a:r>
              <a:rPr lang="it-IT" sz="1100" b="1" dirty="0">
                <a:solidFill>
                  <a:schemeClr val="bg1"/>
                </a:solidFill>
              </a:rPr>
              <a:t>DOVE?</a:t>
            </a:r>
          </a:p>
        </p:txBody>
      </p:sp>
      <p:sp>
        <p:nvSpPr>
          <p:cNvPr id="505" name="object 192">
            <a:extLst>
              <a:ext uri="{FF2B5EF4-FFF2-40B4-BE49-F238E27FC236}">
                <a16:creationId xmlns:a16="http://schemas.microsoft.com/office/drawing/2014/main" id="{A249827E-9D92-1511-A9BF-4882C0FBF419}"/>
              </a:ext>
            </a:extLst>
          </p:cNvPr>
          <p:cNvSpPr/>
          <p:nvPr/>
        </p:nvSpPr>
        <p:spPr>
          <a:xfrm>
            <a:off x="4449618" y="9009452"/>
            <a:ext cx="608722" cy="282773"/>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AF6EF">
              <a:alpha val="76861"/>
            </a:srgbClr>
          </a:solidFill>
        </p:spPr>
        <p:txBody>
          <a:bodyPr wrap="square" lIns="0" tIns="0" rIns="0" bIns="0" rtlCol="0" anchor="b"/>
          <a:lstStyle/>
          <a:p>
            <a:endParaRPr sz="2000">
              <a:latin typeface="A Font 1" panose="02000503000000000000" pitchFamily="2" charset="0"/>
            </a:endParaRPr>
          </a:p>
        </p:txBody>
      </p:sp>
      <p:sp>
        <p:nvSpPr>
          <p:cNvPr id="506" name="object 192">
            <a:extLst>
              <a:ext uri="{FF2B5EF4-FFF2-40B4-BE49-F238E27FC236}">
                <a16:creationId xmlns:a16="http://schemas.microsoft.com/office/drawing/2014/main" id="{D5476B46-EB9E-9DD9-3514-CACA0F7D6163}"/>
              </a:ext>
            </a:extLst>
          </p:cNvPr>
          <p:cNvSpPr/>
          <p:nvPr/>
        </p:nvSpPr>
        <p:spPr>
          <a:xfrm>
            <a:off x="6587018" y="9098053"/>
            <a:ext cx="608722" cy="282773"/>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AF6EF">
              <a:alpha val="76861"/>
            </a:srgbClr>
          </a:solidFill>
        </p:spPr>
        <p:txBody>
          <a:bodyPr wrap="square" lIns="0" tIns="0" rIns="0" bIns="0" rtlCol="0" anchor="b"/>
          <a:lstStyle/>
          <a:p>
            <a:endParaRPr sz="2000">
              <a:latin typeface="A Font 1" panose="02000503000000000000" pitchFamily="2" charset="0"/>
            </a:endParaRPr>
          </a:p>
        </p:txBody>
      </p:sp>
      <p:sp>
        <p:nvSpPr>
          <p:cNvPr id="509" name="CasellaDiTesto 508">
            <a:extLst>
              <a:ext uri="{FF2B5EF4-FFF2-40B4-BE49-F238E27FC236}">
                <a16:creationId xmlns:a16="http://schemas.microsoft.com/office/drawing/2014/main" id="{446AF957-B991-1EBE-8233-948C53ED04FF}"/>
              </a:ext>
            </a:extLst>
          </p:cNvPr>
          <p:cNvSpPr txBox="1"/>
          <p:nvPr/>
        </p:nvSpPr>
        <p:spPr>
          <a:xfrm>
            <a:off x="4536612" y="9038040"/>
            <a:ext cx="434734" cy="261610"/>
          </a:xfrm>
          <a:prstGeom prst="rect">
            <a:avLst/>
          </a:prstGeom>
          <a:noFill/>
        </p:spPr>
        <p:txBody>
          <a:bodyPr wrap="square" rtlCol="0">
            <a:spAutoFit/>
          </a:bodyPr>
          <a:lstStyle/>
          <a:p>
            <a:r>
              <a:rPr lang="it-IT" sz="1100" b="1" dirty="0">
                <a:solidFill>
                  <a:srgbClr val="795548"/>
                </a:solidFill>
              </a:rPr>
              <a:t>EAX</a:t>
            </a:r>
          </a:p>
        </p:txBody>
      </p:sp>
      <p:sp>
        <p:nvSpPr>
          <p:cNvPr id="510" name="CasellaDiTesto 509">
            <a:extLst>
              <a:ext uri="{FF2B5EF4-FFF2-40B4-BE49-F238E27FC236}">
                <a16:creationId xmlns:a16="http://schemas.microsoft.com/office/drawing/2014/main" id="{22E50B4A-2A6D-C77C-9914-0BE115679617}"/>
              </a:ext>
            </a:extLst>
          </p:cNvPr>
          <p:cNvSpPr txBox="1"/>
          <p:nvPr/>
        </p:nvSpPr>
        <p:spPr>
          <a:xfrm>
            <a:off x="6596811" y="9102742"/>
            <a:ext cx="664422" cy="261610"/>
          </a:xfrm>
          <a:prstGeom prst="rect">
            <a:avLst/>
          </a:prstGeom>
          <a:noFill/>
        </p:spPr>
        <p:txBody>
          <a:bodyPr wrap="square" rtlCol="0">
            <a:spAutoFit/>
          </a:bodyPr>
          <a:lstStyle/>
          <a:p>
            <a:r>
              <a:rPr lang="it-IT" sz="1100" b="1" dirty="0">
                <a:solidFill>
                  <a:srgbClr val="795548"/>
                </a:solidFill>
              </a:rPr>
              <a:t>(EAX)</a:t>
            </a:r>
          </a:p>
        </p:txBody>
      </p:sp>
      <p:sp>
        <p:nvSpPr>
          <p:cNvPr id="80" name="Arco 79">
            <a:extLst>
              <a:ext uri="{FF2B5EF4-FFF2-40B4-BE49-F238E27FC236}">
                <a16:creationId xmlns:a16="http://schemas.microsoft.com/office/drawing/2014/main" id="{6EAE5C4B-7C14-AE7E-0383-70FEEE65A3AC}"/>
              </a:ext>
            </a:extLst>
          </p:cNvPr>
          <p:cNvSpPr/>
          <p:nvPr/>
        </p:nvSpPr>
        <p:spPr>
          <a:xfrm rot="1027373" flipH="1">
            <a:off x="5053604" y="8924678"/>
            <a:ext cx="1675599" cy="1521504"/>
          </a:xfrm>
          <a:prstGeom prst="arc">
            <a:avLst>
              <a:gd name="adj1" fmla="val 14938680"/>
              <a:gd name="adj2" fmla="val 19637418"/>
            </a:avLst>
          </a:prstGeom>
          <a:noFill/>
          <a:ln w="28575">
            <a:gradFill>
              <a:gsLst>
                <a:gs pos="35000">
                  <a:srgbClr val="F2AA84">
                    <a:alpha val="20000"/>
                  </a:srgbClr>
                </a:gs>
                <a:gs pos="5000">
                  <a:srgbClr val="F2AA84"/>
                </a:gs>
              </a:gsLst>
              <a:lin ang="5400000" scaled="1"/>
            </a:gra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81" name="CasellaDiTesto 80">
            <a:extLst>
              <a:ext uri="{FF2B5EF4-FFF2-40B4-BE49-F238E27FC236}">
                <a16:creationId xmlns:a16="http://schemas.microsoft.com/office/drawing/2014/main" id="{D282EAC8-58D4-F515-1EA0-22F1117539A7}"/>
              </a:ext>
            </a:extLst>
          </p:cNvPr>
          <p:cNvSpPr txBox="1"/>
          <p:nvPr/>
        </p:nvSpPr>
        <p:spPr>
          <a:xfrm>
            <a:off x="5565382" y="8677146"/>
            <a:ext cx="542136" cy="261610"/>
          </a:xfrm>
          <a:prstGeom prst="rect">
            <a:avLst/>
          </a:prstGeom>
          <a:noFill/>
        </p:spPr>
        <p:txBody>
          <a:bodyPr wrap="none" rtlCol="0">
            <a:spAutoFit/>
          </a:bodyPr>
          <a:lstStyle/>
          <a:p>
            <a:r>
              <a:rPr lang="it-IT" sz="1100" b="1" dirty="0">
                <a:solidFill>
                  <a:srgbClr val="EE915E"/>
                </a:solidFill>
              </a:rPr>
              <a:t>READ</a:t>
            </a:r>
          </a:p>
        </p:txBody>
      </p:sp>
      <p:sp>
        <p:nvSpPr>
          <p:cNvPr id="82" name="CasellaDiTesto 81">
            <a:extLst>
              <a:ext uri="{FF2B5EF4-FFF2-40B4-BE49-F238E27FC236}">
                <a16:creationId xmlns:a16="http://schemas.microsoft.com/office/drawing/2014/main" id="{B7A657E0-FE9A-667E-C981-4177866FE90B}"/>
              </a:ext>
            </a:extLst>
          </p:cNvPr>
          <p:cNvSpPr txBox="1"/>
          <p:nvPr/>
        </p:nvSpPr>
        <p:spPr>
          <a:xfrm>
            <a:off x="3600867" y="9715293"/>
            <a:ext cx="489236" cy="261610"/>
          </a:xfrm>
          <a:prstGeom prst="rect">
            <a:avLst/>
          </a:prstGeom>
          <a:noFill/>
        </p:spPr>
        <p:txBody>
          <a:bodyPr wrap="square" rtlCol="0">
            <a:spAutoFit/>
          </a:bodyPr>
          <a:lstStyle/>
          <a:p>
            <a:r>
              <a:rPr lang="it-IT" sz="1100" b="1" dirty="0">
                <a:solidFill>
                  <a:srgbClr val="795548"/>
                </a:solidFill>
              </a:rPr>
              <a:t>MDR</a:t>
            </a:r>
          </a:p>
        </p:txBody>
      </p:sp>
      <p:cxnSp>
        <p:nvCxnSpPr>
          <p:cNvPr id="83" name="Connettore diritto 82">
            <a:extLst>
              <a:ext uri="{FF2B5EF4-FFF2-40B4-BE49-F238E27FC236}">
                <a16:creationId xmlns:a16="http://schemas.microsoft.com/office/drawing/2014/main" id="{42A691C1-8C7B-1AEB-CDD5-A4D6C2157915}"/>
              </a:ext>
            </a:extLst>
          </p:cNvPr>
          <p:cNvCxnSpPr>
            <a:cxnSpLocks/>
          </p:cNvCxnSpPr>
          <p:nvPr/>
        </p:nvCxnSpPr>
        <p:spPr>
          <a:xfrm>
            <a:off x="3617549" y="9944358"/>
            <a:ext cx="658773" cy="0"/>
          </a:xfrm>
          <a:prstGeom prst="line">
            <a:avLst/>
          </a:prstGeom>
          <a:ln w="12700" cap="rnd">
            <a:solidFill>
              <a:srgbClr val="795548"/>
            </a:solidFill>
            <a:bevel/>
            <a:tailEnd type="none"/>
          </a:ln>
        </p:spPr>
        <p:style>
          <a:lnRef idx="2">
            <a:schemeClr val="accent1"/>
          </a:lnRef>
          <a:fillRef idx="0">
            <a:schemeClr val="accent1"/>
          </a:fillRef>
          <a:effectRef idx="1">
            <a:schemeClr val="accent1"/>
          </a:effectRef>
          <a:fontRef idx="minor">
            <a:schemeClr val="tx1"/>
          </a:fontRef>
        </p:style>
      </p:cxnSp>
      <p:sp>
        <p:nvSpPr>
          <p:cNvPr id="84" name="object 192">
            <a:extLst>
              <a:ext uri="{FF2B5EF4-FFF2-40B4-BE49-F238E27FC236}">
                <a16:creationId xmlns:a16="http://schemas.microsoft.com/office/drawing/2014/main" id="{5D1594B9-ABC7-5970-A185-5858F4F895F2}"/>
              </a:ext>
            </a:extLst>
          </p:cNvPr>
          <p:cNvSpPr/>
          <p:nvPr/>
        </p:nvSpPr>
        <p:spPr>
          <a:xfrm>
            <a:off x="4228163" y="9612094"/>
            <a:ext cx="857193" cy="534351"/>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2BBF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solidFill>
                <a:schemeClr val="lt1"/>
              </a:solidFill>
            </a:endParaRPr>
          </a:p>
        </p:txBody>
      </p:sp>
      <p:sp>
        <p:nvSpPr>
          <p:cNvPr id="89" name="object 192">
            <a:extLst>
              <a:ext uri="{FF2B5EF4-FFF2-40B4-BE49-F238E27FC236}">
                <a16:creationId xmlns:a16="http://schemas.microsoft.com/office/drawing/2014/main" id="{4BC563E3-A739-E1CA-BDE0-18CA00A69DA6}"/>
              </a:ext>
            </a:extLst>
          </p:cNvPr>
          <p:cNvSpPr/>
          <p:nvPr/>
        </p:nvSpPr>
        <p:spPr>
          <a:xfrm>
            <a:off x="4360587" y="9795314"/>
            <a:ext cx="608722" cy="282773"/>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AF6EF">
              <a:alpha val="76861"/>
            </a:srgbClr>
          </a:solidFill>
        </p:spPr>
        <p:txBody>
          <a:bodyPr wrap="square" lIns="0" tIns="0" rIns="0" bIns="0" rtlCol="0" anchor="b"/>
          <a:lstStyle/>
          <a:p>
            <a:endParaRPr sz="2000">
              <a:latin typeface="A Font 1" panose="02000503000000000000" pitchFamily="2" charset="0"/>
            </a:endParaRPr>
          </a:p>
        </p:txBody>
      </p:sp>
      <p:sp>
        <p:nvSpPr>
          <p:cNvPr id="90" name="CasellaDiTesto 89">
            <a:extLst>
              <a:ext uri="{FF2B5EF4-FFF2-40B4-BE49-F238E27FC236}">
                <a16:creationId xmlns:a16="http://schemas.microsoft.com/office/drawing/2014/main" id="{E47D5A8B-7E73-C8CC-B43F-0D57147012B2}"/>
              </a:ext>
            </a:extLst>
          </p:cNvPr>
          <p:cNvSpPr txBox="1"/>
          <p:nvPr/>
        </p:nvSpPr>
        <p:spPr>
          <a:xfrm>
            <a:off x="4370380" y="9800003"/>
            <a:ext cx="664422" cy="261610"/>
          </a:xfrm>
          <a:prstGeom prst="rect">
            <a:avLst/>
          </a:prstGeom>
          <a:noFill/>
        </p:spPr>
        <p:txBody>
          <a:bodyPr wrap="square" rtlCol="0">
            <a:spAutoFit/>
          </a:bodyPr>
          <a:lstStyle/>
          <a:p>
            <a:r>
              <a:rPr lang="it-IT" sz="1100" b="1" dirty="0">
                <a:solidFill>
                  <a:srgbClr val="795548"/>
                </a:solidFill>
              </a:rPr>
              <a:t>(EAX)</a:t>
            </a:r>
          </a:p>
        </p:txBody>
      </p:sp>
      <p:sp>
        <p:nvSpPr>
          <p:cNvPr id="91" name="Arco 90">
            <a:extLst>
              <a:ext uri="{FF2B5EF4-FFF2-40B4-BE49-F238E27FC236}">
                <a16:creationId xmlns:a16="http://schemas.microsoft.com/office/drawing/2014/main" id="{5F0C0910-66BA-401E-F012-3D8E2EFB725F}"/>
              </a:ext>
            </a:extLst>
          </p:cNvPr>
          <p:cNvSpPr/>
          <p:nvPr/>
        </p:nvSpPr>
        <p:spPr>
          <a:xfrm rot="1027373" flipH="1">
            <a:off x="8459852" y="7073446"/>
            <a:ext cx="1675599" cy="1521504"/>
          </a:xfrm>
          <a:prstGeom prst="arc">
            <a:avLst>
              <a:gd name="adj1" fmla="val 14938680"/>
              <a:gd name="adj2" fmla="val 19637418"/>
            </a:avLst>
          </a:prstGeom>
          <a:noFill/>
          <a:ln w="28575">
            <a:gradFill>
              <a:gsLst>
                <a:gs pos="35000">
                  <a:srgbClr val="F2AA84">
                    <a:alpha val="20000"/>
                  </a:srgbClr>
                </a:gs>
                <a:gs pos="5000">
                  <a:srgbClr val="F2AA84"/>
                </a:gs>
              </a:gsLst>
              <a:lin ang="5400000" scaled="1"/>
            </a:gra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98" name="Rettangolo 97">
            <a:extLst>
              <a:ext uri="{FF2B5EF4-FFF2-40B4-BE49-F238E27FC236}">
                <a16:creationId xmlns:a16="http://schemas.microsoft.com/office/drawing/2014/main" id="{4DD657F6-8F5A-EF3C-710E-4E71AAFE8464}"/>
              </a:ext>
            </a:extLst>
          </p:cNvPr>
          <p:cNvSpPr/>
          <p:nvPr/>
        </p:nvSpPr>
        <p:spPr>
          <a:xfrm>
            <a:off x="7702405" y="11169270"/>
            <a:ext cx="599754" cy="6652548"/>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99" name="Ovale 98">
            <a:extLst>
              <a:ext uri="{FF2B5EF4-FFF2-40B4-BE49-F238E27FC236}">
                <a16:creationId xmlns:a16="http://schemas.microsoft.com/office/drawing/2014/main" id="{54913EB4-A129-D5D8-F9D9-508B2A207B5F}"/>
              </a:ext>
            </a:extLst>
          </p:cNvPr>
          <p:cNvSpPr/>
          <p:nvPr/>
        </p:nvSpPr>
        <p:spPr>
          <a:xfrm>
            <a:off x="5743436" y="9795117"/>
            <a:ext cx="302913" cy="302913"/>
          </a:xfrm>
          <a:prstGeom prst="ellipse">
            <a:avLst/>
          </a:prstGeom>
          <a:noFill/>
          <a:ln w="19050" cap="rnd">
            <a:solidFill>
              <a:srgbClr val="795548"/>
            </a:solidFill>
            <a:bevel/>
            <a:extLst>
              <a:ext uri="{C807C97D-BFC1-408E-A445-0C87EB9F89A2}">
                <ask:lineSketchStyleProps xmlns:ask="http://schemas.microsoft.com/office/drawing/2018/sketchyshapes" sd="1403337985">
                  <a:custGeom>
                    <a:avLst/>
                    <a:gdLst>
                      <a:gd name="connsiteX0" fmla="*/ 0 w 1317698"/>
                      <a:gd name="connsiteY0" fmla="*/ 0 h 1321841"/>
                      <a:gd name="connsiteX1" fmla="*/ 645672 w 1317698"/>
                      <a:gd name="connsiteY1" fmla="*/ 0 h 1321841"/>
                      <a:gd name="connsiteX2" fmla="*/ 1317698 w 1317698"/>
                      <a:gd name="connsiteY2" fmla="*/ 0 h 1321841"/>
                      <a:gd name="connsiteX3" fmla="*/ 1317698 w 1317698"/>
                      <a:gd name="connsiteY3" fmla="*/ 621265 h 1321841"/>
                      <a:gd name="connsiteX4" fmla="*/ 1317698 w 1317698"/>
                      <a:gd name="connsiteY4" fmla="*/ 1321841 h 1321841"/>
                      <a:gd name="connsiteX5" fmla="*/ 698380 w 1317698"/>
                      <a:gd name="connsiteY5" fmla="*/ 1321841 h 1321841"/>
                      <a:gd name="connsiteX6" fmla="*/ 0 w 1317698"/>
                      <a:gd name="connsiteY6" fmla="*/ 1321841 h 1321841"/>
                      <a:gd name="connsiteX7" fmla="*/ 0 w 1317698"/>
                      <a:gd name="connsiteY7" fmla="*/ 674139 h 1321841"/>
                      <a:gd name="connsiteX8" fmla="*/ 0 w 1317698"/>
                      <a:gd name="connsiteY8" fmla="*/ 0 h 1321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7698" h="1321841" extrusionOk="0">
                        <a:moveTo>
                          <a:pt x="0" y="0"/>
                        </a:moveTo>
                        <a:cubicBezTo>
                          <a:pt x="289659" y="23232"/>
                          <a:pt x="400586" y="30370"/>
                          <a:pt x="645672" y="0"/>
                        </a:cubicBezTo>
                        <a:cubicBezTo>
                          <a:pt x="890758" y="-30370"/>
                          <a:pt x="1023421" y="27975"/>
                          <a:pt x="1317698" y="0"/>
                        </a:cubicBezTo>
                        <a:cubicBezTo>
                          <a:pt x="1290347" y="308686"/>
                          <a:pt x="1339201" y="475652"/>
                          <a:pt x="1317698" y="621265"/>
                        </a:cubicBezTo>
                        <a:cubicBezTo>
                          <a:pt x="1296195" y="766879"/>
                          <a:pt x="1328974" y="996761"/>
                          <a:pt x="1317698" y="1321841"/>
                        </a:cubicBezTo>
                        <a:cubicBezTo>
                          <a:pt x="1144791" y="1309825"/>
                          <a:pt x="995771" y="1311151"/>
                          <a:pt x="698380" y="1321841"/>
                        </a:cubicBezTo>
                        <a:cubicBezTo>
                          <a:pt x="400989" y="1332531"/>
                          <a:pt x="263510" y="1313771"/>
                          <a:pt x="0" y="1321841"/>
                        </a:cubicBezTo>
                        <a:cubicBezTo>
                          <a:pt x="-11461" y="1117278"/>
                          <a:pt x="9511" y="974980"/>
                          <a:pt x="0" y="674139"/>
                        </a:cubicBezTo>
                        <a:cubicBezTo>
                          <a:pt x="-9511" y="373298"/>
                          <a:pt x="-25571" y="20760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400" b="1" dirty="0">
                <a:solidFill>
                  <a:srgbClr val="795548"/>
                </a:solidFill>
              </a:rPr>
              <a:t>+</a:t>
            </a:r>
          </a:p>
        </p:txBody>
      </p:sp>
      <p:sp>
        <p:nvSpPr>
          <p:cNvPr id="107" name="Arco 106">
            <a:extLst>
              <a:ext uri="{FF2B5EF4-FFF2-40B4-BE49-F238E27FC236}">
                <a16:creationId xmlns:a16="http://schemas.microsoft.com/office/drawing/2014/main" id="{F59B80D1-29C5-1FC4-D387-F8CCD368EA34}"/>
              </a:ext>
            </a:extLst>
          </p:cNvPr>
          <p:cNvSpPr/>
          <p:nvPr/>
        </p:nvSpPr>
        <p:spPr>
          <a:xfrm rot="8307544">
            <a:off x="4899951" y="9378302"/>
            <a:ext cx="1144486" cy="773935"/>
          </a:xfrm>
          <a:prstGeom prst="arc">
            <a:avLst/>
          </a:prstGeom>
          <a:ln w="12700" cap="rnd">
            <a:solidFill>
              <a:srgbClr val="795548"/>
            </a:solidFill>
            <a:bevel/>
            <a:headEnd type="arrow"/>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08" name="Arco 107">
            <a:extLst>
              <a:ext uri="{FF2B5EF4-FFF2-40B4-BE49-F238E27FC236}">
                <a16:creationId xmlns:a16="http://schemas.microsoft.com/office/drawing/2014/main" id="{82242DFF-EC97-C1E9-7B3E-3219E1EE23C5}"/>
              </a:ext>
            </a:extLst>
          </p:cNvPr>
          <p:cNvSpPr/>
          <p:nvPr/>
        </p:nvSpPr>
        <p:spPr>
          <a:xfrm rot="11706397">
            <a:off x="5389985" y="9176844"/>
            <a:ext cx="857193" cy="773935"/>
          </a:xfrm>
          <a:prstGeom prst="arc">
            <a:avLst>
              <a:gd name="adj1" fmla="val 16200000"/>
              <a:gd name="adj2" fmla="val 19417249"/>
            </a:avLst>
          </a:prstGeom>
          <a:ln w="12700" cap="rnd">
            <a:solidFill>
              <a:srgbClr val="795548"/>
            </a:solidFill>
            <a:bevel/>
            <a:headEnd type="arrow"/>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12" name="Rettangolo con angoli arrotondati 111">
            <a:extLst>
              <a:ext uri="{FF2B5EF4-FFF2-40B4-BE49-F238E27FC236}">
                <a16:creationId xmlns:a16="http://schemas.microsoft.com/office/drawing/2014/main" id="{5EFBD111-D8E6-3AEA-5356-BC38AC88BA70}"/>
              </a:ext>
            </a:extLst>
          </p:cNvPr>
          <p:cNvSpPr/>
          <p:nvPr/>
        </p:nvSpPr>
        <p:spPr>
          <a:xfrm>
            <a:off x="5194633" y="9511485"/>
            <a:ext cx="552927" cy="2374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3" name="CasellaDiTesto 112">
            <a:extLst>
              <a:ext uri="{FF2B5EF4-FFF2-40B4-BE49-F238E27FC236}">
                <a16:creationId xmlns:a16="http://schemas.microsoft.com/office/drawing/2014/main" id="{0B352392-B1CE-61E1-0B92-B745C1171084}"/>
              </a:ext>
            </a:extLst>
          </p:cNvPr>
          <p:cNvSpPr txBox="1"/>
          <p:nvPr/>
        </p:nvSpPr>
        <p:spPr>
          <a:xfrm>
            <a:off x="5194633" y="9513363"/>
            <a:ext cx="552927" cy="261610"/>
          </a:xfrm>
          <a:prstGeom prst="rect">
            <a:avLst/>
          </a:prstGeom>
          <a:noFill/>
        </p:spPr>
        <p:txBody>
          <a:bodyPr wrap="square" rtlCol="0">
            <a:spAutoFit/>
          </a:bodyPr>
          <a:lstStyle/>
          <a:p>
            <a:pPr algn="ctr"/>
            <a:r>
              <a:rPr lang="it-IT" sz="1100" b="1" dirty="0">
                <a:solidFill>
                  <a:schemeClr val="bg1"/>
                </a:solidFill>
              </a:rPr>
              <a:t>PC</a:t>
            </a:r>
          </a:p>
        </p:txBody>
      </p:sp>
      <p:sp>
        <p:nvSpPr>
          <p:cNvPr id="114" name="Rettangolo con angoli arrotondati 113">
            <a:extLst>
              <a:ext uri="{FF2B5EF4-FFF2-40B4-BE49-F238E27FC236}">
                <a16:creationId xmlns:a16="http://schemas.microsoft.com/office/drawing/2014/main" id="{A1FBCBDC-5EED-C0E0-B12A-69CD4C83E5E9}"/>
              </a:ext>
            </a:extLst>
          </p:cNvPr>
          <p:cNvSpPr/>
          <p:nvPr/>
        </p:nvSpPr>
        <p:spPr>
          <a:xfrm>
            <a:off x="6560946" y="9824201"/>
            <a:ext cx="552927" cy="2374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5" name="CasellaDiTesto 114">
            <a:extLst>
              <a:ext uri="{FF2B5EF4-FFF2-40B4-BE49-F238E27FC236}">
                <a16:creationId xmlns:a16="http://schemas.microsoft.com/office/drawing/2014/main" id="{7CA5B4BC-C832-80A1-CF82-0A49899AE2BA}"/>
              </a:ext>
            </a:extLst>
          </p:cNvPr>
          <p:cNvSpPr txBox="1"/>
          <p:nvPr/>
        </p:nvSpPr>
        <p:spPr>
          <a:xfrm>
            <a:off x="6560946" y="9826079"/>
            <a:ext cx="552927" cy="261610"/>
          </a:xfrm>
          <a:prstGeom prst="rect">
            <a:avLst/>
          </a:prstGeom>
          <a:noFill/>
        </p:spPr>
        <p:txBody>
          <a:bodyPr wrap="square" rtlCol="0">
            <a:spAutoFit/>
          </a:bodyPr>
          <a:lstStyle/>
          <a:p>
            <a:pPr algn="ctr"/>
            <a:r>
              <a:rPr lang="it-IT" sz="1100" b="1" dirty="0">
                <a:solidFill>
                  <a:schemeClr val="bg1"/>
                </a:solidFill>
              </a:rPr>
              <a:t>PC</a:t>
            </a:r>
          </a:p>
        </p:txBody>
      </p:sp>
      <p:cxnSp>
        <p:nvCxnSpPr>
          <p:cNvPr id="117" name="Connettore diritto 116">
            <a:extLst>
              <a:ext uri="{FF2B5EF4-FFF2-40B4-BE49-F238E27FC236}">
                <a16:creationId xmlns:a16="http://schemas.microsoft.com/office/drawing/2014/main" id="{F78359C4-F740-985A-483C-CE9486E45D36}"/>
              </a:ext>
            </a:extLst>
          </p:cNvPr>
          <p:cNvCxnSpPr>
            <a:cxnSpLocks/>
          </p:cNvCxnSpPr>
          <p:nvPr/>
        </p:nvCxnSpPr>
        <p:spPr>
          <a:xfrm flipH="1">
            <a:off x="6072132" y="9936479"/>
            <a:ext cx="488814" cy="0"/>
          </a:xfrm>
          <a:prstGeom prst="line">
            <a:avLst/>
          </a:prstGeom>
          <a:ln w="19050" cap="rnd">
            <a:gradFill flip="none" rotWithShape="1">
              <a:gsLst>
                <a:gs pos="57000">
                  <a:srgbClr val="795548"/>
                </a:gs>
                <a:gs pos="100000">
                  <a:srgbClr val="795548">
                    <a:alpha val="0"/>
                  </a:srgbClr>
                </a:gs>
              </a:gsLst>
              <a:lin ang="0" scaled="1"/>
              <a:tileRect/>
            </a:gradFill>
            <a:bevel/>
            <a:headEnd type="arrow"/>
            <a:tailEnd type="none"/>
          </a:ln>
        </p:spPr>
        <p:style>
          <a:lnRef idx="2">
            <a:schemeClr val="accent1"/>
          </a:lnRef>
          <a:fillRef idx="0">
            <a:schemeClr val="accent1"/>
          </a:fillRef>
          <a:effectRef idx="1">
            <a:schemeClr val="accent1"/>
          </a:effectRef>
          <a:fontRef idx="minor">
            <a:schemeClr val="tx1"/>
          </a:fontRef>
        </p:style>
      </p:cxnSp>
      <p:sp>
        <p:nvSpPr>
          <p:cNvPr id="118" name="Arco 117">
            <a:extLst>
              <a:ext uri="{FF2B5EF4-FFF2-40B4-BE49-F238E27FC236}">
                <a16:creationId xmlns:a16="http://schemas.microsoft.com/office/drawing/2014/main" id="{BA3E5CE1-E3E6-89C5-8295-80C3B656B976}"/>
              </a:ext>
            </a:extLst>
          </p:cNvPr>
          <p:cNvSpPr/>
          <p:nvPr/>
        </p:nvSpPr>
        <p:spPr>
          <a:xfrm rot="8983851">
            <a:off x="7908320" y="13238682"/>
            <a:ext cx="857193" cy="773935"/>
          </a:xfrm>
          <a:prstGeom prst="arc">
            <a:avLst>
              <a:gd name="adj1" fmla="val 16200000"/>
              <a:gd name="adj2" fmla="val 20822285"/>
            </a:avLst>
          </a:prstGeom>
          <a:ln w="19050" cap="rnd">
            <a:solidFill>
              <a:srgbClr val="795548"/>
            </a:solidFill>
            <a:bevel/>
            <a:headEnd type="arrow"/>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Tree>
    <p:extLst>
      <p:ext uri="{BB962C8B-B14F-4D97-AF65-F5344CB8AC3E}">
        <p14:creationId xmlns:p14="http://schemas.microsoft.com/office/powerpoint/2010/main" val="683034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AF6EF"/>
        </a:solidFill>
        <a:effectLst/>
      </p:bgPr>
    </p:bg>
    <p:spTree>
      <p:nvGrpSpPr>
        <p:cNvPr id="1" name=""/>
        <p:cNvGrpSpPr/>
        <p:nvPr/>
      </p:nvGrpSpPr>
      <p:grpSpPr>
        <a:xfrm>
          <a:off x="0" y="0"/>
          <a:ext cx="0" cy="0"/>
          <a:chOff x="0" y="0"/>
          <a:chExt cx="0" cy="0"/>
        </a:xfrm>
      </p:grpSpPr>
      <p:sp>
        <p:nvSpPr>
          <p:cNvPr id="5" name="object 241">
            <a:extLst>
              <a:ext uri="{FF2B5EF4-FFF2-40B4-BE49-F238E27FC236}">
                <a16:creationId xmlns:a16="http://schemas.microsoft.com/office/drawing/2014/main" id="{4C99DF51-BF81-0413-00CA-F1B68858AF16}"/>
              </a:ext>
            </a:extLst>
          </p:cNvPr>
          <p:cNvSpPr txBox="1"/>
          <p:nvPr/>
        </p:nvSpPr>
        <p:spPr>
          <a:xfrm>
            <a:off x="114209" y="79842"/>
            <a:ext cx="6972391" cy="446444"/>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BANCHI DI MEMORIA esercizi</a:t>
            </a:r>
          </a:p>
        </p:txBody>
      </p:sp>
      <p:sp>
        <p:nvSpPr>
          <p:cNvPr id="10" name="object 166">
            <a:extLst>
              <a:ext uri="{FF2B5EF4-FFF2-40B4-BE49-F238E27FC236}">
                <a16:creationId xmlns:a16="http://schemas.microsoft.com/office/drawing/2014/main" id="{DF5000CC-A9B9-78AC-A62D-B4313AD18120}"/>
              </a:ext>
            </a:extLst>
          </p:cNvPr>
          <p:cNvSpPr/>
          <p:nvPr/>
        </p:nvSpPr>
        <p:spPr>
          <a:xfrm>
            <a:off x="-4263692" y="883960"/>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2" name="object 168">
            <a:extLst>
              <a:ext uri="{FF2B5EF4-FFF2-40B4-BE49-F238E27FC236}">
                <a16:creationId xmlns:a16="http://schemas.microsoft.com/office/drawing/2014/main" id="{6A095960-656B-8CB8-8008-CEDAE28A045B}"/>
              </a:ext>
            </a:extLst>
          </p:cNvPr>
          <p:cNvSpPr txBox="1"/>
          <p:nvPr/>
        </p:nvSpPr>
        <p:spPr>
          <a:xfrm>
            <a:off x="-2105550" y="2225084"/>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42" name="object 192">
            <a:extLst>
              <a:ext uri="{FF2B5EF4-FFF2-40B4-BE49-F238E27FC236}">
                <a16:creationId xmlns:a16="http://schemas.microsoft.com/office/drawing/2014/main" id="{7C46EF8F-5DBE-D90E-EA01-DEA483EBD119}"/>
              </a:ext>
            </a:extLst>
          </p:cNvPr>
          <p:cNvSpPr/>
          <p:nvPr/>
        </p:nvSpPr>
        <p:spPr>
          <a:xfrm>
            <a:off x="-845855" y="1342387"/>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7709134" y="8264156"/>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8252807" y="8861309"/>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8445566" y="9297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9234315" y="93075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8445566" y="901317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9246015" y="901167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9105697" y="9045627"/>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8288273" y="9055920"/>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8287925" y="9336773"/>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9082871" y="9351766"/>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85" name="Rettangolo con angoli arrotondati 84">
            <a:extLst>
              <a:ext uri="{FF2B5EF4-FFF2-40B4-BE49-F238E27FC236}">
                <a16:creationId xmlns:a16="http://schemas.microsoft.com/office/drawing/2014/main" id="{56EE77D8-C149-4360-F68A-9777EDDEBADF}"/>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con angoli arrotondati 85">
            <a:extLst>
              <a:ext uri="{FF2B5EF4-FFF2-40B4-BE49-F238E27FC236}">
                <a16:creationId xmlns:a16="http://schemas.microsoft.com/office/drawing/2014/main" id="{3F000491-9639-47BA-CD98-A84E3240DD14}"/>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con angoli arrotondati 86">
            <a:extLst>
              <a:ext uri="{FF2B5EF4-FFF2-40B4-BE49-F238E27FC236}">
                <a16:creationId xmlns:a16="http://schemas.microsoft.com/office/drawing/2014/main" id="{2D7F0DB7-85B9-762A-91B5-D8BDECB90DBB}"/>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FC4F1112-D270-C3A3-0BC4-2093B873E672}"/>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6" name="Parentesi quadra aperta 105">
            <a:extLst>
              <a:ext uri="{FF2B5EF4-FFF2-40B4-BE49-F238E27FC236}">
                <a16:creationId xmlns:a16="http://schemas.microsoft.com/office/drawing/2014/main" id="{E8E7DFBB-CE86-B1AE-9DC3-DDED90DD197D}"/>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71" name="Parentesi quadra aperta 270">
            <a:extLst>
              <a:ext uri="{FF2B5EF4-FFF2-40B4-BE49-F238E27FC236}">
                <a16:creationId xmlns:a16="http://schemas.microsoft.com/office/drawing/2014/main" id="{40638298-8946-3B45-A817-85F722D66832}"/>
              </a:ext>
            </a:extLst>
          </p:cNvPr>
          <p:cNvSpPr/>
          <p:nvPr/>
        </p:nvSpPr>
        <p:spPr>
          <a:xfrm>
            <a:off x="214195" y="12638450"/>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8" name="CasellaDiTesto 7">
            <a:extLst>
              <a:ext uri="{FF2B5EF4-FFF2-40B4-BE49-F238E27FC236}">
                <a16:creationId xmlns:a16="http://schemas.microsoft.com/office/drawing/2014/main" id="{84F713B7-0772-E869-5D08-3DEB09652393}"/>
              </a:ext>
            </a:extLst>
          </p:cNvPr>
          <p:cNvSpPr txBox="1"/>
          <p:nvPr/>
        </p:nvSpPr>
        <p:spPr>
          <a:xfrm>
            <a:off x="138170" y="674959"/>
            <a:ext cx="7602435" cy="523220"/>
          </a:xfrm>
          <a:prstGeom prst="rect">
            <a:avLst/>
          </a:prstGeom>
          <a:noFill/>
        </p:spPr>
        <p:txBody>
          <a:bodyPr wrap="square">
            <a:spAutoFit/>
          </a:bodyPr>
          <a:lstStyle/>
          <a:p>
            <a:r>
              <a:rPr lang="it-IT" sz="1400" u="sng" dirty="0"/>
              <a:t>Esempio</a:t>
            </a:r>
            <a:r>
              <a:rPr lang="it-IT" sz="1400" dirty="0"/>
              <a:t>:</a:t>
            </a:r>
          </a:p>
          <a:p>
            <a:r>
              <a:rPr lang="it-IT" sz="1400" dirty="0"/>
              <a:t>Si realizzi una DRAM di </a:t>
            </a:r>
            <a:r>
              <a:rPr lang="it-IT" sz="1400" dirty="0">
                <a:highlight>
                  <a:srgbClr val="C2D9E5"/>
                </a:highlight>
              </a:rPr>
              <a:t>256MB x 8 bit</a:t>
            </a:r>
            <a:r>
              <a:rPr lang="it-IT" sz="1400" dirty="0"/>
              <a:t> indirizzabile al </a:t>
            </a:r>
            <a:r>
              <a:rPr lang="it-IT" sz="1400" dirty="0">
                <a:highlight>
                  <a:srgbClr val="B2E890"/>
                </a:highlight>
              </a:rPr>
              <a:t>byte</a:t>
            </a:r>
            <a:r>
              <a:rPr lang="it-IT" sz="1400" dirty="0"/>
              <a:t> utilizzando chip </a:t>
            </a:r>
            <a:r>
              <a:rPr lang="it-IT" sz="1400" dirty="0">
                <a:highlight>
                  <a:srgbClr val="FFE4DB"/>
                </a:highlight>
              </a:rPr>
              <a:t>64M x 1 bit </a:t>
            </a:r>
            <a:r>
              <a:rPr lang="it-IT" sz="1400" dirty="0"/>
              <a:t>. </a:t>
            </a:r>
          </a:p>
        </p:txBody>
      </p:sp>
      <p:sp>
        <p:nvSpPr>
          <p:cNvPr id="9" name="CasellaDiTesto 8">
            <a:extLst>
              <a:ext uri="{FF2B5EF4-FFF2-40B4-BE49-F238E27FC236}">
                <a16:creationId xmlns:a16="http://schemas.microsoft.com/office/drawing/2014/main" id="{CB6E804E-8F38-2A86-6F1B-A220A3A4904E}"/>
              </a:ext>
            </a:extLst>
          </p:cNvPr>
          <p:cNvSpPr txBox="1"/>
          <p:nvPr/>
        </p:nvSpPr>
        <p:spPr>
          <a:xfrm>
            <a:off x="138170" y="1256299"/>
            <a:ext cx="7111781" cy="954107"/>
          </a:xfrm>
          <a:prstGeom prst="rect">
            <a:avLst/>
          </a:prstGeom>
          <a:noFill/>
        </p:spPr>
        <p:txBody>
          <a:bodyPr wrap="square">
            <a:spAutoFit/>
          </a:bodyPr>
          <a:lstStyle/>
          <a:p>
            <a:r>
              <a:rPr lang="it-IT" sz="1400" u="sng" dirty="0"/>
              <a:t>Spiegazione:</a:t>
            </a:r>
          </a:p>
          <a:p>
            <a:r>
              <a:rPr lang="it-IT" sz="1400" dirty="0"/>
              <a:t>Dobbiamo creare una memoria di dimensioni </a:t>
            </a:r>
            <a:r>
              <a:rPr lang="it-IT" sz="1400" dirty="0">
                <a:highlight>
                  <a:srgbClr val="C2D9E5"/>
                </a:highlight>
              </a:rPr>
              <a:t>2^21 </a:t>
            </a:r>
            <a:r>
              <a:rPr lang="it-IT" sz="1400" dirty="0"/>
              <a:t>x </a:t>
            </a:r>
            <a:r>
              <a:rPr lang="it-IT" sz="1400" dirty="0">
                <a:highlight>
                  <a:srgbClr val="C2D9E5"/>
                </a:highlight>
              </a:rPr>
              <a:t>32 bit </a:t>
            </a:r>
            <a:r>
              <a:rPr lang="it-IT" sz="1400" dirty="0"/>
              <a:t>, composta da </a:t>
            </a:r>
            <a:r>
              <a:rPr lang="it-IT" sz="1400" dirty="0">
                <a:highlight>
                  <a:srgbClr val="FFE4DB"/>
                </a:highlight>
              </a:rPr>
              <a:t>chip 2^20 x 1 bit</a:t>
            </a:r>
            <a:r>
              <a:rPr lang="it-IT" sz="1400" dirty="0"/>
              <a:t>. </a:t>
            </a:r>
          </a:p>
          <a:p>
            <a:r>
              <a:rPr lang="it-IT" sz="1400" dirty="0"/>
              <a:t>Per creare una </a:t>
            </a:r>
            <a:r>
              <a:rPr lang="it-IT" sz="1400" dirty="0" err="1"/>
              <a:t>sram</a:t>
            </a:r>
            <a:r>
              <a:rPr lang="it-IT" sz="1400" dirty="0"/>
              <a:t> di queste dimensioni basta avere 2 e 4 chip per lato ( 2M x 4 byte = 2M x 32bit), avendo chip da 8 bit ovvero 1 byte, bisogna poterli indirizzare tutti a 8 con 3 bit</a:t>
            </a:r>
          </a:p>
        </p:txBody>
      </p:sp>
      <p:sp>
        <p:nvSpPr>
          <p:cNvPr id="17" name="object 123">
            <a:extLst>
              <a:ext uri="{FF2B5EF4-FFF2-40B4-BE49-F238E27FC236}">
                <a16:creationId xmlns:a16="http://schemas.microsoft.com/office/drawing/2014/main" id="{F1727E58-70ED-C7F3-34C9-170825360821}"/>
              </a:ext>
            </a:extLst>
          </p:cNvPr>
          <p:cNvSpPr/>
          <p:nvPr/>
        </p:nvSpPr>
        <p:spPr>
          <a:xfrm>
            <a:off x="8000256" y="4597187"/>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8" name="object 123">
            <a:extLst>
              <a:ext uri="{FF2B5EF4-FFF2-40B4-BE49-F238E27FC236}">
                <a16:creationId xmlns:a16="http://schemas.microsoft.com/office/drawing/2014/main" id="{23A52F6A-391C-0561-B091-CB7790585342}"/>
              </a:ext>
            </a:extLst>
          </p:cNvPr>
          <p:cNvSpPr/>
          <p:nvPr/>
        </p:nvSpPr>
        <p:spPr>
          <a:xfrm>
            <a:off x="8505723"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9" name="object 123">
            <a:extLst>
              <a:ext uri="{FF2B5EF4-FFF2-40B4-BE49-F238E27FC236}">
                <a16:creationId xmlns:a16="http://schemas.microsoft.com/office/drawing/2014/main" id="{34DAD8C6-6360-AC95-CA3A-88CEDFEB1310}"/>
              </a:ext>
            </a:extLst>
          </p:cNvPr>
          <p:cNvSpPr/>
          <p:nvPr/>
        </p:nvSpPr>
        <p:spPr>
          <a:xfrm>
            <a:off x="9003885" y="4582354"/>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B2E621C0-8F2C-F8E3-25CA-ECF36C0D0510}"/>
              </a:ext>
            </a:extLst>
          </p:cNvPr>
          <p:cNvSpPr/>
          <p:nvPr/>
        </p:nvSpPr>
        <p:spPr>
          <a:xfrm>
            <a:off x="9504517"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8" name="object 123">
            <a:extLst>
              <a:ext uri="{FF2B5EF4-FFF2-40B4-BE49-F238E27FC236}">
                <a16:creationId xmlns:a16="http://schemas.microsoft.com/office/drawing/2014/main" id="{8310E05C-5294-D27D-84F1-149354CFDCFA}"/>
              </a:ext>
            </a:extLst>
          </p:cNvPr>
          <p:cNvSpPr/>
          <p:nvPr/>
        </p:nvSpPr>
        <p:spPr>
          <a:xfrm>
            <a:off x="8002360"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9" name="object 123">
            <a:extLst>
              <a:ext uri="{FF2B5EF4-FFF2-40B4-BE49-F238E27FC236}">
                <a16:creationId xmlns:a16="http://schemas.microsoft.com/office/drawing/2014/main" id="{37DC80B9-B490-7CD1-3663-538B6BC91A7A}"/>
              </a:ext>
            </a:extLst>
          </p:cNvPr>
          <p:cNvSpPr/>
          <p:nvPr/>
        </p:nvSpPr>
        <p:spPr>
          <a:xfrm>
            <a:off x="8495902"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0" name="object 123">
            <a:extLst>
              <a:ext uri="{FF2B5EF4-FFF2-40B4-BE49-F238E27FC236}">
                <a16:creationId xmlns:a16="http://schemas.microsoft.com/office/drawing/2014/main" id="{377DC048-3508-E214-1AF8-731E804E18F2}"/>
              </a:ext>
            </a:extLst>
          </p:cNvPr>
          <p:cNvSpPr/>
          <p:nvPr/>
        </p:nvSpPr>
        <p:spPr>
          <a:xfrm>
            <a:off x="9504516"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1" name="object 123">
            <a:extLst>
              <a:ext uri="{FF2B5EF4-FFF2-40B4-BE49-F238E27FC236}">
                <a16:creationId xmlns:a16="http://schemas.microsoft.com/office/drawing/2014/main" id="{73AAABE2-CA8A-03E0-859E-343339CA5C93}"/>
              </a:ext>
            </a:extLst>
          </p:cNvPr>
          <p:cNvSpPr/>
          <p:nvPr/>
        </p:nvSpPr>
        <p:spPr>
          <a:xfrm>
            <a:off x="9011074" y="4567602"/>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4" name="object 123">
            <a:extLst>
              <a:ext uri="{FF2B5EF4-FFF2-40B4-BE49-F238E27FC236}">
                <a16:creationId xmlns:a16="http://schemas.microsoft.com/office/drawing/2014/main" id="{8FDB5833-F8B3-16A2-D397-9B3A5EC871F3}"/>
              </a:ext>
            </a:extLst>
          </p:cNvPr>
          <p:cNvSpPr/>
          <p:nvPr/>
        </p:nvSpPr>
        <p:spPr>
          <a:xfrm>
            <a:off x="9002421"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2" name="Rettangolo con angoli arrotondati 31">
            <a:extLst>
              <a:ext uri="{FF2B5EF4-FFF2-40B4-BE49-F238E27FC236}">
                <a16:creationId xmlns:a16="http://schemas.microsoft.com/office/drawing/2014/main" id="{87D84ECF-41B0-1EA0-5D8D-CBFE08ADCF96}"/>
              </a:ext>
            </a:extLst>
          </p:cNvPr>
          <p:cNvSpPr/>
          <p:nvPr/>
        </p:nvSpPr>
        <p:spPr>
          <a:xfrm>
            <a:off x="6710275" y="11302122"/>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462" name="Gruppo 461">
            <a:extLst>
              <a:ext uri="{FF2B5EF4-FFF2-40B4-BE49-F238E27FC236}">
                <a16:creationId xmlns:a16="http://schemas.microsoft.com/office/drawing/2014/main" id="{5D2A39A8-D298-2C12-9237-5AA42FC06339}"/>
              </a:ext>
            </a:extLst>
          </p:cNvPr>
          <p:cNvGrpSpPr/>
          <p:nvPr/>
        </p:nvGrpSpPr>
        <p:grpSpPr>
          <a:xfrm>
            <a:off x="322720" y="2337062"/>
            <a:ext cx="6935157" cy="3850263"/>
            <a:chOff x="322720" y="2825576"/>
            <a:chExt cx="6935157" cy="3850263"/>
          </a:xfrm>
        </p:grpSpPr>
        <p:cxnSp>
          <p:nvCxnSpPr>
            <p:cNvPr id="49" name="Connettore diritto 48">
              <a:extLst>
                <a:ext uri="{FF2B5EF4-FFF2-40B4-BE49-F238E27FC236}">
                  <a16:creationId xmlns:a16="http://schemas.microsoft.com/office/drawing/2014/main" id="{9A43D34F-6476-3B6A-BE07-1B342D20AF5B}"/>
                </a:ext>
              </a:extLst>
            </p:cNvPr>
            <p:cNvCxnSpPr>
              <a:cxnSpLocks/>
              <a:stCxn id="425" idx="0"/>
            </p:cNvCxnSpPr>
            <p:nvPr/>
          </p:nvCxnSpPr>
          <p:spPr>
            <a:xfrm flipV="1">
              <a:off x="6844596" y="5554970"/>
              <a:ext cx="0" cy="283224"/>
            </a:xfrm>
            <a:prstGeom prst="line">
              <a:avLst/>
            </a:prstGeom>
            <a:ln>
              <a:solidFill>
                <a:srgbClr val="B2E890"/>
              </a:solidFill>
              <a:prstDash val="sysDot"/>
            </a:ln>
          </p:spPr>
          <p:style>
            <a:lnRef idx="2">
              <a:schemeClr val="accent1"/>
            </a:lnRef>
            <a:fillRef idx="0">
              <a:schemeClr val="accent1"/>
            </a:fillRef>
            <a:effectRef idx="1">
              <a:schemeClr val="accent1"/>
            </a:effectRef>
            <a:fontRef idx="minor">
              <a:schemeClr val="tx1"/>
            </a:fontRef>
          </p:style>
        </p:cxnSp>
        <p:sp>
          <p:nvSpPr>
            <p:cNvPr id="488" name="Triangolo isoscele 487">
              <a:extLst>
                <a:ext uri="{FF2B5EF4-FFF2-40B4-BE49-F238E27FC236}">
                  <a16:creationId xmlns:a16="http://schemas.microsoft.com/office/drawing/2014/main" id="{A456C048-C598-88E6-6BC5-1B5C864E01BD}"/>
                </a:ext>
              </a:extLst>
            </p:cNvPr>
            <p:cNvSpPr/>
            <p:nvPr/>
          </p:nvSpPr>
          <p:spPr>
            <a:xfrm rot="3092196">
              <a:off x="2482888" y="3825843"/>
              <a:ext cx="1961282" cy="1261119"/>
            </a:xfrm>
            <a:prstGeom prst="triangle">
              <a:avLst/>
            </a:prstGeom>
            <a:gradFill>
              <a:gsLst>
                <a:gs pos="0">
                  <a:srgbClr val="EECEAA"/>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89" name="Rettangolo 488">
              <a:extLst>
                <a:ext uri="{FF2B5EF4-FFF2-40B4-BE49-F238E27FC236}">
                  <a16:creationId xmlns:a16="http://schemas.microsoft.com/office/drawing/2014/main" id="{6BDB3785-E356-2B1C-B875-BF7E1D72B451}"/>
                </a:ext>
              </a:extLst>
            </p:cNvPr>
            <p:cNvSpPr/>
            <p:nvPr/>
          </p:nvSpPr>
          <p:spPr>
            <a:xfrm>
              <a:off x="322720" y="3738703"/>
              <a:ext cx="2672950" cy="2937136"/>
            </a:xfrm>
            <a:custGeom>
              <a:avLst/>
              <a:gdLst>
                <a:gd name="connsiteX0" fmla="*/ 0 w 2672950"/>
                <a:gd name="connsiteY0" fmla="*/ 0 h 2937136"/>
                <a:gd name="connsiteX1" fmla="*/ 588049 w 2672950"/>
                <a:gd name="connsiteY1" fmla="*/ 0 h 2937136"/>
                <a:gd name="connsiteX2" fmla="*/ 1283016 w 2672950"/>
                <a:gd name="connsiteY2" fmla="*/ 0 h 2937136"/>
                <a:gd name="connsiteX3" fmla="*/ 1924524 w 2672950"/>
                <a:gd name="connsiteY3" fmla="*/ 0 h 2937136"/>
                <a:gd name="connsiteX4" fmla="*/ 2672950 w 2672950"/>
                <a:gd name="connsiteY4" fmla="*/ 0 h 2937136"/>
                <a:gd name="connsiteX5" fmla="*/ 2672950 w 2672950"/>
                <a:gd name="connsiteY5" fmla="*/ 616799 h 2937136"/>
                <a:gd name="connsiteX6" fmla="*/ 2672950 w 2672950"/>
                <a:gd name="connsiteY6" fmla="*/ 1145483 h 2937136"/>
                <a:gd name="connsiteX7" fmla="*/ 2672950 w 2672950"/>
                <a:gd name="connsiteY7" fmla="*/ 1791653 h 2937136"/>
                <a:gd name="connsiteX8" fmla="*/ 2672950 w 2672950"/>
                <a:gd name="connsiteY8" fmla="*/ 2349709 h 2937136"/>
                <a:gd name="connsiteX9" fmla="*/ 2672950 w 2672950"/>
                <a:gd name="connsiteY9" fmla="*/ 2937136 h 2937136"/>
                <a:gd name="connsiteX10" fmla="*/ 1977983 w 2672950"/>
                <a:gd name="connsiteY10" fmla="*/ 2937136 h 2937136"/>
                <a:gd name="connsiteX11" fmla="*/ 1256287 w 2672950"/>
                <a:gd name="connsiteY11" fmla="*/ 2937136 h 2937136"/>
                <a:gd name="connsiteX12" fmla="*/ 0 w 2672950"/>
                <a:gd name="connsiteY12" fmla="*/ 2937136 h 2937136"/>
                <a:gd name="connsiteX13" fmla="*/ 0 w 2672950"/>
                <a:gd name="connsiteY13" fmla="*/ 2408452 h 2937136"/>
                <a:gd name="connsiteX14" fmla="*/ 0 w 2672950"/>
                <a:gd name="connsiteY14" fmla="*/ 1879767 h 2937136"/>
                <a:gd name="connsiteX15" fmla="*/ 0 w 2672950"/>
                <a:gd name="connsiteY15" fmla="*/ 1262968 h 2937136"/>
                <a:gd name="connsiteX16" fmla="*/ 0 w 2672950"/>
                <a:gd name="connsiteY16" fmla="*/ 704913 h 2937136"/>
                <a:gd name="connsiteX17" fmla="*/ 0 w 2672950"/>
                <a:gd name="connsiteY17" fmla="*/ 0 h 293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2950" h="2937136" fill="none" extrusionOk="0">
                  <a:moveTo>
                    <a:pt x="0" y="0"/>
                  </a:moveTo>
                  <a:cubicBezTo>
                    <a:pt x="171636" y="6932"/>
                    <a:pt x="346312" y="-12029"/>
                    <a:pt x="588049" y="0"/>
                  </a:cubicBezTo>
                  <a:cubicBezTo>
                    <a:pt x="829786" y="12029"/>
                    <a:pt x="1119019" y="-25426"/>
                    <a:pt x="1283016" y="0"/>
                  </a:cubicBezTo>
                  <a:cubicBezTo>
                    <a:pt x="1447013" y="25426"/>
                    <a:pt x="1604007" y="-380"/>
                    <a:pt x="1924524" y="0"/>
                  </a:cubicBezTo>
                  <a:cubicBezTo>
                    <a:pt x="2245041" y="380"/>
                    <a:pt x="2321263" y="-30153"/>
                    <a:pt x="2672950" y="0"/>
                  </a:cubicBezTo>
                  <a:cubicBezTo>
                    <a:pt x="2646075" y="296003"/>
                    <a:pt x="2703366" y="402938"/>
                    <a:pt x="2672950" y="616799"/>
                  </a:cubicBezTo>
                  <a:cubicBezTo>
                    <a:pt x="2642534" y="830660"/>
                    <a:pt x="2698169" y="928625"/>
                    <a:pt x="2672950" y="1145483"/>
                  </a:cubicBezTo>
                  <a:cubicBezTo>
                    <a:pt x="2647731" y="1362341"/>
                    <a:pt x="2669577" y="1568632"/>
                    <a:pt x="2672950" y="1791653"/>
                  </a:cubicBezTo>
                  <a:cubicBezTo>
                    <a:pt x="2676324" y="2014674"/>
                    <a:pt x="2675314" y="2074506"/>
                    <a:pt x="2672950" y="2349709"/>
                  </a:cubicBezTo>
                  <a:cubicBezTo>
                    <a:pt x="2670586" y="2624912"/>
                    <a:pt x="2685150" y="2676238"/>
                    <a:pt x="2672950" y="2937136"/>
                  </a:cubicBezTo>
                  <a:cubicBezTo>
                    <a:pt x="2328270" y="2948319"/>
                    <a:pt x="2127665" y="2955115"/>
                    <a:pt x="1977983" y="2937136"/>
                  </a:cubicBezTo>
                  <a:cubicBezTo>
                    <a:pt x="1828301" y="2919157"/>
                    <a:pt x="1451402" y="2939724"/>
                    <a:pt x="1256287" y="2937136"/>
                  </a:cubicBezTo>
                  <a:cubicBezTo>
                    <a:pt x="1061172" y="2934548"/>
                    <a:pt x="568999" y="2910453"/>
                    <a:pt x="0" y="2937136"/>
                  </a:cubicBezTo>
                  <a:cubicBezTo>
                    <a:pt x="16656" y="2830399"/>
                    <a:pt x="16854" y="2567730"/>
                    <a:pt x="0" y="2408452"/>
                  </a:cubicBezTo>
                  <a:cubicBezTo>
                    <a:pt x="-16854" y="2249174"/>
                    <a:pt x="-11995" y="1994307"/>
                    <a:pt x="0" y="1879767"/>
                  </a:cubicBezTo>
                  <a:cubicBezTo>
                    <a:pt x="11995" y="1765228"/>
                    <a:pt x="-27265" y="1436418"/>
                    <a:pt x="0" y="1262968"/>
                  </a:cubicBezTo>
                  <a:cubicBezTo>
                    <a:pt x="27265" y="1089518"/>
                    <a:pt x="16286" y="865763"/>
                    <a:pt x="0" y="704913"/>
                  </a:cubicBezTo>
                  <a:cubicBezTo>
                    <a:pt x="-16286" y="544064"/>
                    <a:pt x="20346" y="286592"/>
                    <a:pt x="0" y="0"/>
                  </a:cubicBezTo>
                  <a:close/>
                </a:path>
                <a:path w="2672950" h="2937136" stroke="0" extrusionOk="0">
                  <a:moveTo>
                    <a:pt x="0" y="0"/>
                  </a:moveTo>
                  <a:cubicBezTo>
                    <a:pt x="302778" y="718"/>
                    <a:pt x="474933" y="-4533"/>
                    <a:pt x="641508" y="0"/>
                  </a:cubicBezTo>
                  <a:cubicBezTo>
                    <a:pt x="808083" y="4533"/>
                    <a:pt x="1125253" y="1557"/>
                    <a:pt x="1256287" y="0"/>
                  </a:cubicBezTo>
                  <a:cubicBezTo>
                    <a:pt x="1387321" y="-1557"/>
                    <a:pt x="1663779" y="-14732"/>
                    <a:pt x="1951254" y="0"/>
                  </a:cubicBezTo>
                  <a:cubicBezTo>
                    <a:pt x="2238729" y="14732"/>
                    <a:pt x="2415767" y="8991"/>
                    <a:pt x="2672950" y="0"/>
                  </a:cubicBezTo>
                  <a:cubicBezTo>
                    <a:pt x="2656904" y="284570"/>
                    <a:pt x="2671715" y="443532"/>
                    <a:pt x="2672950" y="587427"/>
                  </a:cubicBezTo>
                  <a:cubicBezTo>
                    <a:pt x="2674185" y="731322"/>
                    <a:pt x="2683745" y="1007206"/>
                    <a:pt x="2672950" y="1204226"/>
                  </a:cubicBezTo>
                  <a:cubicBezTo>
                    <a:pt x="2662155" y="1401246"/>
                    <a:pt x="2660027" y="1658113"/>
                    <a:pt x="2672950" y="1821024"/>
                  </a:cubicBezTo>
                  <a:cubicBezTo>
                    <a:pt x="2685873" y="1983935"/>
                    <a:pt x="2654349" y="2151420"/>
                    <a:pt x="2672950" y="2349709"/>
                  </a:cubicBezTo>
                  <a:cubicBezTo>
                    <a:pt x="2691551" y="2547998"/>
                    <a:pt x="2690934" y="2810957"/>
                    <a:pt x="2672950" y="2937136"/>
                  </a:cubicBezTo>
                  <a:cubicBezTo>
                    <a:pt x="2441495" y="2926308"/>
                    <a:pt x="2318494" y="2921387"/>
                    <a:pt x="1977983" y="2937136"/>
                  </a:cubicBezTo>
                  <a:cubicBezTo>
                    <a:pt x="1637472" y="2952885"/>
                    <a:pt x="1515004" y="2934615"/>
                    <a:pt x="1256287" y="2937136"/>
                  </a:cubicBezTo>
                  <a:cubicBezTo>
                    <a:pt x="997570" y="2939657"/>
                    <a:pt x="920766" y="2930403"/>
                    <a:pt x="668238" y="2937136"/>
                  </a:cubicBezTo>
                  <a:cubicBezTo>
                    <a:pt x="415710" y="2943869"/>
                    <a:pt x="147611" y="2922349"/>
                    <a:pt x="0" y="2937136"/>
                  </a:cubicBezTo>
                  <a:cubicBezTo>
                    <a:pt x="2685" y="2727119"/>
                    <a:pt x="-22276" y="2575620"/>
                    <a:pt x="0" y="2379080"/>
                  </a:cubicBezTo>
                  <a:cubicBezTo>
                    <a:pt x="22276" y="2182540"/>
                    <a:pt x="-1406" y="2006813"/>
                    <a:pt x="0" y="1791653"/>
                  </a:cubicBezTo>
                  <a:cubicBezTo>
                    <a:pt x="1406" y="1576493"/>
                    <a:pt x="-21447" y="1365781"/>
                    <a:pt x="0" y="1174854"/>
                  </a:cubicBezTo>
                  <a:cubicBezTo>
                    <a:pt x="21447" y="983927"/>
                    <a:pt x="6943" y="697444"/>
                    <a:pt x="0" y="558056"/>
                  </a:cubicBezTo>
                  <a:cubicBezTo>
                    <a:pt x="-6943" y="418668"/>
                    <a:pt x="18253" y="174171"/>
                    <a:pt x="0" y="0"/>
                  </a:cubicBezTo>
                  <a:close/>
                </a:path>
              </a:pathLst>
            </a:custGeom>
            <a:solidFill>
              <a:srgbClr val="FAF6EF"/>
            </a:solidFill>
            <a:ln w="28575">
              <a:solidFill>
                <a:srgbClr val="EECEAA"/>
              </a:solidFill>
              <a:extLst>
                <a:ext uri="{C807C97D-BFC1-408E-A445-0C87EB9F89A2}">
                  <ask:lineSketchStyleProps xmlns:ask="http://schemas.microsoft.com/office/drawing/2018/sketchyshapes" sd="3750109198">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79" name="Rettangolo 378">
              <a:extLst>
                <a:ext uri="{FF2B5EF4-FFF2-40B4-BE49-F238E27FC236}">
                  <a16:creationId xmlns:a16="http://schemas.microsoft.com/office/drawing/2014/main" id="{A8C150CB-5623-406C-20E6-0AF4D17E390E}"/>
                </a:ext>
              </a:extLst>
            </p:cNvPr>
            <p:cNvSpPr/>
            <p:nvPr/>
          </p:nvSpPr>
          <p:spPr>
            <a:xfrm>
              <a:off x="3825109" y="3611534"/>
              <a:ext cx="144000" cy="576000"/>
            </a:xfrm>
            <a:prstGeom prst="rect">
              <a:avLst/>
            </a:prstGeom>
            <a:solidFill>
              <a:srgbClr val="FAF6EF"/>
            </a:solid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2" name="CasellaDiTesto 421">
              <a:extLst>
                <a:ext uri="{FF2B5EF4-FFF2-40B4-BE49-F238E27FC236}">
                  <a16:creationId xmlns:a16="http://schemas.microsoft.com/office/drawing/2014/main" id="{E1B4C437-82A4-B9D9-0E7F-DE33B5CAD8EA}"/>
                </a:ext>
              </a:extLst>
            </p:cNvPr>
            <p:cNvSpPr txBox="1"/>
            <p:nvPr/>
          </p:nvSpPr>
          <p:spPr>
            <a:xfrm>
              <a:off x="4479906" y="4463090"/>
              <a:ext cx="346570" cy="238527"/>
            </a:xfrm>
            <a:prstGeom prst="rect">
              <a:avLst/>
            </a:prstGeom>
            <a:noFill/>
          </p:spPr>
          <p:txBody>
            <a:bodyPr wrap="none" rtlCol="0">
              <a:spAutoFit/>
            </a:bodyPr>
            <a:lstStyle/>
            <a:p>
              <a:r>
                <a:rPr lang="it-IT" sz="950" dirty="0">
                  <a:solidFill>
                    <a:srgbClr val="795548"/>
                  </a:solidFill>
                </a:rPr>
                <a:t>2M</a:t>
              </a:r>
            </a:p>
          </p:txBody>
        </p:sp>
        <p:sp>
          <p:nvSpPr>
            <p:cNvPr id="423" name="CasellaDiTesto 422">
              <a:extLst>
                <a:ext uri="{FF2B5EF4-FFF2-40B4-BE49-F238E27FC236}">
                  <a16:creationId xmlns:a16="http://schemas.microsoft.com/office/drawing/2014/main" id="{7A352FC0-8469-E16A-F9E7-394856D40C5E}"/>
                </a:ext>
              </a:extLst>
            </p:cNvPr>
            <p:cNvSpPr txBox="1"/>
            <p:nvPr/>
          </p:nvSpPr>
          <p:spPr>
            <a:xfrm>
              <a:off x="5389556" y="3464326"/>
              <a:ext cx="679994" cy="238527"/>
            </a:xfrm>
            <a:prstGeom prst="rect">
              <a:avLst/>
            </a:prstGeom>
            <a:noFill/>
          </p:spPr>
          <p:txBody>
            <a:bodyPr wrap="none" rtlCol="0">
              <a:spAutoFit/>
            </a:bodyPr>
            <a:lstStyle/>
            <a:p>
              <a:pPr algn="ctr"/>
              <a:r>
                <a:rPr lang="it-IT" sz="950" dirty="0">
                  <a:solidFill>
                    <a:srgbClr val="795548"/>
                  </a:solidFill>
                </a:rPr>
                <a:t>32(</a:t>
              </a:r>
              <a:r>
                <a:rPr lang="it-IT" sz="950" dirty="0">
                  <a:solidFill>
                    <a:schemeClr val="accent6">
                      <a:lumMod val="75000"/>
                    </a:schemeClr>
                  </a:solidFill>
                </a:rPr>
                <a:t>4byte</a:t>
              </a:r>
              <a:r>
                <a:rPr lang="it-IT" sz="950" dirty="0">
                  <a:solidFill>
                    <a:srgbClr val="795548"/>
                  </a:solidFill>
                </a:rPr>
                <a:t>)</a:t>
              </a:r>
            </a:p>
          </p:txBody>
        </p:sp>
        <p:sp>
          <p:nvSpPr>
            <p:cNvPr id="424" name="Rettangolo 423">
              <a:extLst>
                <a:ext uri="{FF2B5EF4-FFF2-40B4-BE49-F238E27FC236}">
                  <a16:creationId xmlns:a16="http://schemas.microsoft.com/office/drawing/2014/main" id="{77F579FA-A77B-D104-E911-D4369688C160}"/>
                </a:ext>
              </a:extLst>
            </p:cNvPr>
            <p:cNvSpPr/>
            <p:nvPr/>
          </p:nvSpPr>
          <p:spPr>
            <a:xfrm>
              <a:off x="5522802" y="5838194"/>
              <a:ext cx="1575402"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5" name="Rettangolo 424">
              <a:extLst>
                <a:ext uri="{FF2B5EF4-FFF2-40B4-BE49-F238E27FC236}">
                  <a16:creationId xmlns:a16="http://schemas.microsoft.com/office/drawing/2014/main" id="{E927162B-2251-0E7B-A44D-1A5041AFDCA5}"/>
                </a:ext>
              </a:extLst>
            </p:cNvPr>
            <p:cNvSpPr/>
            <p:nvPr/>
          </p:nvSpPr>
          <p:spPr>
            <a:xfrm>
              <a:off x="6590987" y="5838194"/>
              <a:ext cx="507217"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6" name="Rettangolo 425">
              <a:extLst>
                <a:ext uri="{FF2B5EF4-FFF2-40B4-BE49-F238E27FC236}">
                  <a16:creationId xmlns:a16="http://schemas.microsoft.com/office/drawing/2014/main" id="{3D5C22C3-ED5B-093D-79C2-61D5E382ECD6}"/>
                </a:ext>
              </a:extLst>
            </p:cNvPr>
            <p:cNvSpPr/>
            <p:nvPr/>
          </p:nvSpPr>
          <p:spPr>
            <a:xfrm>
              <a:off x="6620423" y="5857638"/>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7" name="Rettangolo 426">
              <a:extLst>
                <a:ext uri="{FF2B5EF4-FFF2-40B4-BE49-F238E27FC236}">
                  <a16:creationId xmlns:a16="http://schemas.microsoft.com/office/drawing/2014/main" id="{A8DB8518-DDF4-0744-9FAA-4CD97D532C2D}"/>
                </a:ext>
              </a:extLst>
            </p:cNvPr>
            <p:cNvSpPr/>
            <p:nvPr/>
          </p:nvSpPr>
          <p:spPr>
            <a:xfrm>
              <a:off x="6776597" y="5857638"/>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9" name="Arco 428">
              <a:extLst>
                <a:ext uri="{FF2B5EF4-FFF2-40B4-BE49-F238E27FC236}">
                  <a16:creationId xmlns:a16="http://schemas.microsoft.com/office/drawing/2014/main" id="{930C871F-3C73-85CB-8BDB-DE66CF5E7A79}"/>
                </a:ext>
              </a:extLst>
            </p:cNvPr>
            <p:cNvSpPr/>
            <p:nvPr/>
          </p:nvSpPr>
          <p:spPr>
            <a:xfrm rot="20973417" flipH="1" flipV="1">
              <a:off x="3844139" y="2825576"/>
              <a:ext cx="1675599" cy="1521504"/>
            </a:xfrm>
            <a:prstGeom prst="arc">
              <a:avLst>
                <a:gd name="adj1" fmla="val 16200000"/>
                <a:gd name="adj2" fmla="val 19637418"/>
              </a:avLst>
            </a:prstGeom>
            <a:noFill/>
            <a:ln w="28575">
              <a:solidFill>
                <a:srgbClr val="F2AA84"/>
              </a:soli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446" name="CasellaDiTesto 445">
              <a:extLst>
                <a:ext uri="{FF2B5EF4-FFF2-40B4-BE49-F238E27FC236}">
                  <a16:creationId xmlns:a16="http://schemas.microsoft.com/office/drawing/2014/main" id="{24829805-CE13-E710-E42C-4BA8B5DCA497}"/>
                </a:ext>
              </a:extLst>
            </p:cNvPr>
            <p:cNvSpPr txBox="1"/>
            <p:nvPr/>
          </p:nvSpPr>
          <p:spPr>
            <a:xfrm>
              <a:off x="1807623" y="4734258"/>
              <a:ext cx="144000" cy="238527"/>
            </a:xfrm>
            <a:prstGeom prst="rect">
              <a:avLst/>
            </a:prstGeom>
            <a:noFill/>
          </p:spPr>
          <p:txBody>
            <a:bodyPr wrap="square" lIns="0" rIns="0" rtlCol="0">
              <a:spAutoFit/>
            </a:bodyPr>
            <a:lstStyle/>
            <a:p>
              <a:pPr algn="ctr"/>
              <a:r>
                <a:rPr lang="it-IT" sz="950" dirty="0">
                  <a:solidFill>
                    <a:srgbClr val="795548"/>
                  </a:solidFill>
                </a:rPr>
                <a:t>…</a:t>
              </a:r>
            </a:p>
          </p:txBody>
        </p:sp>
        <p:sp>
          <p:nvSpPr>
            <p:cNvPr id="448" name="CasellaDiTesto 447">
              <a:extLst>
                <a:ext uri="{FF2B5EF4-FFF2-40B4-BE49-F238E27FC236}">
                  <a16:creationId xmlns:a16="http://schemas.microsoft.com/office/drawing/2014/main" id="{4E175A37-804D-EB67-A351-86F76F61F30C}"/>
                </a:ext>
              </a:extLst>
            </p:cNvPr>
            <p:cNvSpPr txBox="1"/>
            <p:nvPr/>
          </p:nvSpPr>
          <p:spPr>
            <a:xfrm>
              <a:off x="488746" y="4316265"/>
              <a:ext cx="956401" cy="384721"/>
            </a:xfrm>
            <a:prstGeom prst="rect">
              <a:avLst/>
            </a:prstGeom>
            <a:noFill/>
            <a:ln w="28575">
              <a:solidFill>
                <a:srgbClr val="F2AA84"/>
              </a:solidFill>
            </a:ln>
          </p:spPr>
          <p:txBody>
            <a:bodyPr wrap="square" rtlCol="0">
              <a:spAutoFit/>
            </a:bodyPr>
            <a:lstStyle/>
            <a:p>
              <a:pPr algn="ctr"/>
              <a:r>
                <a:rPr lang="it-IT" sz="950" dirty="0">
                  <a:solidFill>
                    <a:srgbClr val="795548"/>
                  </a:solidFill>
                </a:rPr>
                <a:t>20 bit indirizzamento</a:t>
              </a:r>
            </a:p>
          </p:txBody>
        </p:sp>
        <p:cxnSp>
          <p:nvCxnSpPr>
            <p:cNvPr id="450" name="Connettore diritto 449">
              <a:extLst>
                <a:ext uri="{FF2B5EF4-FFF2-40B4-BE49-F238E27FC236}">
                  <a16:creationId xmlns:a16="http://schemas.microsoft.com/office/drawing/2014/main" id="{4635D9F1-162C-1420-7CC5-D224B8D97300}"/>
                </a:ext>
              </a:extLst>
            </p:cNvPr>
            <p:cNvCxnSpPr>
              <a:cxnSpLocks/>
            </p:cNvCxnSpPr>
            <p:nvPr/>
          </p:nvCxnSpPr>
          <p:spPr>
            <a:xfrm>
              <a:off x="1023855" y="4833716"/>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2" name="Connettore diritto 451">
              <a:extLst>
                <a:ext uri="{FF2B5EF4-FFF2-40B4-BE49-F238E27FC236}">
                  <a16:creationId xmlns:a16="http://schemas.microsoft.com/office/drawing/2014/main" id="{26766FA1-ED54-AB9A-0BB9-F17BAC4AAEEE}"/>
                </a:ext>
              </a:extLst>
            </p:cNvPr>
            <p:cNvCxnSpPr>
              <a:cxnSpLocks/>
            </p:cNvCxnSpPr>
            <p:nvPr/>
          </p:nvCxnSpPr>
          <p:spPr>
            <a:xfrm flipV="1">
              <a:off x="1431654" y="4528037"/>
              <a:ext cx="223007" cy="305679"/>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5" name="Connettore diritto 454">
              <a:extLst>
                <a:ext uri="{FF2B5EF4-FFF2-40B4-BE49-F238E27FC236}">
                  <a16:creationId xmlns:a16="http://schemas.microsoft.com/office/drawing/2014/main" id="{13BCB9B2-2BBD-B89E-2068-C1E63ED8EAAA}"/>
                </a:ext>
              </a:extLst>
            </p:cNvPr>
            <p:cNvCxnSpPr>
              <a:cxnSpLocks/>
            </p:cNvCxnSpPr>
            <p:nvPr/>
          </p:nvCxnSpPr>
          <p:spPr>
            <a:xfrm flipV="1">
              <a:off x="1431653" y="4741873"/>
              <a:ext cx="217030" cy="14036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6" name="Connettore diritto 455">
              <a:extLst>
                <a:ext uri="{FF2B5EF4-FFF2-40B4-BE49-F238E27FC236}">
                  <a16:creationId xmlns:a16="http://schemas.microsoft.com/office/drawing/2014/main" id="{7A4A7BB3-1FA4-B5D3-1616-3974529050CE}"/>
                </a:ext>
              </a:extLst>
            </p:cNvPr>
            <p:cNvCxnSpPr>
              <a:cxnSpLocks/>
            </p:cNvCxnSpPr>
            <p:nvPr/>
          </p:nvCxnSpPr>
          <p:spPr>
            <a:xfrm>
              <a:off x="1023855" y="4878050"/>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7" name="Connettore diritto 456">
              <a:extLst>
                <a:ext uri="{FF2B5EF4-FFF2-40B4-BE49-F238E27FC236}">
                  <a16:creationId xmlns:a16="http://schemas.microsoft.com/office/drawing/2014/main" id="{00A17CC6-07F3-4887-BDA9-09D275FD29DE}"/>
                </a:ext>
              </a:extLst>
            </p:cNvPr>
            <p:cNvCxnSpPr>
              <a:cxnSpLocks/>
            </p:cNvCxnSpPr>
            <p:nvPr/>
          </p:nvCxnSpPr>
          <p:spPr>
            <a:xfrm>
              <a:off x="1018990" y="4926820"/>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8" name="Connettore diritto 457">
              <a:extLst>
                <a:ext uri="{FF2B5EF4-FFF2-40B4-BE49-F238E27FC236}">
                  <a16:creationId xmlns:a16="http://schemas.microsoft.com/office/drawing/2014/main" id="{5E8F8A7A-B814-284A-DF81-F9170748CE88}"/>
                </a:ext>
              </a:extLst>
            </p:cNvPr>
            <p:cNvCxnSpPr>
              <a:cxnSpLocks/>
            </p:cNvCxnSpPr>
            <p:nvPr/>
          </p:nvCxnSpPr>
          <p:spPr>
            <a:xfrm>
              <a:off x="1018990" y="4970784"/>
              <a:ext cx="412663" cy="0"/>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59" name="Connettore diritto 458">
              <a:extLst>
                <a:ext uri="{FF2B5EF4-FFF2-40B4-BE49-F238E27FC236}">
                  <a16:creationId xmlns:a16="http://schemas.microsoft.com/office/drawing/2014/main" id="{09F6C1C6-6AE9-01EA-061B-4B846E235F8A}"/>
                </a:ext>
              </a:extLst>
            </p:cNvPr>
            <p:cNvCxnSpPr>
              <a:cxnSpLocks/>
            </p:cNvCxnSpPr>
            <p:nvPr/>
          </p:nvCxnSpPr>
          <p:spPr>
            <a:xfrm flipH="1" flipV="1">
              <a:off x="1421369" y="4965471"/>
              <a:ext cx="223007" cy="305679"/>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cxnSp>
          <p:nvCxnSpPr>
            <p:cNvPr id="460" name="Connettore diritto 459">
              <a:extLst>
                <a:ext uri="{FF2B5EF4-FFF2-40B4-BE49-F238E27FC236}">
                  <a16:creationId xmlns:a16="http://schemas.microsoft.com/office/drawing/2014/main" id="{53EA4DA9-CA83-9A15-A99D-2DA24BECC1B5}"/>
                </a:ext>
              </a:extLst>
            </p:cNvPr>
            <p:cNvCxnSpPr>
              <a:cxnSpLocks/>
            </p:cNvCxnSpPr>
            <p:nvPr/>
          </p:nvCxnSpPr>
          <p:spPr>
            <a:xfrm flipH="1" flipV="1">
              <a:off x="1428825" y="4926647"/>
              <a:ext cx="223007" cy="112045"/>
            </a:xfrm>
            <a:prstGeom prst="line">
              <a:avLst/>
            </a:prstGeom>
            <a:ln>
              <a:solidFill>
                <a:srgbClr val="F2AA84"/>
              </a:solidFill>
            </a:ln>
          </p:spPr>
          <p:style>
            <a:lnRef idx="2">
              <a:schemeClr val="accent1"/>
            </a:lnRef>
            <a:fillRef idx="0">
              <a:schemeClr val="accent1"/>
            </a:fillRef>
            <a:effectRef idx="1">
              <a:schemeClr val="accent1"/>
            </a:effectRef>
            <a:fontRef idx="minor">
              <a:schemeClr val="tx1"/>
            </a:fontRef>
          </p:style>
        </p:cxnSp>
        <p:grpSp>
          <p:nvGrpSpPr>
            <p:cNvPr id="330" name="Gruppo 329">
              <a:extLst>
                <a:ext uri="{FF2B5EF4-FFF2-40B4-BE49-F238E27FC236}">
                  <a16:creationId xmlns:a16="http://schemas.microsoft.com/office/drawing/2014/main" id="{65C74E02-8ED0-B22A-A70C-9F7C9D67D21C}"/>
                </a:ext>
              </a:extLst>
            </p:cNvPr>
            <p:cNvGrpSpPr/>
            <p:nvPr/>
          </p:nvGrpSpPr>
          <p:grpSpPr>
            <a:xfrm>
              <a:off x="1654662" y="3911546"/>
              <a:ext cx="479120" cy="1916480"/>
              <a:chOff x="5611826" y="4053207"/>
              <a:chExt cx="237566" cy="950265"/>
            </a:xfrm>
          </p:grpSpPr>
          <p:sp>
            <p:nvSpPr>
              <p:cNvPr id="331" name="Rettangolo 330">
                <a:extLst>
                  <a:ext uri="{FF2B5EF4-FFF2-40B4-BE49-F238E27FC236}">
                    <a16:creationId xmlns:a16="http://schemas.microsoft.com/office/drawing/2014/main" id="{1261BBBA-CE93-6307-C467-B27C93C992B8}"/>
                  </a:ext>
                </a:extLst>
              </p:cNvPr>
              <p:cNvSpPr/>
              <p:nvPr/>
            </p:nvSpPr>
            <p:spPr>
              <a:xfrm>
                <a:off x="5611826" y="4053207"/>
                <a:ext cx="237566" cy="950265"/>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332" name="Rettangolo con angoli arrotondati 331">
                <a:extLst>
                  <a:ext uri="{FF2B5EF4-FFF2-40B4-BE49-F238E27FC236}">
                    <a16:creationId xmlns:a16="http://schemas.microsoft.com/office/drawing/2014/main" id="{904FB8AC-087E-8CF5-87E5-8D44F7B2A217}"/>
                  </a:ext>
                </a:extLst>
              </p:cNvPr>
              <p:cNvSpPr/>
              <p:nvPr/>
            </p:nvSpPr>
            <p:spPr>
              <a:xfrm>
                <a:off x="5642288" y="40899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3" name="Rettangolo con angoli arrotondati 332">
                <a:extLst>
                  <a:ext uri="{FF2B5EF4-FFF2-40B4-BE49-F238E27FC236}">
                    <a16:creationId xmlns:a16="http://schemas.microsoft.com/office/drawing/2014/main" id="{74C0418C-1920-77E7-D54E-A442B063E55A}"/>
                  </a:ext>
                </a:extLst>
              </p:cNvPr>
              <p:cNvSpPr/>
              <p:nvPr/>
            </p:nvSpPr>
            <p:spPr>
              <a:xfrm>
                <a:off x="5642288" y="41597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4" name="Rettangolo con angoli arrotondati 333">
                <a:extLst>
                  <a:ext uri="{FF2B5EF4-FFF2-40B4-BE49-F238E27FC236}">
                    <a16:creationId xmlns:a16="http://schemas.microsoft.com/office/drawing/2014/main" id="{43F6EBB7-9CE1-8935-EF72-08BEDD1322CB}"/>
                  </a:ext>
                </a:extLst>
              </p:cNvPr>
              <p:cNvSpPr/>
              <p:nvPr/>
            </p:nvSpPr>
            <p:spPr>
              <a:xfrm>
                <a:off x="5642288" y="42295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5" name="Rettangolo con angoli arrotondati 334">
                <a:extLst>
                  <a:ext uri="{FF2B5EF4-FFF2-40B4-BE49-F238E27FC236}">
                    <a16:creationId xmlns:a16="http://schemas.microsoft.com/office/drawing/2014/main" id="{D7546937-A325-DFBD-B68D-F818CEA94042}"/>
                  </a:ext>
                </a:extLst>
              </p:cNvPr>
              <p:cNvSpPr/>
              <p:nvPr/>
            </p:nvSpPr>
            <p:spPr>
              <a:xfrm>
                <a:off x="5642288" y="42992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6" name="Rettangolo con angoli arrotondati 335">
                <a:extLst>
                  <a:ext uri="{FF2B5EF4-FFF2-40B4-BE49-F238E27FC236}">
                    <a16:creationId xmlns:a16="http://schemas.microsoft.com/office/drawing/2014/main" id="{748D17DC-3799-9E67-4B59-DAA5456D097C}"/>
                  </a:ext>
                </a:extLst>
              </p:cNvPr>
              <p:cNvSpPr/>
              <p:nvPr/>
            </p:nvSpPr>
            <p:spPr>
              <a:xfrm>
                <a:off x="5642288" y="43690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7" name="Rettangolo con angoli arrotondati 336">
                <a:extLst>
                  <a:ext uri="{FF2B5EF4-FFF2-40B4-BE49-F238E27FC236}">
                    <a16:creationId xmlns:a16="http://schemas.microsoft.com/office/drawing/2014/main" id="{5F1BD604-4718-2D8D-3D77-FBFE2A8270C5}"/>
                  </a:ext>
                </a:extLst>
              </p:cNvPr>
              <p:cNvSpPr/>
              <p:nvPr/>
            </p:nvSpPr>
            <p:spPr>
              <a:xfrm>
                <a:off x="5642288" y="44388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9" name="Rettangolo con angoli arrotondati 338">
                <a:extLst>
                  <a:ext uri="{FF2B5EF4-FFF2-40B4-BE49-F238E27FC236}">
                    <a16:creationId xmlns:a16="http://schemas.microsoft.com/office/drawing/2014/main" id="{DE02142A-CEAD-A42A-D2F7-60D8AFBF0952}"/>
                  </a:ext>
                </a:extLst>
              </p:cNvPr>
              <p:cNvSpPr/>
              <p:nvPr/>
            </p:nvSpPr>
            <p:spPr>
              <a:xfrm>
                <a:off x="5642288" y="45784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0" name="Rettangolo con angoli arrotondati 339">
                <a:extLst>
                  <a:ext uri="{FF2B5EF4-FFF2-40B4-BE49-F238E27FC236}">
                    <a16:creationId xmlns:a16="http://schemas.microsoft.com/office/drawing/2014/main" id="{3B5C971A-7416-9FEB-C5CB-DE6A73D6FCE9}"/>
                  </a:ext>
                </a:extLst>
              </p:cNvPr>
              <p:cNvSpPr/>
              <p:nvPr/>
            </p:nvSpPr>
            <p:spPr>
              <a:xfrm>
                <a:off x="5642288" y="46481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1" name="Rettangolo con angoli arrotondati 340">
                <a:extLst>
                  <a:ext uri="{FF2B5EF4-FFF2-40B4-BE49-F238E27FC236}">
                    <a16:creationId xmlns:a16="http://schemas.microsoft.com/office/drawing/2014/main" id="{D52AAD07-7E3C-87BF-D35B-EC613FC42D66}"/>
                  </a:ext>
                </a:extLst>
              </p:cNvPr>
              <p:cNvSpPr/>
              <p:nvPr/>
            </p:nvSpPr>
            <p:spPr>
              <a:xfrm>
                <a:off x="5642288" y="47179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2" name="Rettangolo con angoli arrotondati 341">
                <a:extLst>
                  <a:ext uri="{FF2B5EF4-FFF2-40B4-BE49-F238E27FC236}">
                    <a16:creationId xmlns:a16="http://schemas.microsoft.com/office/drawing/2014/main" id="{C67FDDF3-330A-EBBC-B492-4DC2584753BD}"/>
                  </a:ext>
                </a:extLst>
              </p:cNvPr>
              <p:cNvSpPr/>
              <p:nvPr/>
            </p:nvSpPr>
            <p:spPr>
              <a:xfrm>
                <a:off x="5642288" y="47877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3" name="Rettangolo con angoli arrotondati 342">
                <a:extLst>
                  <a:ext uri="{FF2B5EF4-FFF2-40B4-BE49-F238E27FC236}">
                    <a16:creationId xmlns:a16="http://schemas.microsoft.com/office/drawing/2014/main" id="{04A47AA0-EB69-48B6-B1D2-BB12424EB712}"/>
                  </a:ext>
                </a:extLst>
              </p:cNvPr>
              <p:cNvSpPr/>
              <p:nvPr/>
            </p:nvSpPr>
            <p:spPr>
              <a:xfrm>
                <a:off x="5642288" y="48575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4" name="Rettangolo con angoli arrotondati 343">
                <a:extLst>
                  <a:ext uri="{FF2B5EF4-FFF2-40B4-BE49-F238E27FC236}">
                    <a16:creationId xmlns:a16="http://schemas.microsoft.com/office/drawing/2014/main" id="{CAE8BD26-EE5D-86E8-EF2F-EB72F87C3468}"/>
                  </a:ext>
                </a:extLst>
              </p:cNvPr>
              <p:cNvSpPr/>
              <p:nvPr/>
            </p:nvSpPr>
            <p:spPr>
              <a:xfrm>
                <a:off x="5642288" y="4927322"/>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cxnSp>
          <p:nvCxnSpPr>
            <p:cNvPr id="464" name="Connettore diritto 463">
              <a:extLst>
                <a:ext uri="{FF2B5EF4-FFF2-40B4-BE49-F238E27FC236}">
                  <a16:creationId xmlns:a16="http://schemas.microsoft.com/office/drawing/2014/main" id="{FBC925DB-E1DF-8B7E-D9BA-731182289421}"/>
                </a:ext>
              </a:extLst>
            </p:cNvPr>
            <p:cNvCxnSpPr>
              <a:cxnSpLocks/>
              <a:stCxn id="379" idx="1"/>
            </p:cNvCxnSpPr>
            <p:nvPr/>
          </p:nvCxnSpPr>
          <p:spPr>
            <a:xfrm flipH="1" flipV="1">
              <a:off x="3595839" y="3893098"/>
              <a:ext cx="229270" cy="6436"/>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66" name="Connettore diritto 465">
              <a:extLst>
                <a:ext uri="{FF2B5EF4-FFF2-40B4-BE49-F238E27FC236}">
                  <a16:creationId xmlns:a16="http://schemas.microsoft.com/office/drawing/2014/main" id="{26E81D6D-58B7-BC27-58A9-54D634EB9AE1}"/>
                </a:ext>
              </a:extLst>
            </p:cNvPr>
            <p:cNvCxnSpPr>
              <a:cxnSpLocks/>
            </p:cNvCxnSpPr>
            <p:nvPr/>
          </p:nvCxnSpPr>
          <p:spPr>
            <a:xfrm>
              <a:off x="3657019" y="3848876"/>
              <a:ext cx="58031" cy="85843"/>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67" name="CasellaDiTesto 466">
              <a:extLst>
                <a:ext uri="{FF2B5EF4-FFF2-40B4-BE49-F238E27FC236}">
                  <a16:creationId xmlns:a16="http://schemas.microsoft.com/office/drawing/2014/main" id="{BE355BB3-3C74-1B2E-7167-27023F30E348}"/>
                </a:ext>
              </a:extLst>
            </p:cNvPr>
            <p:cNvSpPr txBox="1"/>
            <p:nvPr/>
          </p:nvSpPr>
          <p:spPr>
            <a:xfrm>
              <a:off x="3383351" y="3765598"/>
              <a:ext cx="144000" cy="238527"/>
            </a:xfrm>
            <a:prstGeom prst="rect">
              <a:avLst/>
            </a:prstGeom>
            <a:noFill/>
          </p:spPr>
          <p:txBody>
            <a:bodyPr wrap="square" lIns="0" rIns="0" rtlCol="0">
              <a:spAutoFit/>
            </a:bodyPr>
            <a:lstStyle/>
            <a:p>
              <a:pPr algn="ctr"/>
              <a:r>
                <a:rPr lang="it-IT" sz="950" dirty="0">
                  <a:solidFill>
                    <a:srgbClr val="795548"/>
                  </a:solidFill>
                </a:rPr>
                <a:t>20</a:t>
              </a:r>
            </a:p>
          </p:txBody>
        </p:sp>
        <p:cxnSp>
          <p:nvCxnSpPr>
            <p:cNvPr id="473" name="Connettore diritto 472">
              <a:extLst>
                <a:ext uri="{FF2B5EF4-FFF2-40B4-BE49-F238E27FC236}">
                  <a16:creationId xmlns:a16="http://schemas.microsoft.com/office/drawing/2014/main" id="{2054E95B-8151-D58A-141D-6DA9B4E7AF61}"/>
                </a:ext>
              </a:extLst>
            </p:cNvPr>
            <p:cNvCxnSpPr>
              <a:cxnSpLocks/>
            </p:cNvCxnSpPr>
            <p:nvPr/>
          </p:nvCxnSpPr>
          <p:spPr>
            <a:xfrm flipH="1">
              <a:off x="2136808" y="4288087"/>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77" name="CasellaDiTesto 476">
              <a:extLst>
                <a:ext uri="{FF2B5EF4-FFF2-40B4-BE49-F238E27FC236}">
                  <a16:creationId xmlns:a16="http://schemas.microsoft.com/office/drawing/2014/main" id="{40A87497-6EF7-A4C0-247F-765A9B9A6044}"/>
                </a:ext>
              </a:extLst>
            </p:cNvPr>
            <p:cNvSpPr txBox="1"/>
            <p:nvPr/>
          </p:nvSpPr>
          <p:spPr>
            <a:xfrm>
              <a:off x="1970095" y="4043412"/>
              <a:ext cx="956401" cy="238527"/>
            </a:xfrm>
            <a:prstGeom prst="rect">
              <a:avLst/>
            </a:prstGeom>
            <a:noFill/>
          </p:spPr>
          <p:txBody>
            <a:bodyPr wrap="square" rtlCol="0">
              <a:spAutoFit/>
            </a:bodyPr>
            <a:lstStyle/>
            <a:p>
              <a:pPr algn="ctr"/>
              <a:r>
                <a:rPr lang="it-IT" sz="950" dirty="0" err="1">
                  <a:solidFill>
                    <a:srgbClr val="795548"/>
                  </a:solidFill>
                </a:rPr>
                <a:t>Dout</a:t>
              </a:r>
              <a:endParaRPr lang="it-IT" sz="950" dirty="0">
                <a:solidFill>
                  <a:srgbClr val="795548"/>
                </a:solidFill>
              </a:endParaRPr>
            </a:p>
          </p:txBody>
        </p:sp>
        <p:cxnSp>
          <p:nvCxnSpPr>
            <p:cNvPr id="478" name="Connettore diritto 477">
              <a:extLst>
                <a:ext uri="{FF2B5EF4-FFF2-40B4-BE49-F238E27FC236}">
                  <a16:creationId xmlns:a16="http://schemas.microsoft.com/office/drawing/2014/main" id="{D8019F99-D5C7-6A3A-B7E9-1CD32E702BAF}"/>
                </a:ext>
              </a:extLst>
            </p:cNvPr>
            <p:cNvCxnSpPr>
              <a:cxnSpLocks/>
            </p:cNvCxnSpPr>
            <p:nvPr/>
          </p:nvCxnSpPr>
          <p:spPr>
            <a:xfrm flipH="1">
              <a:off x="2139592" y="4702874"/>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79" name="CasellaDiTesto 478">
              <a:extLst>
                <a:ext uri="{FF2B5EF4-FFF2-40B4-BE49-F238E27FC236}">
                  <a16:creationId xmlns:a16="http://schemas.microsoft.com/office/drawing/2014/main" id="{717F7331-2D06-A140-8734-4B965218FE07}"/>
                </a:ext>
              </a:extLst>
            </p:cNvPr>
            <p:cNvSpPr txBox="1"/>
            <p:nvPr/>
          </p:nvSpPr>
          <p:spPr>
            <a:xfrm>
              <a:off x="1972879" y="4458199"/>
              <a:ext cx="956401" cy="238527"/>
            </a:xfrm>
            <a:prstGeom prst="rect">
              <a:avLst/>
            </a:prstGeom>
            <a:noFill/>
          </p:spPr>
          <p:txBody>
            <a:bodyPr wrap="square" rtlCol="0">
              <a:spAutoFit/>
            </a:bodyPr>
            <a:lstStyle/>
            <a:p>
              <a:pPr algn="ctr"/>
              <a:r>
                <a:rPr lang="it-IT" sz="950" dirty="0" err="1">
                  <a:solidFill>
                    <a:srgbClr val="795548"/>
                  </a:solidFill>
                </a:rPr>
                <a:t>Din</a:t>
              </a:r>
              <a:endParaRPr lang="it-IT" sz="950" dirty="0">
                <a:solidFill>
                  <a:srgbClr val="795548"/>
                </a:solidFill>
              </a:endParaRPr>
            </a:p>
          </p:txBody>
        </p:sp>
        <p:cxnSp>
          <p:nvCxnSpPr>
            <p:cNvPr id="480" name="Connettore diritto 479">
              <a:extLst>
                <a:ext uri="{FF2B5EF4-FFF2-40B4-BE49-F238E27FC236}">
                  <a16:creationId xmlns:a16="http://schemas.microsoft.com/office/drawing/2014/main" id="{BDB84112-659D-E5CD-388D-4E8AAC4271A0}"/>
                </a:ext>
              </a:extLst>
            </p:cNvPr>
            <p:cNvCxnSpPr>
              <a:cxnSpLocks/>
            </p:cNvCxnSpPr>
            <p:nvPr/>
          </p:nvCxnSpPr>
          <p:spPr>
            <a:xfrm rot="5400000" flipH="1">
              <a:off x="1567936" y="5976186"/>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81" name="CasellaDiTesto 480">
              <a:extLst>
                <a:ext uri="{FF2B5EF4-FFF2-40B4-BE49-F238E27FC236}">
                  <a16:creationId xmlns:a16="http://schemas.microsoft.com/office/drawing/2014/main" id="{A0680BEF-18B1-8B62-B008-1B20803917BF}"/>
                </a:ext>
              </a:extLst>
            </p:cNvPr>
            <p:cNvSpPr txBox="1"/>
            <p:nvPr/>
          </p:nvSpPr>
          <p:spPr>
            <a:xfrm>
              <a:off x="1528357" y="6099294"/>
              <a:ext cx="416886" cy="238527"/>
            </a:xfrm>
            <a:prstGeom prst="rect">
              <a:avLst/>
            </a:prstGeom>
            <a:noFill/>
          </p:spPr>
          <p:txBody>
            <a:bodyPr wrap="square" rtlCol="0">
              <a:spAutoFit/>
            </a:bodyPr>
            <a:lstStyle/>
            <a:p>
              <a:pPr algn="ctr"/>
              <a:r>
                <a:rPr lang="it-IT" sz="950" dirty="0">
                  <a:solidFill>
                    <a:srgbClr val="795548"/>
                  </a:solidFill>
                </a:rPr>
                <a:t>CS</a:t>
              </a:r>
            </a:p>
          </p:txBody>
        </p:sp>
        <p:cxnSp>
          <p:nvCxnSpPr>
            <p:cNvPr id="482" name="Connettore diritto 481">
              <a:extLst>
                <a:ext uri="{FF2B5EF4-FFF2-40B4-BE49-F238E27FC236}">
                  <a16:creationId xmlns:a16="http://schemas.microsoft.com/office/drawing/2014/main" id="{AEAF72F7-2C8C-18A7-ACED-EA32D31D8B66}"/>
                </a:ext>
              </a:extLst>
            </p:cNvPr>
            <p:cNvCxnSpPr>
              <a:cxnSpLocks/>
            </p:cNvCxnSpPr>
            <p:nvPr/>
          </p:nvCxnSpPr>
          <p:spPr>
            <a:xfrm rot="5400000" flipH="1">
              <a:off x="1882132" y="5988043"/>
              <a:ext cx="296321"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83" name="CasellaDiTesto 482">
              <a:extLst>
                <a:ext uri="{FF2B5EF4-FFF2-40B4-BE49-F238E27FC236}">
                  <a16:creationId xmlns:a16="http://schemas.microsoft.com/office/drawing/2014/main" id="{38648F6C-201A-22DB-7140-2C5C862BC32E}"/>
                </a:ext>
              </a:extLst>
            </p:cNvPr>
            <p:cNvSpPr txBox="1"/>
            <p:nvPr/>
          </p:nvSpPr>
          <p:spPr>
            <a:xfrm>
              <a:off x="1772760" y="6091973"/>
              <a:ext cx="956401" cy="238527"/>
            </a:xfrm>
            <a:prstGeom prst="rect">
              <a:avLst/>
            </a:prstGeom>
            <a:noFill/>
          </p:spPr>
          <p:txBody>
            <a:bodyPr wrap="square" rtlCol="0">
              <a:spAutoFit/>
            </a:bodyPr>
            <a:lstStyle/>
            <a:p>
              <a:pPr algn="ctr"/>
              <a:r>
                <a:rPr lang="it-IT" sz="950" dirty="0">
                  <a:solidFill>
                    <a:srgbClr val="795548"/>
                  </a:solidFill>
                </a:rPr>
                <a:t>R/W</a:t>
              </a:r>
            </a:p>
          </p:txBody>
        </p:sp>
        <p:cxnSp>
          <p:nvCxnSpPr>
            <p:cNvPr id="484" name="Connettore diritto 483">
              <a:extLst>
                <a:ext uri="{FF2B5EF4-FFF2-40B4-BE49-F238E27FC236}">
                  <a16:creationId xmlns:a16="http://schemas.microsoft.com/office/drawing/2014/main" id="{8DC46135-AD14-0026-F3B8-7CF2E197E3EF}"/>
                </a:ext>
              </a:extLst>
            </p:cNvPr>
            <p:cNvCxnSpPr>
              <a:cxnSpLocks/>
            </p:cNvCxnSpPr>
            <p:nvPr/>
          </p:nvCxnSpPr>
          <p:spPr>
            <a:xfrm rot="10800000" flipH="1">
              <a:off x="3990029" y="3677153"/>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85" name="Connettore diritto 484">
              <a:extLst>
                <a:ext uri="{FF2B5EF4-FFF2-40B4-BE49-F238E27FC236}">
                  <a16:creationId xmlns:a16="http://schemas.microsoft.com/office/drawing/2014/main" id="{596BEA9E-86BC-D4A4-310E-20006369A4B3}"/>
                </a:ext>
              </a:extLst>
            </p:cNvPr>
            <p:cNvCxnSpPr>
              <a:cxnSpLocks/>
            </p:cNvCxnSpPr>
            <p:nvPr/>
          </p:nvCxnSpPr>
          <p:spPr>
            <a:xfrm rot="10800000" flipH="1">
              <a:off x="3986927" y="3829553"/>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86" name="Connettore diritto 485">
              <a:extLst>
                <a:ext uri="{FF2B5EF4-FFF2-40B4-BE49-F238E27FC236}">
                  <a16:creationId xmlns:a16="http://schemas.microsoft.com/office/drawing/2014/main" id="{AF324F59-96D9-9F3E-D108-5DDAC7E1B488}"/>
                </a:ext>
              </a:extLst>
            </p:cNvPr>
            <p:cNvCxnSpPr>
              <a:cxnSpLocks/>
            </p:cNvCxnSpPr>
            <p:nvPr/>
          </p:nvCxnSpPr>
          <p:spPr>
            <a:xfrm rot="5400000" flipH="1">
              <a:off x="3834537" y="4230783"/>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cxnSp>
          <p:nvCxnSpPr>
            <p:cNvPr id="487" name="Connettore diritto 486">
              <a:extLst>
                <a:ext uri="{FF2B5EF4-FFF2-40B4-BE49-F238E27FC236}">
                  <a16:creationId xmlns:a16="http://schemas.microsoft.com/office/drawing/2014/main" id="{3E53BF6D-2CDD-36B4-E553-67B82A352466}"/>
                </a:ext>
              </a:extLst>
            </p:cNvPr>
            <p:cNvCxnSpPr>
              <a:cxnSpLocks/>
            </p:cNvCxnSpPr>
            <p:nvPr/>
          </p:nvCxnSpPr>
          <p:spPr>
            <a:xfrm rot="5400000" flipH="1">
              <a:off x="3899853" y="4227676"/>
              <a:ext cx="72000" cy="0"/>
            </a:xfrm>
            <a:prstGeom prst="line">
              <a:avLst/>
            </a:prstGeom>
            <a:ln cap="rnd">
              <a:solidFill>
                <a:srgbClr val="795548"/>
              </a:solidFill>
              <a:round/>
            </a:ln>
          </p:spPr>
          <p:style>
            <a:lnRef idx="2">
              <a:schemeClr val="accent1"/>
            </a:lnRef>
            <a:fillRef idx="0">
              <a:schemeClr val="accent1"/>
            </a:fillRef>
            <a:effectRef idx="1">
              <a:schemeClr val="accent1"/>
            </a:effectRef>
            <a:fontRef idx="minor">
              <a:schemeClr val="tx1"/>
            </a:fontRef>
          </p:style>
        </p:cxnSp>
        <p:sp>
          <p:nvSpPr>
            <p:cNvPr id="490" name="CasellaDiTesto 489">
              <a:extLst>
                <a:ext uri="{FF2B5EF4-FFF2-40B4-BE49-F238E27FC236}">
                  <a16:creationId xmlns:a16="http://schemas.microsoft.com/office/drawing/2014/main" id="{269BADE7-A8CF-4819-1980-D5777D6BA2B2}"/>
                </a:ext>
              </a:extLst>
            </p:cNvPr>
            <p:cNvSpPr txBox="1"/>
            <p:nvPr/>
          </p:nvSpPr>
          <p:spPr>
            <a:xfrm>
              <a:off x="506479" y="3500176"/>
              <a:ext cx="1021878" cy="238527"/>
            </a:xfrm>
            <a:prstGeom prst="rect">
              <a:avLst/>
            </a:prstGeom>
            <a:solidFill>
              <a:srgbClr val="795548"/>
            </a:solidFill>
          </p:spPr>
          <p:txBody>
            <a:bodyPr wrap="square" lIns="0" rIns="0" rtlCol="0">
              <a:spAutoFit/>
            </a:bodyPr>
            <a:lstStyle/>
            <a:p>
              <a:pPr algn="ctr"/>
              <a:r>
                <a:rPr lang="it-IT" sz="950" b="1" dirty="0">
                  <a:solidFill>
                    <a:schemeClr val="bg1"/>
                  </a:solidFill>
                </a:rPr>
                <a:t>Chip 1M x 8 bit</a:t>
              </a:r>
            </a:p>
          </p:txBody>
        </p:sp>
        <p:grpSp>
          <p:nvGrpSpPr>
            <p:cNvPr id="2" name="Gruppo 1">
              <a:extLst>
                <a:ext uri="{FF2B5EF4-FFF2-40B4-BE49-F238E27FC236}">
                  <a16:creationId xmlns:a16="http://schemas.microsoft.com/office/drawing/2014/main" id="{04652D4C-4FAA-CC21-5EB3-409D114C20F5}"/>
                </a:ext>
              </a:extLst>
            </p:cNvPr>
            <p:cNvGrpSpPr/>
            <p:nvPr/>
          </p:nvGrpSpPr>
          <p:grpSpPr>
            <a:xfrm>
              <a:off x="1927940" y="2847681"/>
              <a:ext cx="1513596" cy="440197"/>
              <a:chOff x="2655439" y="6491299"/>
              <a:chExt cx="1513596" cy="440197"/>
            </a:xfrm>
          </p:grpSpPr>
          <p:sp>
            <p:nvSpPr>
              <p:cNvPr id="491" name="Rettangolo 490">
                <a:extLst>
                  <a:ext uri="{FF2B5EF4-FFF2-40B4-BE49-F238E27FC236}">
                    <a16:creationId xmlns:a16="http://schemas.microsoft.com/office/drawing/2014/main" id="{709269AD-FA63-A618-E005-7198B887B298}"/>
                  </a:ext>
                </a:extLst>
              </p:cNvPr>
              <p:cNvSpPr/>
              <p:nvPr/>
            </p:nvSpPr>
            <p:spPr>
              <a:xfrm>
                <a:off x="2763105" y="6677919"/>
                <a:ext cx="1403795" cy="253577"/>
              </a:xfrm>
              <a:prstGeom prst="rect">
                <a:avLst/>
              </a:prstGeom>
              <a:solidFill>
                <a:srgbClr val="FAF6EF"/>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2" name="Rettangolo 491">
                <a:extLst>
                  <a:ext uri="{FF2B5EF4-FFF2-40B4-BE49-F238E27FC236}">
                    <a16:creationId xmlns:a16="http://schemas.microsoft.com/office/drawing/2014/main" id="{19E60A33-1B75-0EB1-34E6-51B628559129}"/>
                  </a:ext>
                </a:extLst>
              </p:cNvPr>
              <p:cNvSpPr/>
              <p:nvPr/>
            </p:nvSpPr>
            <p:spPr>
              <a:xfrm>
                <a:off x="3831291" y="6677919"/>
                <a:ext cx="337744" cy="253577"/>
              </a:xfrm>
              <a:prstGeom prst="rect">
                <a:avLst/>
              </a:prstGeom>
              <a:no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4" name="Rettangolo 493">
                <a:extLst>
                  <a:ext uri="{FF2B5EF4-FFF2-40B4-BE49-F238E27FC236}">
                    <a16:creationId xmlns:a16="http://schemas.microsoft.com/office/drawing/2014/main" id="{3802CAD6-0005-F9D8-BFBD-9C1211E3F90B}"/>
                  </a:ext>
                </a:extLst>
              </p:cNvPr>
              <p:cNvSpPr/>
              <p:nvPr/>
            </p:nvSpPr>
            <p:spPr>
              <a:xfrm>
                <a:off x="2805246" y="6710321"/>
                <a:ext cx="1002575" cy="167342"/>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8" name="CasellaDiTesto 497">
                <a:extLst>
                  <a:ext uri="{FF2B5EF4-FFF2-40B4-BE49-F238E27FC236}">
                    <a16:creationId xmlns:a16="http://schemas.microsoft.com/office/drawing/2014/main" id="{867A5207-0E89-E40E-3B5B-B774F25817C8}"/>
                  </a:ext>
                </a:extLst>
              </p:cNvPr>
              <p:cNvSpPr txBox="1"/>
              <p:nvPr/>
            </p:nvSpPr>
            <p:spPr>
              <a:xfrm>
                <a:off x="3654648" y="6491299"/>
                <a:ext cx="426988" cy="246221"/>
              </a:xfrm>
              <a:prstGeom prst="rect">
                <a:avLst/>
              </a:prstGeom>
              <a:noFill/>
            </p:spPr>
            <p:txBody>
              <a:bodyPr wrap="square">
                <a:spAutoFit/>
              </a:bodyPr>
              <a:lstStyle/>
              <a:p>
                <a:r>
                  <a:rPr lang="it-IT" sz="1000" dirty="0">
                    <a:solidFill>
                      <a:srgbClr val="795548"/>
                    </a:solidFill>
                  </a:rPr>
                  <a:t>19</a:t>
                </a:r>
                <a:endParaRPr lang="it-IT" sz="1000" dirty="0"/>
              </a:p>
            </p:txBody>
          </p:sp>
          <p:sp>
            <p:nvSpPr>
              <p:cNvPr id="499" name="CasellaDiTesto 498">
                <a:extLst>
                  <a:ext uri="{FF2B5EF4-FFF2-40B4-BE49-F238E27FC236}">
                    <a16:creationId xmlns:a16="http://schemas.microsoft.com/office/drawing/2014/main" id="{9DCA3E19-DE95-CB4A-3E0C-C18316105984}"/>
                  </a:ext>
                </a:extLst>
              </p:cNvPr>
              <p:cNvSpPr txBox="1"/>
              <p:nvPr/>
            </p:nvSpPr>
            <p:spPr>
              <a:xfrm>
                <a:off x="2655439" y="6497453"/>
                <a:ext cx="426988" cy="246221"/>
              </a:xfrm>
              <a:prstGeom prst="rect">
                <a:avLst/>
              </a:prstGeom>
              <a:noFill/>
            </p:spPr>
            <p:txBody>
              <a:bodyPr wrap="square">
                <a:spAutoFit/>
              </a:bodyPr>
              <a:lstStyle/>
              <a:p>
                <a:r>
                  <a:rPr lang="it-IT" sz="1000" dirty="0">
                    <a:solidFill>
                      <a:srgbClr val="795548"/>
                    </a:solidFill>
                  </a:rPr>
                  <a:t>0</a:t>
                </a:r>
                <a:endParaRPr lang="it-IT" sz="1000" dirty="0"/>
              </a:p>
            </p:txBody>
          </p:sp>
        </p:grpSp>
        <p:sp>
          <p:nvSpPr>
            <p:cNvPr id="503" name="CasellaDiTesto 502">
              <a:extLst>
                <a:ext uri="{FF2B5EF4-FFF2-40B4-BE49-F238E27FC236}">
                  <a16:creationId xmlns:a16="http://schemas.microsoft.com/office/drawing/2014/main" id="{C07EDC95-E7B2-C750-C017-DCCE1D91DBD5}"/>
                </a:ext>
              </a:extLst>
            </p:cNvPr>
            <p:cNvSpPr txBox="1"/>
            <p:nvPr/>
          </p:nvSpPr>
          <p:spPr>
            <a:xfrm>
              <a:off x="6920134" y="5615878"/>
              <a:ext cx="337743" cy="246221"/>
            </a:xfrm>
            <a:prstGeom prst="rect">
              <a:avLst/>
            </a:prstGeom>
            <a:noFill/>
          </p:spPr>
          <p:txBody>
            <a:bodyPr wrap="square">
              <a:spAutoFit/>
            </a:bodyPr>
            <a:lstStyle/>
            <a:p>
              <a:r>
                <a:rPr lang="it-IT" sz="1000" dirty="0">
                  <a:solidFill>
                    <a:srgbClr val="795548"/>
                  </a:solidFill>
                </a:rPr>
                <a:t>22</a:t>
              </a:r>
              <a:endParaRPr lang="it-IT" sz="1000" dirty="0"/>
            </a:p>
          </p:txBody>
        </p:sp>
        <p:sp>
          <p:nvSpPr>
            <p:cNvPr id="504" name="CasellaDiTesto 503">
              <a:extLst>
                <a:ext uri="{FF2B5EF4-FFF2-40B4-BE49-F238E27FC236}">
                  <a16:creationId xmlns:a16="http://schemas.microsoft.com/office/drawing/2014/main" id="{34104B96-01FF-6498-9230-2ADD6AEEF81A}"/>
                </a:ext>
              </a:extLst>
            </p:cNvPr>
            <p:cNvSpPr txBox="1"/>
            <p:nvPr/>
          </p:nvSpPr>
          <p:spPr>
            <a:xfrm>
              <a:off x="6408849" y="5617606"/>
              <a:ext cx="337743" cy="246221"/>
            </a:xfrm>
            <a:prstGeom prst="rect">
              <a:avLst/>
            </a:prstGeom>
            <a:noFill/>
          </p:spPr>
          <p:txBody>
            <a:bodyPr wrap="square">
              <a:spAutoFit/>
            </a:bodyPr>
            <a:lstStyle/>
            <a:p>
              <a:r>
                <a:rPr lang="it-IT" sz="1000" dirty="0">
                  <a:solidFill>
                    <a:srgbClr val="795548"/>
                  </a:solidFill>
                </a:rPr>
                <a:t>20</a:t>
              </a:r>
              <a:endParaRPr lang="it-IT" sz="1000" dirty="0"/>
            </a:p>
          </p:txBody>
        </p:sp>
        <p:cxnSp>
          <p:nvCxnSpPr>
            <p:cNvPr id="7" name="Connettore diritto 6">
              <a:extLst>
                <a:ext uri="{FF2B5EF4-FFF2-40B4-BE49-F238E27FC236}">
                  <a16:creationId xmlns:a16="http://schemas.microsoft.com/office/drawing/2014/main" id="{8191D43B-90B9-4669-974E-06C97BCCDB2C}"/>
                </a:ext>
              </a:extLst>
            </p:cNvPr>
            <p:cNvCxnSpPr>
              <a:cxnSpLocks/>
            </p:cNvCxnSpPr>
            <p:nvPr/>
          </p:nvCxnSpPr>
          <p:spPr>
            <a:xfrm flipH="1">
              <a:off x="1853046" y="3380809"/>
              <a:ext cx="697106" cy="338493"/>
            </a:xfrm>
            <a:prstGeom prst="line">
              <a:avLst/>
            </a:prstGeom>
            <a:ln w="28575" cap="rnd">
              <a:solidFill>
                <a:srgbClr val="F2AA84"/>
              </a:solidFill>
              <a:prstDash val="sysDot"/>
              <a:bevel/>
            </a:ln>
          </p:spPr>
          <p:style>
            <a:lnRef idx="2">
              <a:schemeClr val="accent1"/>
            </a:lnRef>
            <a:fillRef idx="0">
              <a:schemeClr val="accent1"/>
            </a:fillRef>
            <a:effectRef idx="1">
              <a:schemeClr val="accent1"/>
            </a:effectRef>
            <a:fontRef idx="minor">
              <a:schemeClr val="tx1"/>
            </a:fontRef>
          </p:style>
        </p:cxnSp>
        <p:cxnSp>
          <p:nvCxnSpPr>
            <p:cNvPr id="16" name="Connettore diritto 15">
              <a:extLst>
                <a:ext uri="{FF2B5EF4-FFF2-40B4-BE49-F238E27FC236}">
                  <a16:creationId xmlns:a16="http://schemas.microsoft.com/office/drawing/2014/main" id="{8F47AA31-F109-740B-D2DD-7CC1556481EE}"/>
                </a:ext>
              </a:extLst>
            </p:cNvPr>
            <p:cNvCxnSpPr>
              <a:cxnSpLocks/>
            </p:cNvCxnSpPr>
            <p:nvPr/>
          </p:nvCxnSpPr>
          <p:spPr>
            <a:xfrm>
              <a:off x="5463383" y="4180888"/>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22" name="Connettore diritto 21">
              <a:extLst>
                <a:ext uri="{FF2B5EF4-FFF2-40B4-BE49-F238E27FC236}">
                  <a16:creationId xmlns:a16="http://schemas.microsoft.com/office/drawing/2014/main" id="{546317A2-A204-E2B2-76D3-DED079F3652E}"/>
                </a:ext>
              </a:extLst>
            </p:cNvPr>
            <p:cNvCxnSpPr>
              <a:cxnSpLocks/>
            </p:cNvCxnSpPr>
            <p:nvPr/>
          </p:nvCxnSpPr>
          <p:spPr>
            <a:xfrm flipH="1">
              <a:off x="5401302" y="4772156"/>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3" name="Connettore diritto 22">
              <a:extLst>
                <a:ext uri="{FF2B5EF4-FFF2-40B4-BE49-F238E27FC236}">
                  <a16:creationId xmlns:a16="http://schemas.microsoft.com/office/drawing/2014/main" id="{2BA3E95B-50EE-AA9A-438F-65B85F832791}"/>
                </a:ext>
              </a:extLst>
            </p:cNvPr>
            <p:cNvCxnSpPr>
              <a:cxnSpLocks/>
            </p:cNvCxnSpPr>
            <p:nvPr/>
          </p:nvCxnSpPr>
          <p:spPr>
            <a:xfrm flipH="1">
              <a:off x="5401302" y="4188577"/>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73" name="Parentesi graffa aperta 172">
              <a:extLst>
                <a:ext uri="{FF2B5EF4-FFF2-40B4-BE49-F238E27FC236}">
                  <a16:creationId xmlns:a16="http://schemas.microsoft.com/office/drawing/2014/main" id="{D0388FFD-320D-5A33-F56D-C22D2A4460AF}"/>
                </a:ext>
              </a:extLst>
            </p:cNvPr>
            <p:cNvSpPr/>
            <p:nvPr/>
          </p:nvSpPr>
          <p:spPr>
            <a:xfrm rot="5400000">
              <a:off x="5683149" y="3213105"/>
              <a:ext cx="104495" cy="1087362"/>
            </a:xfrm>
            <a:prstGeom prst="leftBrace">
              <a:avLst/>
            </a:prstGeom>
            <a:ln>
              <a:solidFill>
                <a:srgbClr val="795548"/>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74" name="Parentesi graffa aperta 173">
              <a:extLst>
                <a:ext uri="{FF2B5EF4-FFF2-40B4-BE49-F238E27FC236}">
                  <a16:creationId xmlns:a16="http://schemas.microsoft.com/office/drawing/2014/main" id="{A8F83B4F-6B4D-6329-AD79-BD7D9D45FFB6}"/>
                </a:ext>
              </a:extLst>
            </p:cNvPr>
            <p:cNvSpPr/>
            <p:nvPr/>
          </p:nvSpPr>
          <p:spPr>
            <a:xfrm>
              <a:off x="4902775" y="3915486"/>
              <a:ext cx="73045" cy="1254361"/>
            </a:xfrm>
            <a:prstGeom prst="leftBrace">
              <a:avLst/>
            </a:prstGeom>
            <a:ln>
              <a:solidFill>
                <a:srgbClr val="795548"/>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76" name="CasellaDiTesto 175">
              <a:extLst>
                <a:ext uri="{FF2B5EF4-FFF2-40B4-BE49-F238E27FC236}">
                  <a16:creationId xmlns:a16="http://schemas.microsoft.com/office/drawing/2014/main" id="{D98179F4-6036-354B-BA14-5EFD0D15663E}"/>
                </a:ext>
              </a:extLst>
            </p:cNvPr>
            <p:cNvSpPr txBox="1"/>
            <p:nvPr/>
          </p:nvSpPr>
          <p:spPr>
            <a:xfrm>
              <a:off x="5252684" y="3762695"/>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78" name="CasellaDiTesto 177">
              <a:extLst>
                <a:ext uri="{FF2B5EF4-FFF2-40B4-BE49-F238E27FC236}">
                  <a16:creationId xmlns:a16="http://schemas.microsoft.com/office/drawing/2014/main" id="{64BAF329-F696-1AA8-4F31-62E85280C901}"/>
                </a:ext>
              </a:extLst>
            </p:cNvPr>
            <p:cNvSpPr txBox="1"/>
            <p:nvPr/>
          </p:nvSpPr>
          <p:spPr>
            <a:xfrm>
              <a:off x="5536538" y="3762695"/>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79" name="CasellaDiTesto 178">
              <a:extLst>
                <a:ext uri="{FF2B5EF4-FFF2-40B4-BE49-F238E27FC236}">
                  <a16:creationId xmlns:a16="http://schemas.microsoft.com/office/drawing/2014/main" id="{6C4BBE37-C497-3800-1846-53645DA1950D}"/>
                </a:ext>
              </a:extLst>
            </p:cNvPr>
            <p:cNvSpPr txBox="1"/>
            <p:nvPr/>
          </p:nvSpPr>
          <p:spPr>
            <a:xfrm>
              <a:off x="5820392" y="3762695"/>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81" name="CasellaDiTesto 180">
              <a:extLst>
                <a:ext uri="{FF2B5EF4-FFF2-40B4-BE49-F238E27FC236}">
                  <a16:creationId xmlns:a16="http://schemas.microsoft.com/office/drawing/2014/main" id="{383DA7F8-A0E2-B9E9-8133-AE72EFA32DD8}"/>
                </a:ext>
              </a:extLst>
            </p:cNvPr>
            <p:cNvSpPr txBox="1"/>
            <p:nvPr/>
          </p:nvSpPr>
          <p:spPr>
            <a:xfrm>
              <a:off x="6104246" y="3762695"/>
              <a:ext cx="151077" cy="238527"/>
            </a:xfrm>
            <a:prstGeom prst="rect">
              <a:avLst/>
            </a:prstGeom>
            <a:noFill/>
          </p:spPr>
          <p:txBody>
            <a:bodyPr wrap="square" rtlCol="0">
              <a:spAutoFit/>
            </a:bodyPr>
            <a:lstStyle/>
            <a:p>
              <a:pPr algn="ctr"/>
              <a:r>
                <a:rPr lang="it-IT" sz="950" dirty="0">
                  <a:solidFill>
                    <a:srgbClr val="AB9488"/>
                  </a:solidFill>
                </a:rPr>
                <a:t>8</a:t>
              </a:r>
            </a:p>
          </p:txBody>
        </p:sp>
        <p:sp>
          <p:nvSpPr>
            <p:cNvPr id="183" name="CasellaDiTesto 182">
              <a:extLst>
                <a:ext uri="{FF2B5EF4-FFF2-40B4-BE49-F238E27FC236}">
                  <a16:creationId xmlns:a16="http://schemas.microsoft.com/office/drawing/2014/main" id="{F17F5B54-D0CD-C58F-166B-71EBE54D743A}"/>
                </a:ext>
              </a:extLst>
            </p:cNvPr>
            <p:cNvSpPr txBox="1"/>
            <p:nvPr/>
          </p:nvSpPr>
          <p:spPr>
            <a:xfrm>
              <a:off x="4825263" y="4132631"/>
              <a:ext cx="502342" cy="238527"/>
            </a:xfrm>
            <a:prstGeom prst="rect">
              <a:avLst/>
            </a:prstGeom>
            <a:noFill/>
          </p:spPr>
          <p:txBody>
            <a:bodyPr wrap="square" rtlCol="0">
              <a:spAutoFit/>
            </a:bodyPr>
            <a:lstStyle/>
            <a:p>
              <a:pPr algn="ctr"/>
              <a:r>
                <a:rPr lang="it-IT" sz="900" dirty="0">
                  <a:solidFill>
                    <a:srgbClr val="AB9488"/>
                  </a:solidFill>
                </a:rPr>
                <a:t>1M</a:t>
              </a:r>
            </a:p>
          </p:txBody>
        </p:sp>
        <p:cxnSp>
          <p:nvCxnSpPr>
            <p:cNvPr id="6" name="Connettore diritto 5">
              <a:extLst>
                <a:ext uri="{FF2B5EF4-FFF2-40B4-BE49-F238E27FC236}">
                  <a16:creationId xmlns:a16="http://schemas.microsoft.com/office/drawing/2014/main" id="{3E000119-3357-2207-B6F3-234E098D7248}"/>
                </a:ext>
              </a:extLst>
            </p:cNvPr>
            <p:cNvCxnSpPr>
              <a:cxnSpLocks/>
            </p:cNvCxnSpPr>
            <p:nvPr/>
          </p:nvCxnSpPr>
          <p:spPr>
            <a:xfrm>
              <a:off x="5741903" y="4180888"/>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11" name="Connettore diritto 10">
              <a:extLst>
                <a:ext uri="{FF2B5EF4-FFF2-40B4-BE49-F238E27FC236}">
                  <a16:creationId xmlns:a16="http://schemas.microsoft.com/office/drawing/2014/main" id="{22C6AE64-9A6A-BDA5-6D06-42422654E8F1}"/>
                </a:ext>
              </a:extLst>
            </p:cNvPr>
            <p:cNvCxnSpPr>
              <a:cxnSpLocks/>
            </p:cNvCxnSpPr>
            <p:nvPr/>
          </p:nvCxnSpPr>
          <p:spPr>
            <a:xfrm flipH="1">
              <a:off x="5679822" y="4772156"/>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13" name="Connettore diritto 12">
              <a:extLst>
                <a:ext uri="{FF2B5EF4-FFF2-40B4-BE49-F238E27FC236}">
                  <a16:creationId xmlns:a16="http://schemas.microsoft.com/office/drawing/2014/main" id="{B0BE3ED5-F23D-6229-0AC1-94B7509A1D2E}"/>
                </a:ext>
              </a:extLst>
            </p:cNvPr>
            <p:cNvCxnSpPr>
              <a:cxnSpLocks/>
            </p:cNvCxnSpPr>
            <p:nvPr/>
          </p:nvCxnSpPr>
          <p:spPr>
            <a:xfrm flipH="1">
              <a:off x="5679822" y="4188577"/>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4" name="Connettore diritto 23">
              <a:extLst>
                <a:ext uri="{FF2B5EF4-FFF2-40B4-BE49-F238E27FC236}">
                  <a16:creationId xmlns:a16="http://schemas.microsoft.com/office/drawing/2014/main" id="{AFB3AF6E-5A9E-5E2C-65B6-B8EE00A210ED}"/>
                </a:ext>
              </a:extLst>
            </p:cNvPr>
            <p:cNvCxnSpPr>
              <a:cxnSpLocks/>
            </p:cNvCxnSpPr>
            <p:nvPr/>
          </p:nvCxnSpPr>
          <p:spPr>
            <a:xfrm>
              <a:off x="6043543" y="4178176"/>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26" name="Connettore diritto 25">
              <a:extLst>
                <a:ext uri="{FF2B5EF4-FFF2-40B4-BE49-F238E27FC236}">
                  <a16:creationId xmlns:a16="http://schemas.microsoft.com/office/drawing/2014/main" id="{E483181C-6E53-0675-732F-278F9B203CF1}"/>
                </a:ext>
              </a:extLst>
            </p:cNvPr>
            <p:cNvCxnSpPr>
              <a:cxnSpLocks/>
            </p:cNvCxnSpPr>
            <p:nvPr/>
          </p:nvCxnSpPr>
          <p:spPr>
            <a:xfrm flipH="1">
              <a:off x="5981462" y="4780595"/>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7" name="Connettore diritto 26">
              <a:extLst>
                <a:ext uri="{FF2B5EF4-FFF2-40B4-BE49-F238E27FC236}">
                  <a16:creationId xmlns:a16="http://schemas.microsoft.com/office/drawing/2014/main" id="{CBE9E285-8233-9BCC-8F29-C440CF6754EE}"/>
                </a:ext>
              </a:extLst>
            </p:cNvPr>
            <p:cNvCxnSpPr>
              <a:cxnSpLocks/>
            </p:cNvCxnSpPr>
            <p:nvPr/>
          </p:nvCxnSpPr>
          <p:spPr>
            <a:xfrm flipH="1">
              <a:off x="5981462" y="4197016"/>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6" name="Connettore diritto 35">
              <a:extLst>
                <a:ext uri="{FF2B5EF4-FFF2-40B4-BE49-F238E27FC236}">
                  <a16:creationId xmlns:a16="http://schemas.microsoft.com/office/drawing/2014/main" id="{0F0D1CA4-A4C0-B8E5-459E-A88135B44A34}"/>
                </a:ext>
              </a:extLst>
            </p:cNvPr>
            <p:cNvCxnSpPr>
              <a:cxnSpLocks/>
            </p:cNvCxnSpPr>
            <p:nvPr/>
          </p:nvCxnSpPr>
          <p:spPr>
            <a:xfrm>
              <a:off x="6310503" y="4165820"/>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cxnSp>
          <p:nvCxnSpPr>
            <p:cNvPr id="38" name="Connettore diritto 37">
              <a:extLst>
                <a:ext uri="{FF2B5EF4-FFF2-40B4-BE49-F238E27FC236}">
                  <a16:creationId xmlns:a16="http://schemas.microsoft.com/office/drawing/2014/main" id="{DCA6B254-8C32-C5BD-5C97-C88D7F9265EB}"/>
                </a:ext>
              </a:extLst>
            </p:cNvPr>
            <p:cNvCxnSpPr>
              <a:cxnSpLocks/>
            </p:cNvCxnSpPr>
            <p:nvPr/>
          </p:nvCxnSpPr>
          <p:spPr>
            <a:xfrm flipH="1">
              <a:off x="6248422" y="4757088"/>
              <a:ext cx="64926" cy="0"/>
            </a:xfrm>
            <a:prstGeom prst="line">
              <a:avLst/>
            </a:prstGeom>
            <a:ln>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0" name="Connettore diritto 39">
              <a:extLst>
                <a:ext uri="{FF2B5EF4-FFF2-40B4-BE49-F238E27FC236}">
                  <a16:creationId xmlns:a16="http://schemas.microsoft.com/office/drawing/2014/main" id="{00B35AB8-9D92-B79D-DF6C-FB3FE8834046}"/>
                </a:ext>
              </a:extLst>
            </p:cNvPr>
            <p:cNvCxnSpPr>
              <a:cxnSpLocks/>
            </p:cNvCxnSpPr>
            <p:nvPr/>
          </p:nvCxnSpPr>
          <p:spPr>
            <a:xfrm flipH="1">
              <a:off x="6248422" y="4173509"/>
              <a:ext cx="64926"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82" name="Rettangolo 381">
              <a:extLst>
                <a:ext uri="{FF2B5EF4-FFF2-40B4-BE49-F238E27FC236}">
                  <a16:creationId xmlns:a16="http://schemas.microsoft.com/office/drawing/2014/main" id="{83B172D8-FF66-14B1-C9CF-47D95A5429D6}"/>
                </a:ext>
              </a:extLst>
            </p:cNvPr>
            <p:cNvSpPr/>
            <p:nvPr/>
          </p:nvSpPr>
          <p:spPr>
            <a:xfrm>
              <a:off x="5251702" y="394735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4" name="Rettangolo 383">
              <a:extLst>
                <a:ext uri="{FF2B5EF4-FFF2-40B4-BE49-F238E27FC236}">
                  <a16:creationId xmlns:a16="http://schemas.microsoft.com/office/drawing/2014/main" id="{82606289-76C9-AB74-E509-A03E9C619222}"/>
                </a:ext>
              </a:extLst>
            </p:cNvPr>
            <p:cNvSpPr/>
            <p:nvPr/>
          </p:nvSpPr>
          <p:spPr>
            <a:xfrm>
              <a:off x="5538584" y="394735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6" name="Rettangolo 385">
              <a:extLst>
                <a:ext uri="{FF2B5EF4-FFF2-40B4-BE49-F238E27FC236}">
                  <a16:creationId xmlns:a16="http://schemas.microsoft.com/office/drawing/2014/main" id="{A29ABCF4-0504-EAA7-A1DD-4B4E90FFA063}"/>
                </a:ext>
              </a:extLst>
            </p:cNvPr>
            <p:cNvSpPr/>
            <p:nvPr/>
          </p:nvSpPr>
          <p:spPr>
            <a:xfrm>
              <a:off x="5825466" y="394735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8" name="Rettangolo 387">
              <a:extLst>
                <a:ext uri="{FF2B5EF4-FFF2-40B4-BE49-F238E27FC236}">
                  <a16:creationId xmlns:a16="http://schemas.microsoft.com/office/drawing/2014/main" id="{A14AA0E8-CD60-F16B-0B63-89760A568D38}"/>
                </a:ext>
              </a:extLst>
            </p:cNvPr>
            <p:cNvSpPr/>
            <p:nvPr/>
          </p:nvSpPr>
          <p:spPr>
            <a:xfrm>
              <a:off x="6109930" y="3947354"/>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98" name="Rettangolo 397">
              <a:extLst>
                <a:ext uri="{FF2B5EF4-FFF2-40B4-BE49-F238E27FC236}">
                  <a16:creationId xmlns:a16="http://schemas.microsoft.com/office/drawing/2014/main" id="{FBEE4227-6610-5059-702F-26DB9D417560}"/>
                </a:ext>
              </a:extLst>
            </p:cNvPr>
            <p:cNvSpPr/>
            <p:nvPr/>
          </p:nvSpPr>
          <p:spPr>
            <a:xfrm>
              <a:off x="5251702" y="457537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0" name="Rettangolo 399">
              <a:extLst>
                <a:ext uri="{FF2B5EF4-FFF2-40B4-BE49-F238E27FC236}">
                  <a16:creationId xmlns:a16="http://schemas.microsoft.com/office/drawing/2014/main" id="{912355B4-55E6-8F39-97E9-F9B5DE2C52A1}"/>
                </a:ext>
              </a:extLst>
            </p:cNvPr>
            <p:cNvSpPr/>
            <p:nvPr/>
          </p:nvSpPr>
          <p:spPr>
            <a:xfrm>
              <a:off x="5538584" y="457537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2" name="Rettangolo 401">
              <a:extLst>
                <a:ext uri="{FF2B5EF4-FFF2-40B4-BE49-F238E27FC236}">
                  <a16:creationId xmlns:a16="http://schemas.microsoft.com/office/drawing/2014/main" id="{9717BF63-AF95-BA3C-5FA7-A4505B6ECCB9}"/>
                </a:ext>
              </a:extLst>
            </p:cNvPr>
            <p:cNvSpPr/>
            <p:nvPr/>
          </p:nvSpPr>
          <p:spPr>
            <a:xfrm>
              <a:off x="5825466" y="457537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4" name="Rettangolo 403">
              <a:extLst>
                <a:ext uri="{FF2B5EF4-FFF2-40B4-BE49-F238E27FC236}">
                  <a16:creationId xmlns:a16="http://schemas.microsoft.com/office/drawing/2014/main" id="{6193C1F9-D070-BFFF-7F4B-191C5645735F}"/>
                </a:ext>
              </a:extLst>
            </p:cNvPr>
            <p:cNvSpPr/>
            <p:nvPr/>
          </p:nvSpPr>
          <p:spPr>
            <a:xfrm>
              <a:off x="6109930" y="4575378"/>
              <a:ext cx="144000" cy="576000"/>
            </a:xfrm>
            <a:prstGeom prst="rect">
              <a:avLst/>
            </a:prstGeom>
            <a:noFill/>
            <a:ln cap="rnd">
              <a:solidFill>
                <a:srgbClr val="795548"/>
              </a:solidFill>
              <a:beve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4" name="CasellaDiTesto 183">
              <a:extLst>
                <a:ext uri="{FF2B5EF4-FFF2-40B4-BE49-F238E27FC236}">
                  <a16:creationId xmlns:a16="http://schemas.microsoft.com/office/drawing/2014/main" id="{A3C9922A-9833-25CA-AF74-50F581081DF9}"/>
                </a:ext>
              </a:extLst>
            </p:cNvPr>
            <p:cNvSpPr txBox="1"/>
            <p:nvPr/>
          </p:nvSpPr>
          <p:spPr>
            <a:xfrm>
              <a:off x="4817347" y="4765185"/>
              <a:ext cx="502342" cy="238527"/>
            </a:xfrm>
            <a:prstGeom prst="rect">
              <a:avLst/>
            </a:prstGeom>
            <a:noFill/>
          </p:spPr>
          <p:txBody>
            <a:bodyPr wrap="square" rtlCol="0">
              <a:spAutoFit/>
            </a:bodyPr>
            <a:lstStyle/>
            <a:p>
              <a:pPr algn="ctr"/>
              <a:r>
                <a:rPr lang="it-IT" sz="900" dirty="0">
                  <a:solidFill>
                    <a:srgbClr val="AB9488"/>
                  </a:solidFill>
                </a:rPr>
                <a:t>1M</a:t>
              </a:r>
            </a:p>
          </p:txBody>
        </p:sp>
        <p:cxnSp>
          <p:nvCxnSpPr>
            <p:cNvPr id="41" name="Connettore diritto 40">
              <a:extLst>
                <a:ext uri="{FF2B5EF4-FFF2-40B4-BE49-F238E27FC236}">
                  <a16:creationId xmlns:a16="http://schemas.microsoft.com/office/drawing/2014/main" id="{AF1D7F5C-C55D-9526-D12E-DFEE4CB43131}"/>
                </a:ext>
              </a:extLst>
            </p:cNvPr>
            <p:cNvCxnSpPr>
              <a:cxnSpLocks/>
            </p:cNvCxnSpPr>
            <p:nvPr/>
          </p:nvCxnSpPr>
          <p:spPr>
            <a:xfrm rot="5400000">
              <a:off x="6158799" y="4868953"/>
              <a:ext cx="3759" cy="1389150"/>
            </a:xfrm>
            <a:prstGeom prst="line">
              <a:avLst/>
            </a:prstGeom>
            <a:ln>
              <a:solidFill>
                <a:srgbClr val="B2E890"/>
              </a:solidFill>
            </a:ln>
          </p:spPr>
          <p:style>
            <a:lnRef idx="2">
              <a:schemeClr val="accent1"/>
            </a:lnRef>
            <a:fillRef idx="0">
              <a:schemeClr val="accent1"/>
            </a:fillRef>
            <a:effectRef idx="1">
              <a:schemeClr val="accent1"/>
            </a:effectRef>
            <a:fontRef idx="minor">
              <a:schemeClr val="tx1"/>
            </a:fontRef>
          </p:style>
        </p:cxnSp>
        <p:sp>
          <p:nvSpPr>
            <p:cNvPr id="44" name="Rettangolo 43">
              <a:extLst>
                <a:ext uri="{FF2B5EF4-FFF2-40B4-BE49-F238E27FC236}">
                  <a16:creationId xmlns:a16="http://schemas.microsoft.com/office/drawing/2014/main" id="{83A5F12E-A244-3535-EF81-CA0736A2A85F}"/>
                </a:ext>
              </a:extLst>
            </p:cNvPr>
            <p:cNvSpPr/>
            <p:nvPr/>
          </p:nvSpPr>
          <p:spPr>
            <a:xfrm>
              <a:off x="6928730" y="5857638"/>
              <a:ext cx="128618" cy="205409"/>
            </a:xfrm>
            <a:prstGeom prst="rect">
              <a:avLst/>
            </a:prstGeom>
            <a:solidFill>
              <a:srgbClr val="B2E8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463" name="CasellaDiTesto 462">
            <a:extLst>
              <a:ext uri="{FF2B5EF4-FFF2-40B4-BE49-F238E27FC236}">
                <a16:creationId xmlns:a16="http://schemas.microsoft.com/office/drawing/2014/main" id="{2CA45956-7BE1-4586-B967-397F1ABF7FEC}"/>
              </a:ext>
            </a:extLst>
          </p:cNvPr>
          <p:cNvSpPr txBox="1"/>
          <p:nvPr/>
        </p:nvSpPr>
        <p:spPr>
          <a:xfrm>
            <a:off x="4607351" y="5938567"/>
            <a:ext cx="2739211" cy="276999"/>
          </a:xfrm>
          <a:prstGeom prst="rect">
            <a:avLst/>
          </a:prstGeom>
          <a:noFill/>
        </p:spPr>
        <p:txBody>
          <a:bodyPr wrap="none" rtlCol="0">
            <a:spAutoFit/>
          </a:bodyPr>
          <a:lstStyle/>
          <a:p>
            <a:r>
              <a:rPr lang="sv-SE" sz="1200" dirty="0">
                <a:solidFill>
                  <a:srgbClr val="795548"/>
                </a:solidFill>
              </a:rPr>
              <a:t>2M x 4 byte = 2M x 4 ( 8bit) = 2M x 32 bit</a:t>
            </a:r>
            <a:endParaRPr lang="it-IT" sz="1200" dirty="0">
              <a:solidFill>
                <a:srgbClr val="795548"/>
              </a:solidFill>
            </a:endParaRPr>
          </a:p>
        </p:txBody>
      </p:sp>
    </p:spTree>
    <p:extLst>
      <p:ext uri="{BB962C8B-B14F-4D97-AF65-F5344CB8AC3E}">
        <p14:creationId xmlns:p14="http://schemas.microsoft.com/office/powerpoint/2010/main" val="203878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AF6EF"/>
        </a:solidFill>
        <a:effectLst/>
      </p:bgPr>
    </p:bg>
    <p:spTree>
      <p:nvGrpSpPr>
        <p:cNvPr id="1" name=""/>
        <p:cNvGrpSpPr/>
        <p:nvPr/>
      </p:nvGrpSpPr>
      <p:grpSpPr>
        <a:xfrm>
          <a:off x="0" y="0"/>
          <a:ext cx="0" cy="0"/>
          <a:chOff x="0" y="0"/>
          <a:chExt cx="0" cy="0"/>
        </a:xfrm>
      </p:grpSpPr>
      <p:grpSp>
        <p:nvGrpSpPr>
          <p:cNvPr id="375" name="Gruppo 374">
            <a:extLst>
              <a:ext uri="{FF2B5EF4-FFF2-40B4-BE49-F238E27FC236}">
                <a16:creationId xmlns:a16="http://schemas.microsoft.com/office/drawing/2014/main" id="{B35EDA77-0D10-C127-1B25-1207C0DDBAA0}"/>
              </a:ext>
            </a:extLst>
          </p:cNvPr>
          <p:cNvGrpSpPr/>
          <p:nvPr/>
        </p:nvGrpSpPr>
        <p:grpSpPr>
          <a:xfrm>
            <a:off x="5859492" y="9468903"/>
            <a:ext cx="711967" cy="1000222"/>
            <a:chOff x="5751842" y="5210714"/>
            <a:chExt cx="711967" cy="437485"/>
          </a:xfrm>
        </p:grpSpPr>
        <p:cxnSp>
          <p:nvCxnSpPr>
            <p:cNvPr id="357" name="Connettore diritto 356">
              <a:extLst>
                <a:ext uri="{FF2B5EF4-FFF2-40B4-BE49-F238E27FC236}">
                  <a16:creationId xmlns:a16="http://schemas.microsoft.com/office/drawing/2014/main" id="{63D5A1C4-FFF2-561A-3366-E4B15F5DFCC2}"/>
                </a:ext>
              </a:extLst>
            </p:cNvPr>
            <p:cNvCxnSpPr>
              <a:cxnSpLocks/>
            </p:cNvCxnSpPr>
            <p:nvPr/>
          </p:nvCxnSpPr>
          <p:spPr>
            <a:xfrm rot="16200000">
              <a:off x="6153147" y="5284053"/>
              <a:ext cx="146678" cy="0"/>
            </a:xfrm>
            <a:prstGeom prst="line">
              <a:avLst/>
            </a:prstGeom>
            <a:ln w="76200">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358" name="Connettore diritto 357">
              <a:extLst>
                <a:ext uri="{FF2B5EF4-FFF2-40B4-BE49-F238E27FC236}">
                  <a16:creationId xmlns:a16="http://schemas.microsoft.com/office/drawing/2014/main" id="{621A2115-19DD-C515-184D-A7FAE6DA4B5B}"/>
                </a:ext>
              </a:extLst>
            </p:cNvPr>
            <p:cNvCxnSpPr>
              <a:cxnSpLocks/>
            </p:cNvCxnSpPr>
            <p:nvPr/>
          </p:nvCxnSpPr>
          <p:spPr>
            <a:xfrm rot="16200000">
              <a:off x="6390470" y="5284053"/>
              <a:ext cx="146678" cy="0"/>
            </a:xfrm>
            <a:prstGeom prst="line">
              <a:avLst/>
            </a:prstGeom>
            <a:ln w="76200">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360" name="Connettore diritto 359">
              <a:extLst>
                <a:ext uri="{FF2B5EF4-FFF2-40B4-BE49-F238E27FC236}">
                  <a16:creationId xmlns:a16="http://schemas.microsoft.com/office/drawing/2014/main" id="{762E853B-063C-C130-D371-BECB2454C055}"/>
                </a:ext>
              </a:extLst>
            </p:cNvPr>
            <p:cNvCxnSpPr>
              <a:cxnSpLocks/>
            </p:cNvCxnSpPr>
            <p:nvPr/>
          </p:nvCxnSpPr>
          <p:spPr>
            <a:xfrm rot="16200000">
              <a:off x="5915825" y="5284053"/>
              <a:ext cx="146678" cy="0"/>
            </a:xfrm>
            <a:prstGeom prst="line">
              <a:avLst/>
            </a:prstGeom>
            <a:ln w="76200">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361" name="Connettore diritto 360">
              <a:extLst>
                <a:ext uri="{FF2B5EF4-FFF2-40B4-BE49-F238E27FC236}">
                  <a16:creationId xmlns:a16="http://schemas.microsoft.com/office/drawing/2014/main" id="{2A383DCD-0599-9C85-45A6-1BF9B73F60D9}"/>
                </a:ext>
              </a:extLst>
            </p:cNvPr>
            <p:cNvCxnSpPr>
              <a:cxnSpLocks/>
            </p:cNvCxnSpPr>
            <p:nvPr/>
          </p:nvCxnSpPr>
          <p:spPr>
            <a:xfrm rot="16200000">
              <a:off x="5678503" y="5284053"/>
              <a:ext cx="146678" cy="0"/>
            </a:xfrm>
            <a:prstGeom prst="line">
              <a:avLst/>
            </a:prstGeom>
            <a:ln w="76200">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378" name="Connettore diritto 377">
              <a:extLst>
                <a:ext uri="{FF2B5EF4-FFF2-40B4-BE49-F238E27FC236}">
                  <a16:creationId xmlns:a16="http://schemas.microsoft.com/office/drawing/2014/main" id="{A4FA6A39-2188-DDA1-6DD2-BB0A0D8E86DB}"/>
                </a:ext>
              </a:extLst>
            </p:cNvPr>
            <p:cNvCxnSpPr>
              <a:cxnSpLocks/>
            </p:cNvCxnSpPr>
            <p:nvPr/>
          </p:nvCxnSpPr>
          <p:spPr>
            <a:xfrm rot="16200000">
              <a:off x="6046722" y="5574860"/>
              <a:ext cx="146678" cy="0"/>
            </a:xfrm>
            <a:prstGeom prst="line">
              <a:avLst/>
            </a:prstGeom>
            <a:ln w="76200">
              <a:solidFill>
                <a:srgbClr val="AB9488"/>
              </a:solidFill>
            </a:ln>
          </p:spPr>
          <p:style>
            <a:lnRef idx="2">
              <a:schemeClr val="accent1"/>
            </a:lnRef>
            <a:fillRef idx="0">
              <a:schemeClr val="accent1"/>
            </a:fillRef>
            <a:effectRef idx="1">
              <a:schemeClr val="accent1"/>
            </a:effectRef>
            <a:fontRef idx="minor">
              <a:schemeClr val="tx1"/>
            </a:fontRef>
          </p:style>
        </p:cxnSp>
      </p:grpSp>
      <p:sp>
        <p:nvSpPr>
          <p:cNvPr id="10" name="object 166">
            <a:extLst>
              <a:ext uri="{FF2B5EF4-FFF2-40B4-BE49-F238E27FC236}">
                <a16:creationId xmlns:a16="http://schemas.microsoft.com/office/drawing/2014/main" id="{DF5000CC-A9B9-78AC-A62D-B4313AD18120}"/>
              </a:ext>
            </a:extLst>
          </p:cNvPr>
          <p:cNvSpPr/>
          <p:nvPr/>
        </p:nvSpPr>
        <p:spPr>
          <a:xfrm>
            <a:off x="-4263692" y="883960"/>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2" name="object 168">
            <a:extLst>
              <a:ext uri="{FF2B5EF4-FFF2-40B4-BE49-F238E27FC236}">
                <a16:creationId xmlns:a16="http://schemas.microsoft.com/office/drawing/2014/main" id="{6A095960-656B-8CB8-8008-CEDAE28A045B}"/>
              </a:ext>
            </a:extLst>
          </p:cNvPr>
          <p:cNvSpPr txBox="1"/>
          <p:nvPr/>
        </p:nvSpPr>
        <p:spPr>
          <a:xfrm>
            <a:off x="-2105550" y="2225084"/>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9269404" y="296635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9269404" y="275165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10400126" y="4934317"/>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9306521" y="3659261"/>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9484827" y="37924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9411794" y="3702440"/>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9269314" y="339162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9269314" y="317692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9470247" y="402086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10390282" y="3423779"/>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10751065" y="3284144"/>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10751065" y="3612423"/>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11176214" y="3285171"/>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11176214" y="3613450"/>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9777387" y="296537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9777387" y="275067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9777297" y="3390643"/>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9777297" y="317594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9139042" y="3737377"/>
            <a:ext cx="381929" cy="369332"/>
          </a:xfrm>
          <a:prstGeom prst="rect">
            <a:avLst/>
          </a:prstGeom>
          <a:noFill/>
        </p:spPr>
        <p:txBody>
          <a:bodyPr wrap="square">
            <a:spAutoFit/>
          </a:bodyPr>
          <a:lstStyle/>
          <a:p>
            <a:r>
              <a:rPr lang="it-IT" sz="1800" dirty="0"/>
              <a:t>2</a:t>
            </a:r>
            <a:endParaRPr lang="it-IT" dirty="0"/>
          </a:p>
        </p:txBody>
      </p:sp>
      <p:sp>
        <p:nvSpPr>
          <p:cNvPr id="42" name="object 192">
            <a:extLst>
              <a:ext uri="{FF2B5EF4-FFF2-40B4-BE49-F238E27FC236}">
                <a16:creationId xmlns:a16="http://schemas.microsoft.com/office/drawing/2014/main" id="{7C46EF8F-5DBE-D90E-EA01-DEA483EBD119}"/>
              </a:ext>
            </a:extLst>
          </p:cNvPr>
          <p:cNvSpPr/>
          <p:nvPr/>
        </p:nvSpPr>
        <p:spPr>
          <a:xfrm>
            <a:off x="-845855" y="1342387"/>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08" name="CasellaDiTesto 107">
            <a:extLst>
              <a:ext uri="{FF2B5EF4-FFF2-40B4-BE49-F238E27FC236}">
                <a16:creationId xmlns:a16="http://schemas.microsoft.com/office/drawing/2014/main" id="{2560331B-CB75-BE10-83B5-0651CA101A1D}"/>
              </a:ext>
            </a:extLst>
          </p:cNvPr>
          <p:cNvSpPr txBox="1"/>
          <p:nvPr/>
        </p:nvSpPr>
        <p:spPr>
          <a:xfrm>
            <a:off x="279331" y="8368907"/>
            <a:ext cx="381836" cy="238527"/>
          </a:xfrm>
          <a:prstGeom prst="rect">
            <a:avLst/>
          </a:prstGeom>
          <a:noFill/>
        </p:spPr>
        <p:txBody>
          <a:bodyPr wrap="none" rtlCol="0">
            <a:spAutoFit/>
          </a:bodyPr>
          <a:lstStyle/>
          <a:p>
            <a:r>
              <a:rPr lang="it-IT" sz="950" dirty="0">
                <a:solidFill>
                  <a:srgbClr val="795548"/>
                </a:solidFill>
              </a:rPr>
              <a:t>128</a:t>
            </a:r>
          </a:p>
        </p:txBody>
      </p:sp>
      <p:sp>
        <p:nvSpPr>
          <p:cNvPr id="199" name="CasellaDiTesto 198">
            <a:extLst>
              <a:ext uri="{FF2B5EF4-FFF2-40B4-BE49-F238E27FC236}">
                <a16:creationId xmlns:a16="http://schemas.microsoft.com/office/drawing/2014/main" id="{53D1BB01-5F12-E242-3144-7BD0AE8AE5C8}"/>
              </a:ext>
            </a:extLst>
          </p:cNvPr>
          <p:cNvSpPr txBox="1"/>
          <p:nvPr/>
        </p:nvSpPr>
        <p:spPr>
          <a:xfrm>
            <a:off x="-2748823" y="9023522"/>
            <a:ext cx="293670" cy="1077218"/>
          </a:xfrm>
          <a:prstGeom prst="rect">
            <a:avLst/>
          </a:prstGeom>
          <a:noFill/>
        </p:spPr>
        <p:txBody>
          <a:bodyPr wrap="none" rtlCol="0">
            <a:spAutoFit/>
          </a:bodyPr>
          <a:lstStyle/>
          <a:p>
            <a:r>
              <a:rPr lang="it-IT" sz="1600" dirty="0">
                <a:solidFill>
                  <a:srgbClr val="997E71"/>
                </a:solidFill>
              </a:rPr>
              <a:t>1</a:t>
            </a:r>
          </a:p>
          <a:p>
            <a:r>
              <a:rPr lang="it-IT" sz="1600" dirty="0">
                <a:solidFill>
                  <a:srgbClr val="997E71"/>
                </a:solidFill>
              </a:rPr>
              <a:t>2</a:t>
            </a:r>
          </a:p>
          <a:p>
            <a:r>
              <a:rPr lang="it-IT" sz="1600" dirty="0">
                <a:solidFill>
                  <a:srgbClr val="997E71"/>
                </a:solidFill>
              </a:rPr>
              <a:t>3</a:t>
            </a:r>
          </a:p>
          <a:p>
            <a:r>
              <a:rPr lang="it-IT" sz="1600" dirty="0">
                <a:solidFill>
                  <a:srgbClr val="997E71"/>
                </a:solidFill>
              </a:rPr>
              <a:t>4</a:t>
            </a:r>
          </a:p>
        </p:txBody>
      </p:sp>
      <p:sp>
        <p:nvSpPr>
          <p:cNvPr id="284" name="Triangolo isoscele 283">
            <a:extLst>
              <a:ext uri="{FF2B5EF4-FFF2-40B4-BE49-F238E27FC236}">
                <a16:creationId xmlns:a16="http://schemas.microsoft.com/office/drawing/2014/main" id="{6FAEAF16-4566-8EBD-15B0-C341E211899A}"/>
              </a:ext>
            </a:extLst>
          </p:cNvPr>
          <p:cNvSpPr/>
          <p:nvPr/>
        </p:nvSpPr>
        <p:spPr>
          <a:xfrm rot="19509351">
            <a:off x="7709134" y="8264156"/>
            <a:ext cx="1176306" cy="1261119"/>
          </a:xfrm>
          <a:prstGeom prst="triangle">
            <a:avLst/>
          </a:prstGeom>
          <a:gradFill>
            <a:gsLst>
              <a:gs pos="0">
                <a:srgbClr val="997E71"/>
              </a:gs>
              <a:gs pos="82000">
                <a:srgbClr val="FAF6EF">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ED673B76-0659-4232-5AD9-7EF2B830B79E}"/>
              </a:ext>
            </a:extLst>
          </p:cNvPr>
          <p:cNvSpPr/>
          <p:nvPr/>
        </p:nvSpPr>
        <p:spPr>
          <a:xfrm>
            <a:off x="8252807" y="8861309"/>
            <a:ext cx="1663002" cy="824763"/>
          </a:xfrm>
          <a:custGeom>
            <a:avLst/>
            <a:gdLst>
              <a:gd name="connsiteX0" fmla="*/ 0 w 1663002"/>
              <a:gd name="connsiteY0" fmla="*/ 0 h 824763"/>
              <a:gd name="connsiteX1" fmla="*/ 554334 w 1663002"/>
              <a:gd name="connsiteY1" fmla="*/ 0 h 824763"/>
              <a:gd name="connsiteX2" fmla="*/ 1108668 w 1663002"/>
              <a:gd name="connsiteY2" fmla="*/ 0 h 824763"/>
              <a:gd name="connsiteX3" fmla="*/ 1663002 w 1663002"/>
              <a:gd name="connsiteY3" fmla="*/ 0 h 824763"/>
              <a:gd name="connsiteX4" fmla="*/ 1663002 w 1663002"/>
              <a:gd name="connsiteY4" fmla="*/ 404134 h 824763"/>
              <a:gd name="connsiteX5" fmla="*/ 1663002 w 1663002"/>
              <a:gd name="connsiteY5" fmla="*/ 824763 h 824763"/>
              <a:gd name="connsiteX6" fmla="*/ 1075408 w 1663002"/>
              <a:gd name="connsiteY6" fmla="*/ 824763 h 824763"/>
              <a:gd name="connsiteX7" fmla="*/ 504444 w 1663002"/>
              <a:gd name="connsiteY7" fmla="*/ 824763 h 824763"/>
              <a:gd name="connsiteX8" fmla="*/ 0 w 1663002"/>
              <a:gd name="connsiteY8" fmla="*/ 824763 h 824763"/>
              <a:gd name="connsiteX9" fmla="*/ 0 w 1663002"/>
              <a:gd name="connsiteY9" fmla="*/ 404134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fill="none" extrusionOk="0">
                <a:moveTo>
                  <a:pt x="0" y="0"/>
                </a:moveTo>
                <a:cubicBezTo>
                  <a:pt x="193234" y="-17935"/>
                  <a:pt x="380109" y="-17910"/>
                  <a:pt x="554334" y="0"/>
                </a:cubicBezTo>
                <a:cubicBezTo>
                  <a:pt x="728559" y="17910"/>
                  <a:pt x="936020" y="14359"/>
                  <a:pt x="1108668" y="0"/>
                </a:cubicBezTo>
                <a:cubicBezTo>
                  <a:pt x="1281316" y="-14359"/>
                  <a:pt x="1519975" y="-20186"/>
                  <a:pt x="1663002" y="0"/>
                </a:cubicBezTo>
                <a:cubicBezTo>
                  <a:pt x="1668991" y="144991"/>
                  <a:pt x="1659412" y="272063"/>
                  <a:pt x="1663002" y="404134"/>
                </a:cubicBezTo>
                <a:cubicBezTo>
                  <a:pt x="1666592" y="536205"/>
                  <a:pt x="1653060" y="722410"/>
                  <a:pt x="1663002" y="824763"/>
                </a:cubicBezTo>
                <a:cubicBezTo>
                  <a:pt x="1482468" y="809063"/>
                  <a:pt x="1274107" y="846746"/>
                  <a:pt x="1075408" y="824763"/>
                </a:cubicBezTo>
                <a:cubicBezTo>
                  <a:pt x="876709" y="802780"/>
                  <a:pt x="716442" y="814036"/>
                  <a:pt x="504444" y="824763"/>
                </a:cubicBezTo>
                <a:cubicBezTo>
                  <a:pt x="292446" y="835490"/>
                  <a:pt x="239129" y="831625"/>
                  <a:pt x="0" y="824763"/>
                </a:cubicBezTo>
                <a:cubicBezTo>
                  <a:pt x="15220" y="696787"/>
                  <a:pt x="6176" y="507611"/>
                  <a:pt x="0" y="404134"/>
                </a:cubicBezTo>
                <a:cubicBezTo>
                  <a:pt x="-6176" y="300657"/>
                  <a:pt x="-5484" y="150906"/>
                  <a:pt x="0" y="0"/>
                </a:cubicBezTo>
                <a:close/>
              </a:path>
              <a:path w="1663002" h="824763" stroke="0"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solidFill>
            <a:srgbClr val="FAF6EF"/>
          </a:solidFill>
          <a:ln>
            <a:solidFill>
              <a:srgbClr val="997E71"/>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3" name="Rettangolo con angoli arrotondati 52">
            <a:extLst>
              <a:ext uri="{FF2B5EF4-FFF2-40B4-BE49-F238E27FC236}">
                <a16:creationId xmlns:a16="http://schemas.microsoft.com/office/drawing/2014/main" id="{36E44D9F-025B-6E06-A4E6-9B4194D9EDC2}"/>
              </a:ext>
            </a:extLst>
          </p:cNvPr>
          <p:cNvSpPr/>
          <p:nvPr/>
        </p:nvSpPr>
        <p:spPr>
          <a:xfrm>
            <a:off x="8445566" y="929706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4" name="Rettangolo con angoli arrotondati 53">
            <a:extLst>
              <a:ext uri="{FF2B5EF4-FFF2-40B4-BE49-F238E27FC236}">
                <a16:creationId xmlns:a16="http://schemas.microsoft.com/office/drawing/2014/main" id="{4553DAFD-D0BD-6F53-4149-4FBF408B6E09}"/>
              </a:ext>
            </a:extLst>
          </p:cNvPr>
          <p:cNvSpPr/>
          <p:nvPr/>
        </p:nvSpPr>
        <p:spPr>
          <a:xfrm>
            <a:off x="9234315" y="930751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7" name="Rettangolo con angoli arrotondati 56">
            <a:extLst>
              <a:ext uri="{FF2B5EF4-FFF2-40B4-BE49-F238E27FC236}">
                <a16:creationId xmlns:a16="http://schemas.microsoft.com/office/drawing/2014/main" id="{E1800772-23ED-5858-0916-5245C6A18884}"/>
              </a:ext>
            </a:extLst>
          </p:cNvPr>
          <p:cNvSpPr/>
          <p:nvPr/>
        </p:nvSpPr>
        <p:spPr>
          <a:xfrm>
            <a:off x="8445566" y="9013178"/>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58" name="Rettangolo con angoli arrotondati 57">
            <a:extLst>
              <a:ext uri="{FF2B5EF4-FFF2-40B4-BE49-F238E27FC236}">
                <a16:creationId xmlns:a16="http://schemas.microsoft.com/office/drawing/2014/main" id="{A5C44278-0DBE-76E6-AAE3-5B478BDE8769}"/>
              </a:ext>
            </a:extLst>
          </p:cNvPr>
          <p:cNvSpPr/>
          <p:nvPr/>
        </p:nvSpPr>
        <p:spPr>
          <a:xfrm>
            <a:off x="9246015" y="9011672"/>
            <a:ext cx="607690" cy="226997"/>
          </a:xfrm>
          <a:prstGeom prst="roundRect">
            <a:avLst/>
          </a:prstGeom>
          <a:solidFill>
            <a:srgbClr val="997E71"/>
          </a:solidFill>
          <a:ln>
            <a:solidFill>
              <a:srgbClr val="997E7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60" name="CasellaDiTesto 59">
            <a:extLst>
              <a:ext uri="{FF2B5EF4-FFF2-40B4-BE49-F238E27FC236}">
                <a16:creationId xmlns:a16="http://schemas.microsoft.com/office/drawing/2014/main" id="{99D2F487-3312-C508-333A-14B515133BA9}"/>
              </a:ext>
            </a:extLst>
          </p:cNvPr>
          <p:cNvSpPr txBox="1"/>
          <p:nvPr/>
        </p:nvSpPr>
        <p:spPr>
          <a:xfrm>
            <a:off x="9105697" y="9045627"/>
            <a:ext cx="121828" cy="138499"/>
          </a:xfrm>
          <a:prstGeom prst="rect">
            <a:avLst/>
          </a:prstGeom>
          <a:noFill/>
          <a:ln>
            <a:noFill/>
          </a:ln>
        </p:spPr>
        <p:txBody>
          <a:bodyPr wrap="none" lIns="0" tIns="0" rIns="0" bIns="0" rtlCol="0">
            <a:spAutoFit/>
          </a:bodyPr>
          <a:lstStyle/>
          <a:p>
            <a:r>
              <a:rPr lang="it-IT" sz="900" dirty="0">
                <a:solidFill>
                  <a:srgbClr val="997E71"/>
                </a:solidFill>
              </a:rPr>
              <a:t>01</a:t>
            </a:r>
            <a:endParaRPr lang="it-IT" sz="1100" dirty="0">
              <a:solidFill>
                <a:srgbClr val="997E71"/>
              </a:solidFill>
            </a:endParaRPr>
          </a:p>
        </p:txBody>
      </p:sp>
      <p:sp>
        <p:nvSpPr>
          <p:cNvPr id="61" name="CasellaDiTesto 60">
            <a:extLst>
              <a:ext uri="{FF2B5EF4-FFF2-40B4-BE49-F238E27FC236}">
                <a16:creationId xmlns:a16="http://schemas.microsoft.com/office/drawing/2014/main" id="{25D72077-D911-9C91-09FA-32895FBB3B65}"/>
              </a:ext>
            </a:extLst>
          </p:cNvPr>
          <p:cNvSpPr txBox="1"/>
          <p:nvPr/>
        </p:nvSpPr>
        <p:spPr>
          <a:xfrm>
            <a:off x="8288273" y="9055920"/>
            <a:ext cx="121828" cy="138499"/>
          </a:xfrm>
          <a:prstGeom prst="rect">
            <a:avLst/>
          </a:prstGeom>
          <a:noFill/>
          <a:ln>
            <a:noFill/>
          </a:ln>
        </p:spPr>
        <p:txBody>
          <a:bodyPr wrap="none" lIns="0" tIns="0" rIns="0" bIns="0" rtlCol="0">
            <a:spAutoFit/>
          </a:bodyPr>
          <a:lstStyle/>
          <a:p>
            <a:r>
              <a:rPr lang="it-IT" sz="900" dirty="0">
                <a:solidFill>
                  <a:srgbClr val="997E71"/>
                </a:solidFill>
              </a:rPr>
              <a:t>00</a:t>
            </a:r>
            <a:endParaRPr lang="it-IT" sz="1100" dirty="0">
              <a:solidFill>
                <a:srgbClr val="997E71"/>
              </a:solidFill>
            </a:endParaRPr>
          </a:p>
        </p:txBody>
      </p:sp>
      <p:sp>
        <p:nvSpPr>
          <p:cNvPr id="63" name="CasellaDiTesto 62">
            <a:extLst>
              <a:ext uri="{FF2B5EF4-FFF2-40B4-BE49-F238E27FC236}">
                <a16:creationId xmlns:a16="http://schemas.microsoft.com/office/drawing/2014/main" id="{75054B32-58AA-8703-280B-3B26126AA6E2}"/>
              </a:ext>
            </a:extLst>
          </p:cNvPr>
          <p:cNvSpPr txBox="1"/>
          <p:nvPr/>
        </p:nvSpPr>
        <p:spPr>
          <a:xfrm>
            <a:off x="8287925" y="9336773"/>
            <a:ext cx="121828" cy="138499"/>
          </a:xfrm>
          <a:prstGeom prst="rect">
            <a:avLst/>
          </a:prstGeom>
          <a:noFill/>
          <a:ln>
            <a:noFill/>
          </a:ln>
        </p:spPr>
        <p:txBody>
          <a:bodyPr wrap="none" lIns="0" tIns="0" rIns="0" bIns="0" rtlCol="0">
            <a:spAutoFit/>
          </a:bodyPr>
          <a:lstStyle/>
          <a:p>
            <a:r>
              <a:rPr lang="it-IT" sz="900" dirty="0">
                <a:solidFill>
                  <a:srgbClr val="997E71"/>
                </a:solidFill>
              </a:rPr>
              <a:t>10</a:t>
            </a:r>
            <a:endParaRPr lang="it-IT" sz="1100" dirty="0">
              <a:solidFill>
                <a:srgbClr val="997E71"/>
              </a:solidFill>
            </a:endParaRPr>
          </a:p>
        </p:txBody>
      </p:sp>
      <p:sp>
        <p:nvSpPr>
          <p:cNvPr id="64" name="CasellaDiTesto 63">
            <a:extLst>
              <a:ext uri="{FF2B5EF4-FFF2-40B4-BE49-F238E27FC236}">
                <a16:creationId xmlns:a16="http://schemas.microsoft.com/office/drawing/2014/main" id="{406DE82E-5F45-6851-84B4-F94C5CA24B57}"/>
              </a:ext>
            </a:extLst>
          </p:cNvPr>
          <p:cNvSpPr txBox="1"/>
          <p:nvPr/>
        </p:nvSpPr>
        <p:spPr>
          <a:xfrm>
            <a:off x="9082871" y="9351766"/>
            <a:ext cx="121828" cy="138499"/>
          </a:xfrm>
          <a:prstGeom prst="rect">
            <a:avLst/>
          </a:prstGeom>
          <a:noFill/>
          <a:ln>
            <a:noFill/>
          </a:ln>
        </p:spPr>
        <p:txBody>
          <a:bodyPr wrap="none" lIns="0" tIns="0" rIns="0" bIns="0" rtlCol="0">
            <a:spAutoFit/>
          </a:bodyPr>
          <a:lstStyle/>
          <a:p>
            <a:r>
              <a:rPr lang="it-IT" sz="900" dirty="0">
                <a:solidFill>
                  <a:srgbClr val="997E71"/>
                </a:solidFill>
              </a:rPr>
              <a:t>11</a:t>
            </a:r>
            <a:endParaRPr lang="it-IT" sz="1100" dirty="0">
              <a:solidFill>
                <a:srgbClr val="997E71"/>
              </a:solidFill>
            </a:endParaRPr>
          </a:p>
        </p:txBody>
      </p:sp>
      <p:sp>
        <p:nvSpPr>
          <p:cNvPr id="85" name="Rettangolo con angoli arrotondati 84">
            <a:extLst>
              <a:ext uri="{FF2B5EF4-FFF2-40B4-BE49-F238E27FC236}">
                <a16:creationId xmlns:a16="http://schemas.microsoft.com/office/drawing/2014/main" id="{56EE77D8-C149-4360-F68A-9777EDDEBADF}"/>
              </a:ext>
            </a:extLst>
          </p:cNvPr>
          <p:cNvSpPr/>
          <p:nvPr/>
        </p:nvSpPr>
        <p:spPr>
          <a:xfrm>
            <a:off x="-829373" y="1692891"/>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con angoli arrotondati 85">
            <a:extLst>
              <a:ext uri="{FF2B5EF4-FFF2-40B4-BE49-F238E27FC236}">
                <a16:creationId xmlns:a16="http://schemas.microsoft.com/office/drawing/2014/main" id="{3F000491-9639-47BA-CD98-A84E3240DD14}"/>
              </a:ext>
            </a:extLst>
          </p:cNvPr>
          <p:cNvSpPr/>
          <p:nvPr/>
        </p:nvSpPr>
        <p:spPr>
          <a:xfrm>
            <a:off x="-839423" y="2154353"/>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con angoli arrotondati 86">
            <a:extLst>
              <a:ext uri="{FF2B5EF4-FFF2-40B4-BE49-F238E27FC236}">
                <a16:creationId xmlns:a16="http://schemas.microsoft.com/office/drawing/2014/main" id="{2D7F0DB7-85B9-762A-91B5-D8BDECB90DBB}"/>
              </a:ext>
            </a:extLst>
          </p:cNvPr>
          <p:cNvSpPr/>
          <p:nvPr/>
        </p:nvSpPr>
        <p:spPr>
          <a:xfrm>
            <a:off x="-839423" y="2657287"/>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FC4F1112-D270-C3A3-0BC4-2093B873E672}"/>
              </a:ext>
            </a:extLst>
          </p:cNvPr>
          <p:cNvSpPr/>
          <p:nvPr/>
        </p:nvSpPr>
        <p:spPr>
          <a:xfrm>
            <a:off x="-810249" y="3124816"/>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6" name="Parentesi quadra aperta 105">
            <a:extLst>
              <a:ext uri="{FF2B5EF4-FFF2-40B4-BE49-F238E27FC236}">
                <a16:creationId xmlns:a16="http://schemas.microsoft.com/office/drawing/2014/main" id="{E8E7DFBB-CE86-B1AE-9DC3-DDED90DD197D}"/>
              </a:ext>
            </a:extLst>
          </p:cNvPr>
          <p:cNvSpPr/>
          <p:nvPr/>
        </p:nvSpPr>
        <p:spPr>
          <a:xfrm>
            <a:off x="-1001668" y="3146205"/>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271" name="Parentesi quadra aperta 270">
            <a:extLst>
              <a:ext uri="{FF2B5EF4-FFF2-40B4-BE49-F238E27FC236}">
                <a16:creationId xmlns:a16="http://schemas.microsoft.com/office/drawing/2014/main" id="{40638298-8946-3B45-A817-85F722D66832}"/>
              </a:ext>
            </a:extLst>
          </p:cNvPr>
          <p:cNvSpPr/>
          <p:nvPr/>
        </p:nvSpPr>
        <p:spPr>
          <a:xfrm>
            <a:off x="214195" y="12638450"/>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
        <p:nvSpPr>
          <p:cNvPr id="6" name="CasellaDiTesto 5">
            <a:extLst>
              <a:ext uri="{FF2B5EF4-FFF2-40B4-BE49-F238E27FC236}">
                <a16:creationId xmlns:a16="http://schemas.microsoft.com/office/drawing/2014/main" id="{2D18871B-81AA-7A0F-A1A8-2447EBEA4B59}"/>
              </a:ext>
            </a:extLst>
          </p:cNvPr>
          <p:cNvSpPr txBox="1"/>
          <p:nvPr/>
        </p:nvSpPr>
        <p:spPr>
          <a:xfrm>
            <a:off x="670629" y="7431066"/>
            <a:ext cx="250390" cy="238527"/>
          </a:xfrm>
          <a:prstGeom prst="rect">
            <a:avLst/>
          </a:prstGeom>
          <a:noFill/>
        </p:spPr>
        <p:txBody>
          <a:bodyPr wrap="none" rtlCol="0">
            <a:spAutoFit/>
          </a:bodyPr>
          <a:lstStyle>
            <a:defPPr>
              <a:defRPr lang="en-US"/>
            </a:defPPr>
            <a:lvl1pPr>
              <a:defRPr sz="950">
                <a:solidFill>
                  <a:srgbClr val="795548"/>
                </a:solidFill>
              </a:defRPr>
            </a:lvl1pPr>
          </a:lstStyle>
          <a:p>
            <a:r>
              <a:rPr lang="it-IT" dirty="0"/>
              <a:t>8</a:t>
            </a:r>
          </a:p>
        </p:txBody>
      </p:sp>
      <p:sp>
        <p:nvSpPr>
          <p:cNvPr id="17" name="object 123">
            <a:extLst>
              <a:ext uri="{FF2B5EF4-FFF2-40B4-BE49-F238E27FC236}">
                <a16:creationId xmlns:a16="http://schemas.microsoft.com/office/drawing/2014/main" id="{F1727E58-70ED-C7F3-34C9-170825360821}"/>
              </a:ext>
            </a:extLst>
          </p:cNvPr>
          <p:cNvSpPr/>
          <p:nvPr/>
        </p:nvSpPr>
        <p:spPr>
          <a:xfrm>
            <a:off x="8000256" y="4597187"/>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8" name="object 123">
            <a:extLst>
              <a:ext uri="{FF2B5EF4-FFF2-40B4-BE49-F238E27FC236}">
                <a16:creationId xmlns:a16="http://schemas.microsoft.com/office/drawing/2014/main" id="{23A52F6A-391C-0561-B091-CB7790585342}"/>
              </a:ext>
            </a:extLst>
          </p:cNvPr>
          <p:cNvSpPr/>
          <p:nvPr/>
        </p:nvSpPr>
        <p:spPr>
          <a:xfrm>
            <a:off x="8505723"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9" name="object 123">
            <a:extLst>
              <a:ext uri="{FF2B5EF4-FFF2-40B4-BE49-F238E27FC236}">
                <a16:creationId xmlns:a16="http://schemas.microsoft.com/office/drawing/2014/main" id="{34DAD8C6-6360-AC95-CA3A-88CEDFEB1310}"/>
              </a:ext>
            </a:extLst>
          </p:cNvPr>
          <p:cNvSpPr/>
          <p:nvPr/>
        </p:nvSpPr>
        <p:spPr>
          <a:xfrm>
            <a:off x="9003885" y="4582354"/>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1" name="object 123">
            <a:extLst>
              <a:ext uri="{FF2B5EF4-FFF2-40B4-BE49-F238E27FC236}">
                <a16:creationId xmlns:a16="http://schemas.microsoft.com/office/drawing/2014/main" id="{B2E621C0-8F2C-F8E3-25CA-ECF36C0D0510}"/>
              </a:ext>
            </a:extLst>
          </p:cNvPr>
          <p:cNvSpPr/>
          <p:nvPr/>
        </p:nvSpPr>
        <p:spPr>
          <a:xfrm>
            <a:off x="9504517" y="4574978"/>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8" name="object 123">
            <a:extLst>
              <a:ext uri="{FF2B5EF4-FFF2-40B4-BE49-F238E27FC236}">
                <a16:creationId xmlns:a16="http://schemas.microsoft.com/office/drawing/2014/main" id="{8310E05C-5294-D27D-84F1-149354CFDCFA}"/>
              </a:ext>
            </a:extLst>
          </p:cNvPr>
          <p:cNvSpPr/>
          <p:nvPr/>
        </p:nvSpPr>
        <p:spPr>
          <a:xfrm>
            <a:off x="8002360"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29" name="object 123">
            <a:extLst>
              <a:ext uri="{FF2B5EF4-FFF2-40B4-BE49-F238E27FC236}">
                <a16:creationId xmlns:a16="http://schemas.microsoft.com/office/drawing/2014/main" id="{37DC80B9-B490-7CD1-3663-538B6BC91A7A}"/>
              </a:ext>
            </a:extLst>
          </p:cNvPr>
          <p:cNvSpPr/>
          <p:nvPr/>
        </p:nvSpPr>
        <p:spPr>
          <a:xfrm>
            <a:off x="8495902" y="451636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0" name="object 123">
            <a:extLst>
              <a:ext uri="{FF2B5EF4-FFF2-40B4-BE49-F238E27FC236}">
                <a16:creationId xmlns:a16="http://schemas.microsoft.com/office/drawing/2014/main" id="{377DC048-3508-E214-1AF8-731E804E18F2}"/>
              </a:ext>
            </a:extLst>
          </p:cNvPr>
          <p:cNvSpPr/>
          <p:nvPr/>
        </p:nvSpPr>
        <p:spPr>
          <a:xfrm>
            <a:off x="9504516"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1" name="object 123">
            <a:extLst>
              <a:ext uri="{FF2B5EF4-FFF2-40B4-BE49-F238E27FC236}">
                <a16:creationId xmlns:a16="http://schemas.microsoft.com/office/drawing/2014/main" id="{73AAABE2-CA8A-03E0-859E-343339CA5C93}"/>
              </a:ext>
            </a:extLst>
          </p:cNvPr>
          <p:cNvSpPr/>
          <p:nvPr/>
        </p:nvSpPr>
        <p:spPr>
          <a:xfrm>
            <a:off x="9011074" y="4567602"/>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34" name="object 123">
            <a:extLst>
              <a:ext uri="{FF2B5EF4-FFF2-40B4-BE49-F238E27FC236}">
                <a16:creationId xmlns:a16="http://schemas.microsoft.com/office/drawing/2014/main" id="{8FDB5833-F8B3-16A2-D397-9B3A5EC871F3}"/>
              </a:ext>
            </a:extLst>
          </p:cNvPr>
          <p:cNvSpPr/>
          <p:nvPr/>
        </p:nvSpPr>
        <p:spPr>
          <a:xfrm>
            <a:off x="9002421" y="4505233"/>
            <a:ext cx="500893" cy="587493"/>
          </a:xfrm>
          <a:custGeom>
            <a:avLst/>
            <a:gdLst/>
            <a:ahLst/>
            <a:cxnLst/>
            <a:rect l="l" t="t" r="r" b="b"/>
            <a:pathLst>
              <a:path w="623570" h="490855">
                <a:moveTo>
                  <a:pt x="2052" y="22024"/>
                </a:moveTo>
                <a:lnTo>
                  <a:pt x="3219" y="14149"/>
                </a:lnTo>
                <a:lnTo>
                  <a:pt x="7165" y="8153"/>
                </a:lnTo>
                <a:lnTo>
                  <a:pt x="13551" y="4087"/>
                </a:lnTo>
                <a:lnTo>
                  <a:pt x="22036" y="2004"/>
                </a:lnTo>
                <a:lnTo>
                  <a:pt x="88844" y="4182"/>
                </a:lnTo>
                <a:lnTo>
                  <a:pt x="144035" y="4984"/>
                </a:lnTo>
                <a:lnTo>
                  <a:pt x="193130" y="4698"/>
                </a:lnTo>
                <a:lnTo>
                  <a:pt x="241649" y="3609"/>
                </a:lnTo>
                <a:lnTo>
                  <a:pt x="295114" y="2004"/>
                </a:lnTo>
                <a:lnTo>
                  <a:pt x="342546" y="815"/>
                </a:lnTo>
                <a:lnTo>
                  <a:pt x="389536" y="162"/>
                </a:lnTo>
                <a:lnTo>
                  <a:pt x="437583" y="0"/>
                </a:lnTo>
                <a:lnTo>
                  <a:pt x="488182" y="283"/>
                </a:lnTo>
                <a:lnTo>
                  <a:pt x="542830" y="966"/>
                </a:lnTo>
                <a:lnTo>
                  <a:pt x="603026" y="2004"/>
                </a:lnTo>
                <a:lnTo>
                  <a:pt x="623042" y="22024"/>
                </a:lnTo>
                <a:lnTo>
                  <a:pt x="622136" y="45029"/>
                </a:lnTo>
                <a:lnTo>
                  <a:pt x="622013" y="63515"/>
                </a:lnTo>
                <a:lnTo>
                  <a:pt x="622405" y="81267"/>
                </a:lnTo>
                <a:lnTo>
                  <a:pt x="623042" y="102070"/>
                </a:lnTo>
                <a:lnTo>
                  <a:pt x="620444" y="110329"/>
                </a:lnTo>
                <a:lnTo>
                  <a:pt x="616195" y="116657"/>
                </a:lnTo>
                <a:lnTo>
                  <a:pt x="610366" y="120697"/>
                </a:lnTo>
                <a:lnTo>
                  <a:pt x="603026" y="122090"/>
                </a:lnTo>
                <a:lnTo>
                  <a:pt x="559324" y="117756"/>
                </a:lnTo>
                <a:lnTo>
                  <a:pt x="512052" y="116259"/>
                </a:lnTo>
                <a:lnTo>
                  <a:pt x="462764" y="116772"/>
                </a:lnTo>
                <a:lnTo>
                  <a:pt x="413017" y="118467"/>
                </a:lnTo>
                <a:lnTo>
                  <a:pt x="364364" y="120516"/>
                </a:lnTo>
                <a:lnTo>
                  <a:pt x="318362" y="122090"/>
                </a:lnTo>
                <a:lnTo>
                  <a:pt x="272007" y="123303"/>
                </a:lnTo>
                <a:lnTo>
                  <a:pt x="222319" y="124557"/>
                </a:lnTo>
                <a:lnTo>
                  <a:pt x="170886" y="125458"/>
                </a:lnTo>
                <a:lnTo>
                  <a:pt x="119301" y="125610"/>
                </a:lnTo>
                <a:lnTo>
                  <a:pt x="69154" y="124619"/>
                </a:lnTo>
                <a:lnTo>
                  <a:pt x="22036" y="122090"/>
                </a:lnTo>
                <a:lnTo>
                  <a:pt x="717" y="83104"/>
                </a:lnTo>
                <a:lnTo>
                  <a:pt x="0" y="63688"/>
                </a:lnTo>
                <a:lnTo>
                  <a:pt x="309" y="43451"/>
                </a:lnTo>
                <a:lnTo>
                  <a:pt x="2052" y="22024"/>
                </a:lnTo>
                <a:close/>
              </a:path>
              <a:path w="623570" h="490855">
                <a:moveTo>
                  <a:pt x="2052" y="140464"/>
                </a:moveTo>
                <a:lnTo>
                  <a:pt x="3219" y="132590"/>
                </a:lnTo>
                <a:lnTo>
                  <a:pt x="7165" y="126593"/>
                </a:lnTo>
                <a:lnTo>
                  <a:pt x="13551" y="122527"/>
                </a:lnTo>
                <a:lnTo>
                  <a:pt x="22036" y="120445"/>
                </a:lnTo>
                <a:lnTo>
                  <a:pt x="88844" y="122622"/>
                </a:lnTo>
                <a:lnTo>
                  <a:pt x="144035" y="123425"/>
                </a:lnTo>
                <a:lnTo>
                  <a:pt x="193130" y="123138"/>
                </a:lnTo>
                <a:lnTo>
                  <a:pt x="241649" y="122049"/>
                </a:lnTo>
                <a:lnTo>
                  <a:pt x="295114" y="120445"/>
                </a:lnTo>
                <a:lnTo>
                  <a:pt x="342546" y="119256"/>
                </a:lnTo>
                <a:lnTo>
                  <a:pt x="389536" y="118602"/>
                </a:lnTo>
                <a:lnTo>
                  <a:pt x="437583" y="118440"/>
                </a:lnTo>
                <a:lnTo>
                  <a:pt x="488182" y="118723"/>
                </a:lnTo>
                <a:lnTo>
                  <a:pt x="542830" y="119406"/>
                </a:lnTo>
                <a:lnTo>
                  <a:pt x="603026" y="120445"/>
                </a:lnTo>
                <a:lnTo>
                  <a:pt x="623042" y="140464"/>
                </a:lnTo>
                <a:lnTo>
                  <a:pt x="622136" y="163469"/>
                </a:lnTo>
                <a:lnTo>
                  <a:pt x="622013" y="181956"/>
                </a:lnTo>
                <a:lnTo>
                  <a:pt x="622405" y="199708"/>
                </a:lnTo>
                <a:lnTo>
                  <a:pt x="623042" y="220510"/>
                </a:lnTo>
                <a:lnTo>
                  <a:pt x="620444" y="228769"/>
                </a:lnTo>
                <a:lnTo>
                  <a:pt x="616195" y="235098"/>
                </a:lnTo>
                <a:lnTo>
                  <a:pt x="610366" y="239137"/>
                </a:lnTo>
                <a:lnTo>
                  <a:pt x="603026" y="240530"/>
                </a:lnTo>
                <a:lnTo>
                  <a:pt x="559324" y="236196"/>
                </a:lnTo>
                <a:lnTo>
                  <a:pt x="512052" y="234700"/>
                </a:lnTo>
                <a:lnTo>
                  <a:pt x="462764" y="235213"/>
                </a:lnTo>
                <a:lnTo>
                  <a:pt x="413017" y="236907"/>
                </a:lnTo>
                <a:lnTo>
                  <a:pt x="364364" y="238956"/>
                </a:lnTo>
                <a:lnTo>
                  <a:pt x="318362" y="240530"/>
                </a:lnTo>
                <a:lnTo>
                  <a:pt x="272007" y="241743"/>
                </a:lnTo>
                <a:lnTo>
                  <a:pt x="222319" y="242998"/>
                </a:lnTo>
                <a:lnTo>
                  <a:pt x="170886" y="243898"/>
                </a:lnTo>
                <a:lnTo>
                  <a:pt x="119301" y="244050"/>
                </a:lnTo>
                <a:lnTo>
                  <a:pt x="69154" y="243059"/>
                </a:lnTo>
                <a:lnTo>
                  <a:pt x="22036" y="240530"/>
                </a:lnTo>
                <a:lnTo>
                  <a:pt x="717" y="201545"/>
                </a:lnTo>
                <a:lnTo>
                  <a:pt x="0" y="182128"/>
                </a:lnTo>
                <a:lnTo>
                  <a:pt x="309" y="161892"/>
                </a:lnTo>
                <a:lnTo>
                  <a:pt x="2052" y="140464"/>
                </a:lnTo>
                <a:close/>
              </a:path>
              <a:path w="623570" h="490855">
                <a:moveTo>
                  <a:pt x="2052" y="258757"/>
                </a:moveTo>
                <a:lnTo>
                  <a:pt x="3219" y="250930"/>
                </a:lnTo>
                <a:lnTo>
                  <a:pt x="7165" y="244966"/>
                </a:lnTo>
                <a:lnTo>
                  <a:pt x="13551" y="240928"/>
                </a:lnTo>
                <a:lnTo>
                  <a:pt x="22036" y="238885"/>
                </a:lnTo>
                <a:lnTo>
                  <a:pt x="88844" y="241038"/>
                </a:lnTo>
                <a:lnTo>
                  <a:pt x="144035" y="241837"/>
                </a:lnTo>
                <a:lnTo>
                  <a:pt x="193130" y="241560"/>
                </a:lnTo>
                <a:lnTo>
                  <a:pt x="241649" y="240483"/>
                </a:lnTo>
                <a:lnTo>
                  <a:pt x="295114" y="238885"/>
                </a:lnTo>
                <a:lnTo>
                  <a:pt x="342546" y="237696"/>
                </a:lnTo>
                <a:lnTo>
                  <a:pt x="389536" y="237043"/>
                </a:lnTo>
                <a:lnTo>
                  <a:pt x="437583" y="236880"/>
                </a:lnTo>
                <a:lnTo>
                  <a:pt x="488182" y="237163"/>
                </a:lnTo>
                <a:lnTo>
                  <a:pt x="542830" y="237847"/>
                </a:lnTo>
                <a:lnTo>
                  <a:pt x="603026" y="238885"/>
                </a:lnTo>
                <a:lnTo>
                  <a:pt x="623042" y="258757"/>
                </a:lnTo>
                <a:lnTo>
                  <a:pt x="622136" y="281624"/>
                </a:lnTo>
                <a:lnTo>
                  <a:pt x="622013" y="299985"/>
                </a:lnTo>
                <a:lnTo>
                  <a:pt x="622405" y="317612"/>
                </a:lnTo>
                <a:lnTo>
                  <a:pt x="623042" y="338276"/>
                </a:lnTo>
                <a:lnTo>
                  <a:pt x="620444" y="346478"/>
                </a:lnTo>
                <a:lnTo>
                  <a:pt x="616195" y="352759"/>
                </a:lnTo>
                <a:lnTo>
                  <a:pt x="610366" y="356767"/>
                </a:lnTo>
                <a:lnTo>
                  <a:pt x="603026" y="358148"/>
                </a:lnTo>
                <a:lnTo>
                  <a:pt x="559324" y="353841"/>
                </a:lnTo>
                <a:lnTo>
                  <a:pt x="512052" y="352361"/>
                </a:lnTo>
                <a:lnTo>
                  <a:pt x="462764" y="352880"/>
                </a:lnTo>
                <a:lnTo>
                  <a:pt x="413017" y="354569"/>
                </a:lnTo>
                <a:lnTo>
                  <a:pt x="364364" y="356601"/>
                </a:lnTo>
                <a:lnTo>
                  <a:pt x="318362" y="358148"/>
                </a:lnTo>
                <a:lnTo>
                  <a:pt x="272007" y="359333"/>
                </a:lnTo>
                <a:lnTo>
                  <a:pt x="222319" y="360568"/>
                </a:lnTo>
                <a:lnTo>
                  <a:pt x="170886" y="361461"/>
                </a:lnTo>
                <a:lnTo>
                  <a:pt x="119301" y="361617"/>
                </a:lnTo>
                <a:lnTo>
                  <a:pt x="69154" y="360644"/>
                </a:lnTo>
                <a:lnTo>
                  <a:pt x="22036" y="358148"/>
                </a:lnTo>
                <a:lnTo>
                  <a:pt x="717" y="319423"/>
                </a:lnTo>
                <a:lnTo>
                  <a:pt x="0" y="300139"/>
                </a:lnTo>
                <a:lnTo>
                  <a:pt x="309" y="280044"/>
                </a:lnTo>
                <a:lnTo>
                  <a:pt x="2052" y="258757"/>
                </a:lnTo>
                <a:close/>
              </a:path>
              <a:path w="623570" h="490855">
                <a:moveTo>
                  <a:pt x="2052" y="376523"/>
                </a:moveTo>
                <a:lnTo>
                  <a:pt x="3219" y="368648"/>
                </a:lnTo>
                <a:lnTo>
                  <a:pt x="7165" y="362651"/>
                </a:lnTo>
                <a:lnTo>
                  <a:pt x="13551" y="358586"/>
                </a:lnTo>
                <a:lnTo>
                  <a:pt x="22036" y="356503"/>
                </a:lnTo>
                <a:lnTo>
                  <a:pt x="88844" y="358681"/>
                </a:lnTo>
                <a:lnTo>
                  <a:pt x="144035" y="359483"/>
                </a:lnTo>
                <a:lnTo>
                  <a:pt x="193130" y="359196"/>
                </a:lnTo>
                <a:lnTo>
                  <a:pt x="241649" y="358108"/>
                </a:lnTo>
                <a:lnTo>
                  <a:pt x="295114" y="356503"/>
                </a:lnTo>
                <a:lnTo>
                  <a:pt x="342546" y="355314"/>
                </a:lnTo>
                <a:lnTo>
                  <a:pt x="389536" y="354661"/>
                </a:lnTo>
                <a:lnTo>
                  <a:pt x="437583" y="354498"/>
                </a:lnTo>
                <a:lnTo>
                  <a:pt x="488182" y="354781"/>
                </a:lnTo>
                <a:lnTo>
                  <a:pt x="542830" y="355465"/>
                </a:lnTo>
                <a:lnTo>
                  <a:pt x="603026" y="356503"/>
                </a:lnTo>
                <a:lnTo>
                  <a:pt x="623042" y="376523"/>
                </a:lnTo>
                <a:lnTo>
                  <a:pt x="622136" y="399528"/>
                </a:lnTo>
                <a:lnTo>
                  <a:pt x="622013" y="418014"/>
                </a:lnTo>
                <a:lnTo>
                  <a:pt x="622405" y="435766"/>
                </a:lnTo>
                <a:lnTo>
                  <a:pt x="623042" y="456569"/>
                </a:lnTo>
                <a:lnTo>
                  <a:pt x="620444" y="464828"/>
                </a:lnTo>
                <a:lnTo>
                  <a:pt x="616195" y="471156"/>
                </a:lnTo>
                <a:lnTo>
                  <a:pt x="610366" y="475195"/>
                </a:lnTo>
                <a:lnTo>
                  <a:pt x="603026" y="476588"/>
                </a:lnTo>
                <a:lnTo>
                  <a:pt x="559324" y="472254"/>
                </a:lnTo>
                <a:lnTo>
                  <a:pt x="512052" y="470758"/>
                </a:lnTo>
                <a:lnTo>
                  <a:pt x="462764" y="471271"/>
                </a:lnTo>
                <a:lnTo>
                  <a:pt x="413017" y="472966"/>
                </a:lnTo>
                <a:lnTo>
                  <a:pt x="364364" y="475014"/>
                </a:lnTo>
                <a:lnTo>
                  <a:pt x="318362" y="476588"/>
                </a:lnTo>
                <a:lnTo>
                  <a:pt x="272007" y="477802"/>
                </a:lnTo>
                <a:lnTo>
                  <a:pt x="222319" y="479056"/>
                </a:lnTo>
                <a:lnTo>
                  <a:pt x="170886" y="479957"/>
                </a:lnTo>
                <a:lnTo>
                  <a:pt x="119301" y="480109"/>
                </a:lnTo>
                <a:lnTo>
                  <a:pt x="69154" y="479118"/>
                </a:lnTo>
                <a:lnTo>
                  <a:pt x="22036" y="476588"/>
                </a:lnTo>
                <a:lnTo>
                  <a:pt x="717" y="437603"/>
                </a:lnTo>
                <a:lnTo>
                  <a:pt x="0" y="418187"/>
                </a:lnTo>
                <a:lnTo>
                  <a:pt x="309" y="397950"/>
                </a:lnTo>
                <a:lnTo>
                  <a:pt x="2052" y="376523"/>
                </a:lnTo>
                <a:close/>
              </a:path>
              <a:path w="623570" h="490855">
                <a:moveTo>
                  <a:pt x="20148" y="12072"/>
                </a:moveTo>
                <a:lnTo>
                  <a:pt x="19756" y="7762"/>
                </a:lnTo>
                <a:lnTo>
                  <a:pt x="22834" y="5640"/>
                </a:lnTo>
                <a:lnTo>
                  <a:pt x="26940" y="5294"/>
                </a:lnTo>
                <a:lnTo>
                  <a:pt x="79712" y="1233"/>
                </a:lnTo>
                <a:lnTo>
                  <a:pt x="132565" y="1851"/>
                </a:lnTo>
                <a:lnTo>
                  <a:pt x="185090" y="4856"/>
                </a:lnTo>
                <a:lnTo>
                  <a:pt x="236877" y="7959"/>
                </a:lnTo>
                <a:lnTo>
                  <a:pt x="287516" y="8869"/>
                </a:lnTo>
                <a:lnTo>
                  <a:pt x="336599" y="5294"/>
                </a:lnTo>
                <a:lnTo>
                  <a:pt x="340351" y="5574"/>
                </a:lnTo>
                <a:lnTo>
                  <a:pt x="343681" y="8996"/>
                </a:lnTo>
                <a:lnTo>
                  <a:pt x="343391" y="12072"/>
                </a:lnTo>
                <a:lnTo>
                  <a:pt x="348005" y="64495"/>
                </a:lnTo>
                <a:lnTo>
                  <a:pt x="349882" y="112977"/>
                </a:lnTo>
                <a:lnTo>
                  <a:pt x="349452" y="158318"/>
                </a:lnTo>
                <a:lnTo>
                  <a:pt x="347145" y="201321"/>
                </a:lnTo>
                <a:lnTo>
                  <a:pt x="343391" y="242784"/>
                </a:lnTo>
                <a:lnTo>
                  <a:pt x="341656" y="286856"/>
                </a:lnTo>
                <a:lnTo>
                  <a:pt x="343387" y="335394"/>
                </a:lnTo>
                <a:lnTo>
                  <a:pt x="345985" y="385914"/>
                </a:lnTo>
                <a:lnTo>
                  <a:pt x="346853" y="435930"/>
                </a:lnTo>
                <a:lnTo>
                  <a:pt x="343391" y="482955"/>
                </a:lnTo>
                <a:lnTo>
                  <a:pt x="342865" y="486936"/>
                </a:lnTo>
                <a:lnTo>
                  <a:pt x="339723" y="489814"/>
                </a:lnTo>
                <a:lnTo>
                  <a:pt x="336599" y="489749"/>
                </a:lnTo>
                <a:lnTo>
                  <a:pt x="284895" y="490263"/>
                </a:lnTo>
                <a:lnTo>
                  <a:pt x="237433" y="488652"/>
                </a:lnTo>
                <a:lnTo>
                  <a:pt x="191061" y="486356"/>
                </a:lnTo>
                <a:lnTo>
                  <a:pt x="142623" y="484813"/>
                </a:lnTo>
                <a:lnTo>
                  <a:pt x="88968" y="485465"/>
                </a:lnTo>
                <a:lnTo>
                  <a:pt x="26940" y="489749"/>
                </a:lnTo>
                <a:lnTo>
                  <a:pt x="22352" y="489880"/>
                </a:lnTo>
                <a:lnTo>
                  <a:pt x="20309" y="486804"/>
                </a:lnTo>
                <a:lnTo>
                  <a:pt x="20148" y="482955"/>
                </a:lnTo>
                <a:lnTo>
                  <a:pt x="16629" y="435207"/>
                </a:lnTo>
                <a:lnTo>
                  <a:pt x="15210" y="375234"/>
                </a:lnTo>
                <a:lnTo>
                  <a:pt x="16259" y="312611"/>
                </a:lnTo>
                <a:lnTo>
                  <a:pt x="20148" y="256914"/>
                </a:lnTo>
                <a:lnTo>
                  <a:pt x="22688" y="215198"/>
                </a:lnTo>
                <a:lnTo>
                  <a:pt x="22556" y="169003"/>
                </a:lnTo>
                <a:lnTo>
                  <a:pt x="21153" y="119182"/>
                </a:lnTo>
                <a:lnTo>
                  <a:pt x="19883" y="66588"/>
                </a:lnTo>
                <a:lnTo>
                  <a:pt x="20148" y="12072"/>
                </a:lnTo>
                <a:close/>
              </a:path>
            </a:pathLst>
          </a:custGeom>
          <a:ln w="15421">
            <a:solidFill>
              <a:srgbClr val="795548"/>
            </a:solidFill>
          </a:ln>
        </p:spPr>
        <p:txBody>
          <a:bodyPr wrap="square" lIns="0" tIns="0" rIns="0" bIns="0" rtlCol="0" anchor="b"/>
          <a:lstStyle/>
          <a:p>
            <a:endParaRPr sz="2000" dirty="0">
              <a:latin typeface="A Font 1" panose="02000503000000000000" pitchFamily="2" charset="0"/>
            </a:endParaRPr>
          </a:p>
        </p:txBody>
      </p:sp>
      <p:sp>
        <p:nvSpPr>
          <p:cNvPr id="111" name="Rettangolo 110">
            <a:extLst>
              <a:ext uri="{FF2B5EF4-FFF2-40B4-BE49-F238E27FC236}">
                <a16:creationId xmlns:a16="http://schemas.microsoft.com/office/drawing/2014/main" id="{7FD300A7-C1AF-9686-1EDE-DA2729A042A7}"/>
              </a:ext>
            </a:extLst>
          </p:cNvPr>
          <p:cNvSpPr/>
          <p:nvPr/>
        </p:nvSpPr>
        <p:spPr>
          <a:xfrm>
            <a:off x="745357" y="7767309"/>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0" name="Rettangolo 139">
            <a:extLst>
              <a:ext uri="{FF2B5EF4-FFF2-40B4-BE49-F238E27FC236}">
                <a16:creationId xmlns:a16="http://schemas.microsoft.com/office/drawing/2014/main" id="{44483C02-A1FD-DF75-5A69-AC5A167493D1}"/>
              </a:ext>
            </a:extLst>
          </p:cNvPr>
          <p:cNvSpPr/>
          <p:nvPr/>
        </p:nvSpPr>
        <p:spPr>
          <a:xfrm>
            <a:off x="745357" y="8347510"/>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1" name="Rettangolo 140">
            <a:extLst>
              <a:ext uri="{FF2B5EF4-FFF2-40B4-BE49-F238E27FC236}">
                <a16:creationId xmlns:a16="http://schemas.microsoft.com/office/drawing/2014/main" id="{0B8761D5-9A5E-9EE6-FBEF-84B46679ED45}"/>
              </a:ext>
            </a:extLst>
          </p:cNvPr>
          <p:cNvSpPr/>
          <p:nvPr/>
        </p:nvSpPr>
        <p:spPr>
          <a:xfrm>
            <a:off x="745357" y="8927711"/>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2" name="Rettangolo 141">
            <a:extLst>
              <a:ext uri="{FF2B5EF4-FFF2-40B4-BE49-F238E27FC236}">
                <a16:creationId xmlns:a16="http://schemas.microsoft.com/office/drawing/2014/main" id="{596EBF11-CF1A-301C-83AD-ABD715395DCE}"/>
              </a:ext>
            </a:extLst>
          </p:cNvPr>
          <p:cNvSpPr/>
          <p:nvPr/>
        </p:nvSpPr>
        <p:spPr>
          <a:xfrm>
            <a:off x="745357" y="9507913"/>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5" name="Rettangolo 164">
            <a:extLst>
              <a:ext uri="{FF2B5EF4-FFF2-40B4-BE49-F238E27FC236}">
                <a16:creationId xmlns:a16="http://schemas.microsoft.com/office/drawing/2014/main" id="{29C413FA-5945-1069-E71D-87BC1961E7C4}"/>
              </a:ext>
            </a:extLst>
          </p:cNvPr>
          <p:cNvSpPr/>
          <p:nvPr/>
        </p:nvSpPr>
        <p:spPr>
          <a:xfrm>
            <a:off x="2910313" y="7771388"/>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6" name="Rettangolo 165">
            <a:extLst>
              <a:ext uri="{FF2B5EF4-FFF2-40B4-BE49-F238E27FC236}">
                <a16:creationId xmlns:a16="http://schemas.microsoft.com/office/drawing/2014/main" id="{B0051A2F-8AEC-3A17-15B6-58B086670925}"/>
              </a:ext>
            </a:extLst>
          </p:cNvPr>
          <p:cNvSpPr/>
          <p:nvPr/>
        </p:nvSpPr>
        <p:spPr>
          <a:xfrm>
            <a:off x="3055979" y="7771388"/>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7" name="Rettangolo 166">
            <a:extLst>
              <a:ext uri="{FF2B5EF4-FFF2-40B4-BE49-F238E27FC236}">
                <a16:creationId xmlns:a16="http://schemas.microsoft.com/office/drawing/2014/main" id="{A36EDE6C-7696-609C-BA57-8EB1D08AFDF5}"/>
              </a:ext>
            </a:extLst>
          </p:cNvPr>
          <p:cNvSpPr/>
          <p:nvPr/>
        </p:nvSpPr>
        <p:spPr>
          <a:xfrm>
            <a:off x="2623135" y="7771287"/>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9" name="Rettangolo 188">
            <a:extLst>
              <a:ext uri="{FF2B5EF4-FFF2-40B4-BE49-F238E27FC236}">
                <a16:creationId xmlns:a16="http://schemas.microsoft.com/office/drawing/2014/main" id="{D5F08821-80A2-FCC8-3882-E64F0616BE6B}"/>
              </a:ext>
            </a:extLst>
          </p:cNvPr>
          <p:cNvSpPr/>
          <p:nvPr/>
        </p:nvSpPr>
        <p:spPr>
          <a:xfrm>
            <a:off x="2768801" y="7771287"/>
            <a:ext cx="144000" cy="576000"/>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0" name="CasellaDiTesto 189">
            <a:extLst>
              <a:ext uri="{FF2B5EF4-FFF2-40B4-BE49-F238E27FC236}">
                <a16:creationId xmlns:a16="http://schemas.microsoft.com/office/drawing/2014/main" id="{F1A25D40-5C22-08C2-EADD-29D3D8D4225A}"/>
              </a:ext>
            </a:extLst>
          </p:cNvPr>
          <p:cNvSpPr txBox="1"/>
          <p:nvPr/>
        </p:nvSpPr>
        <p:spPr>
          <a:xfrm>
            <a:off x="2299769" y="7920248"/>
            <a:ext cx="316112" cy="238527"/>
          </a:xfrm>
          <a:prstGeom prst="rect">
            <a:avLst/>
          </a:prstGeom>
          <a:noFill/>
        </p:spPr>
        <p:txBody>
          <a:bodyPr wrap="none" rtlCol="0">
            <a:spAutoFit/>
          </a:bodyPr>
          <a:lstStyle/>
          <a:p>
            <a:r>
              <a:rPr lang="it-IT" sz="950" dirty="0">
                <a:solidFill>
                  <a:srgbClr val="795548"/>
                </a:solidFill>
              </a:rPr>
              <a:t>32</a:t>
            </a:r>
          </a:p>
        </p:txBody>
      </p:sp>
      <p:sp>
        <p:nvSpPr>
          <p:cNvPr id="191" name="CasellaDiTesto 190">
            <a:extLst>
              <a:ext uri="{FF2B5EF4-FFF2-40B4-BE49-F238E27FC236}">
                <a16:creationId xmlns:a16="http://schemas.microsoft.com/office/drawing/2014/main" id="{61E77E11-C135-B301-AA6E-F294393BD5A6}"/>
              </a:ext>
            </a:extLst>
          </p:cNvPr>
          <p:cNvSpPr txBox="1"/>
          <p:nvPr/>
        </p:nvSpPr>
        <p:spPr>
          <a:xfrm>
            <a:off x="2623135" y="7520966"/>
            <a:ext cx="144000" cy="238527"/>
          </a:xfrm>
          <a:prstGeom prst="rect">
            <a:avLst/>
          </a:prstGeom>
          <a:noFill/>
        </p:spPr>
        <p:txBody>
          <a:bodyPr wrap="square" lIns="0" rIns="0" rtlCol="0">
            <a:spAutoFit/>
          </a:bodyPr>
          <a:lstStyle/>
          <a:p>
            <a:pPr algn="ctr"/>
            <a:r>
              <a:rPr lang="it-IT" sz="950" dirty="0">
                <a:solidFill>
                  <a:srgbClr val="795548"/>
                </a:solidFill>
              </a:rPr>
              <a:t>8</a:t>
            </a:r>
          </a:p>
        </p:txBody>
      </p:sp>
      <p:sp>
        <p:nvSpPr>
          <p:cNvPr id="192" name="CasellaDiTesto 191">
            <a:extLst>
              <a:ext uri="{FF2B5EF4-FFF2-40B4-BE49-F238E27FC236}">
                <a16:creationId xmlns:a16="http://schemas.microsoft.com/office/drawing/2014/main" id="{413DCA58-2038-247C-91CE-1F07859F8060}"/>
              </a:ext>
            </a:extLst>
          </p:cNvPr>
          <p:cNvSpPr txBox="1"/>
          <p:nvPr/>
        </p:nvSpPr>
        <p:spPr>
          <a:xfrm>
            <a:off x="2767936" y="7520966"/>
            <a:ext cx="144000" cy="238527"/>
          </a:xfrm>
          <a:prstGeom prst="rect">
            <a:avLst/>
          </a:prstGeom>
          <a:noFill/>
        </p:spPr>
        <p:txBody>
          <a:bodyPr wrap="square" lIns="0" rIns="0" rtlCol="0">
            <a:spAutoFit/>
          </a:bodyPr>
          <a:lstStyle/>
          <a:p>
            <a:pPr algn="ctr"/>
            <a:r>
              <a:rPr lang="it-IT" sz="950" dirty="0">
                <a:solidFill>
                  <a:srgbClr val="795548"/>
                </a:solidFill>
              </a:rPr>
              <a:t>8</a:t>
            </a:r>
          </a:p>
        </p:txBody>
      </p:sp>
      <p:sp>
        <p:nvSpPr>
          <p:cNvPr id="193" name="CasellaDiTesto 192">
            <a:extLst>
              <a:ext uri="{FF2B5EF4-FFF2-40B4-BE49-F238E27FC236}">
                <a16:creationId xmlns:a16="http://schemas.microsoft.com/office/drawing/2014/main" id="{A38C59B5-6AEB-8DF9-7620-E8EA6049D5E6}"/>
              </a:ext>
            </a:extLst>
          </p:cNvPr>
          <p:cNvSpPr txBox="1"/>
          <p:nvPr/>
        </p:nvSpPr>
        <p:spPr>
          <a:xfrm>
            <a:off x="2912737" y="7520966"/>
            <a:ext cx="144000" cy="238527"/>
          </a:xfrm>
          <a:prstGeom prst="rect">
            <a:avLst/>
          </a:prstGeom>
          <a:noFill/>
        </p:spPr>
        <p:txBody>
          <a:bodyPr wrap="square" lIns="0" rIns="0" rtlCol="0">
            <a:spAutoFit/>
          </a:bodyPr>
          <a:lstStyle/>
          <a:p>
            <a:pPr algn="ctr"/>
            <a:r>
              <a:rPr lang="it-IT" sz="950" dirty="0">
                <a:solidFill>
                  <a:srgbClr val="795548"/>
                </a:solidFill>
              </a:rPr>
              <a:t>8</a:t>
            </a:r>
          </a:p>
        </p:txBody>
      </p:sp>
      <p:sp>
        <p:nvSpPr>
          <p:cNvPr id="195" name="CasellaDiTesto 194">
            <a:extLst>
              <a:ext uri="{FF2B5EF4-FFF2-40B4-BE49-F238E27FC236}">
                <a16:creationId xmlns:a16="http://schemas.microsoft.com/office/drawing/2014/main" id="{60FBBF38-E63E-F57A-0F29-F29890D72232}"/>
              </a:ext>
            </a:extLst>
          </p:cNvPr>
          <p:cNvSpPr txBox="1"/>
          <p:nvPr/>
        </p:nvSpPr>
        <p:spPr>
          <a:xfrm>
            <a:off x="3057537" y="7520966"/>
            <a:ext cx="144000" cy="238527"/>
          </a:xfrm>
          <a:prstGeom prst="rect">
            <a:avLst/>
          </a:prstGeom>
          <a:noFill/>
        </p:spPr>
        <p:txBody>
          <a:bodyPr wrap="square" lIns="0" rIns="0" rtlCol="0">
            <a:spAutoFit/>
          </a:bodyPr>
          <a:lstStyle/>
          <a:p>
            <a:pPr algn="ctr"/>
            <a:r>
              <a:rPr lang="it-IT" sz="950" dirty="0">
                <a:solidFill>
                  <a:srgbClr val="795548"/>
                </a:solidFill>
              </a:rPr>
              <a:t>8</a:t>
            </a:r>
          </a:p>
        </p:txBody>
      </p:sp>
      <p:sp>
        <p:nvSpPr>
          <p:cNvPr id="196" name="Arco 195">
            <a:extLst>
              <a:ext uri="{FF2B5EF4-FFF2-40B4-BE49-F238E27FC236}">
                <a16:creationId xmlns:a16="http://schemas.microsoft.com/office/drawing/2014/main" id="{D7EAAE33-4C73-D3C0-1CFA-D04968BB62EE}"/>
              </a:ext>
            </a:extLst>
          </p:cNvPr>
          <p:cNvSpPr/>
          <p:nvPr/>
        </p:nvSpPr>
        <p:spPr>
          <a:xfrm rot="18535800" flipH="1" flipV="1">
            <a:off x="753919" y="7049843"/>
            <a:ext cx="1675599" cy="1521504"/>
          </a:xfrm>
          <a:prstGeom prst="arc">
            <a:avLst/>
          </a:prstGeom>
          <a:noFill/>
          <a:ln w="28575">
            <a:solidFill>
              <a:srgbClr val="997E71"/>
            </a:soli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202" name="CasellaDiTesto 201">
            <a:extLst>
              <a:ext uri="{FF2B5EF4-FFF2-40B4-BE49-F238E27FC236}">
                <a16:creationId xmlns:a16="http://schemas.microsoft.com/office/drawing/2014/main" id="{93DF39F8-55E5-2B13-71ED-697724A048CC}"/>
              </a:ext>
            </a:extLst>
          </p:cNvPr>
          <p:cNvSpPr txBox="1"/>
          <p:nvPr/>
        </p:nvSpPr>
        <p:spPr>
          <a:xfrm>
            <a:off x="5067124" y="8794646"/>
            <a:ext cx="431528" cy="369332"/>
          </a:xfrm>
          <a:prstGeom prst="rect">
            <a:avLst/>
          </a:prstGeom>
          <a:noFill/>
        </p:spPr>
        <p:txBody>
          <a:bodyPr wrap="none" rtlCol="0">
            <a:spAutoFit/>
          </a:bodyPr>
          <a:lstStyle/>
          <a:p>
            <a:r>
              <a:rPr lang="it-IT" dirty="0">
                <a:solidFill>
                  <a:srgbClr val="795548"/>
                </a:solidFill>
              </a:rPr>
              <a:t>32</a:t>
            </a:r>
          </a:p>
        </p:txBody>
      </p:sp>
      <p:sp>
        <p:nvSpPr>
          <p:cNvPr id="203" name="CasellaDiTesto 202">
            <a:extLst>
              <a:ext uri="{FF2B5EF4-FFF2-40B4-BE49-F238E27FC236}">
                <a16:creationId xmlns:a16="http://schemas.microsoft.com/office/drawing/2014/main" id="{06653500-711D-C30C-11D5-2FAADB221DB7}"/>
              </a:ext>
            </a:extLst>
          </p:cNvPr>
          <p:cNvSpPr txBox="1"/>
          <p:nvPr/>
        </p:nvSpPr>
        <p:spPr>
          <a:xfrm>
            <a:off x="5719476" y="8093561"/>
            <a:ext cx="237566" cy="400110"/>
          </a:xfrm>
          <a:prstGeom prst="rect">
            <a:avLst/>
          </a:prstGeom>
          <a:noFill/>
        </p:spPr>
        <p:txBody>
          <a:bodyPr wrap="square" lIns="0" rIns="0" rtlCol="0">
            <a:spAutoFit/>
          </a:bodyPr>
          <a:lstStyle/>
          <a:p>
            <a:pPr algn="ctr"/>
            <a:r>
              <a:rPr lang="it-IT" sz="2000" dirty="0">
                <a:solidFill>
                  <a:srgbClr val="AB9488"/>
                </a:solidFill>
              </a:rPr>
              <a:t>8</a:t>
            </a:r>
          </a:p>
        </p:txBody>
      </p:sp>
      <p:sp>
        <p:nvSpPr>
          <p:cNvPr id="204" name="CasellaDiTesto 203">
            <a:extLst>
              <a:ext uri="{FF2B5EF4-FFF2-40B4-BE49-F238E27FC236}">
                <a16:creationId xmlns:a16="http://schemas.microsoft.com/office/drawing/2014/main" id="{4C0641BE-14DE-90E9-D1FE-1F2A5E7A4B9A}"/>
              </a:ext>
            </a:extLst>
          </p:cNvPr>
          <p:cNvSpPr txBox="1"/>
          <p:nvPr/>
        </p:nvSpPr>
        <p:spPr>
          <a:xfrm>
            <a:off x="5958364" y="8093561"/>
            <a:ext cx="237566" cy="400110"/>
          </a:xfrm>
          <a:prstGeom prst="rect">
            <a:avLst/>
          </a:prstGeom>
          <a:noFill/>
        </p:spPr>
        <p:txBody>
          <a:bodyPr wrap="square" lIns="0" rIns="0" rtlCol="0">
            <a:spAutoFit/>
          </a:bodyPr>
          <a:lstStyle/>
          <a:p>
            <a:pPr algn="ctr"/>
            <a:r>
              <a:rPr lang="it-IT" sz="2000" dirty="0">
                <a:solidFill>
                  <a:srgbClr val="AB9488"/>
                </a:solidFill>
              </a:rPr>
              <a:t>8</a:t>
            </a:r>
          </a:p>
        </p:txBody>
      </p:sp>
      <p:sp>
        <p:nvSpPr>
          <p:cNvPr id="205" name="CasellaDiTesto 204">
            <a:extLst>
              <a:ext uri="{FF2B5EF4-FFF2-40B4-BE49-F238E27FC236}">
                <a16:creationId xmlns:a16="http://schemas.microsoft.com/office/drawing/2014/main" id="{80864810-0DA2-CED2-9348-12DF1EA89703}"/>
              </a:ext>
            </a:extLst>
          </p:cNvPr>
          <p:cNvSpPr txBox="1"/>
          <p:nvPr/>
        </p:nvSpPr>
        <p:spPr>
          <a:xfrm>
            <a:off x="6197252" y="8093561"/>
            <a:ext cx="237566" cy="400110"/>
          </a:xfrm>
          <a:prstGeom prst="rect">
            <a:avLst/>
          </a:prstGeom>
          <a:noFill/>
        </p:spPr>
        <p:txBody>
          <a:bodyPr wrap="square" lIns="0" rIns="0" rtlCol="0">
            <a:spAutoFit/>
          </a:bodyPr>
          <a:lstStyle/>
          <a:p>
            <a:pPr algn="ctr"/>
            <a:r>
              <a:rPr lang="it-IT" sz="2000" dirty="0">
                <a:solidFill>
                  <a:srgbClr val="AB9488"/>
                </a:solidFill>
              </a:rPr>
              <a:t>8</a:t>
            </a:r>
          </a:p>
        </p:txBody>
      </p:sp>
      <p:sp>
        <p:nvSpPr>
          <p:cNvPr id="206" name="CasellaDiTesto 205">
            <a:extLst>
              <a:ext uri="{FF2B5EF4-FFF2-40B4-BE49-F238E27FC236}">
                <a16:creationId xmlns:a16="http://schemas.microsoft.com/office/drawing/2014/main" id="{DBEC2779-E254-2B42-4712-11249BD00D34}"/>
              </a:ext>
            </a:extLst>
          </p:cNvPr>
          <p:cNvSpPr txBox="1"/>
          <p:nvPr/>
        </p:nvSpPr>
        <p:spPr>
          <a:xfrm>
            <a:off x="6436138" y="8093561"/>
            <a:ext cx="237566" cy="400110"/>
          </a:xfrm>
          <a:prstGeom prst="rect">
            <a:avLst/>
          </a:prstGeom>
          <a:noFill/>
        </p:spPr>
        <p:txBody>
          <a:bodyPr wrap="square" lIns="0" rIns="0" rtlCol="0">
            <a:spAutoFit/>
          </a:bodyPr>
          <a:lstStyle/>
          <a:p>
            <a:pPr algn="ctr"/>
            <a:r>
              <a:rPr lang="it-IT" sz="2000" dirty="0">
                <a:solidFill>
                  <a:srgbClr val="AB9488"/>
                </a:solidFill>
              </a:rPr>
              <a:t>8</a:t>
            </a:r>
          </a:p>
        </p:txBody>
      </p:sp>
      <p:cxnSp>
        <p:nvCxnSpPr>
          <p:cNvPr id="210" name="Connettore diritto 209">
            <a:extLst>
              <a:ext uri="{FF2B5EF4-FFF2-40B4-BE49-F238E27FC236}">
                <a16:creationId xmlns:a16="http://schemas.microsoft.com/office/drawing/2014/main" id="{9F5FA231-972E-79EA-5941-51EB3F08CFFE}"/>
              </a:ext>
            </a:extLst>
          </p:cNvPr>
          <p:cNvCxnSpPr>
            <a:cxnSpLocks/>
          </p:cNvCxnSpPr>
          <p:nvPr/>
        </p:nvCxnSpPr>
        <p:spPr>
          <a:xfrm>
            <a:off x="4600790" y="8907473"/>
            <a:ext cx="534503" cy="1113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13" name="Connettore diritto 212">
            <a:extLst>
              <a:ext uri="{FF2B5EF4-FFF2-40B4-BE49-F238E27FC236}">
                <a16:creationId xmlns:a16="http://schemas.microsoft.com/office/drawing/2014/main" id="{C31333C1-6327-6228-574A-DC9DEF81329D}"/>
              </a:ext>
            </a:extLst>
          </p:cNvPr>
          <p:cNvCxnSpPr>
            <a:cxnSpLocks/>
          </p:cNvCxnSpPr>
          <p:nvPr/>
        </p:nvCxnSpPr>
        <p:spPr>
          <a:xfrm>
            <a:off x="4600790" y="9068984"/>
            <a:ext cx="534503" cy="1113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14" name="Connettore diritto 213">
            <a:extLst>
              <a:ext uri="{FF2B5EF4-FFF2-40B4-BE49-F238E27FC236}">
                <a16:creationId xmlns:a16="http://schemas.microsoft.com/office/drawing/2014/main" id="{75BB8FBC-1041-F0CF-3FD0-D7C22E142D3B}"/>
              </a:ext>
            </a:extLst>
          </p:cNvPr>
          <p:cNvCxnSpPr>
            <a:cxnSpLocks/>
          </p:cNvCxnSpPr>
          <p:nvPr/>
        </p:nvCxnSpPr>
        <p:spPr>
          <a:xfrm>
            <a:off x="4600790" y="9122821"/>
            <a:ext cx="534503" cy="1113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15" name="Connettore diritto 214">
            <a:extLst>
              <a:ext uri="{FF2B5EF4-FFF2-40B4-BE49-F238E27FC236}">
                <a16:creationId xmlns:a16="http://schemas.microsoft.com/office/drawing/2014/main" id="{5D98AD47-6CAC-2D48-266A-DECA9DB45609}"/>
              </a:ext>
            </a:extLst>
          </p:cNvPr>
          <p:cNvCxnSpPr>
            <a:cxnSpLocks/>
          </p:cNvCxnSpPr>
          <p:nvPr/>
        </p:nvCxnSpPr>
        <p:spPr>
          <a:xfrm>
            <a:off x="4600790" y="8961310"/>
            <a:ext cx="534503" cy="1113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16" name="Connettore diritto 215">
            <a:extLst>
              <a:ext uri="{FF2B5EF4-FFF2-40B4-BE49-F238E27FC236}">
                <a16:creationId xmlns:a16="http://schemas.microsoft.com/office/drawing/2014/main" id="{F4658BE4-2C23-E4BD-1FE3-9C9A0CEAC510}"/>
              </a:ext>
            </a:extLst>
          </p:cNvPr>
          <p:cNvCxnSpPr>
            <a:cxnSpLocks/>
          </p:cNvCxnSpPr>
          <p:nvPr/>
        </p:nvCxnSpPr>
        <p:spPr>
          <a:xfrm>
            <a:off x="4600790" y="9015147"/>
            <a:ext cx="534503" cy="1113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sp>
        <p:nvSpPr>
          <p:cNvPr id="217" name="CasellaDiTesto 216">
            <a:extLst>
              <a:ext uri="{FF2B5EF4-FFF2-40B4-BE49-F238E27FC236}">
                <a16:creationId xmlns:a16="http://schemas.microsoft.com/office/drawing/2014/main" id="{72A39202-C2F8-EE49-B1A7-BF94F135477A}"/>
              </a:ext>
            </a:extLst>
          </p:cNvPr>
          <p:cNvSpPr txBox="1"/>
          <p:nvPr/>
        </p:nvSpPr>
        <p:spPr>
          <a:xfrm>
            <a:off x="4146274" y="8797973"/>
            <a:ext cx="320922" cy="400110"/>
          </a:xfrm>
          <a:prstGeom prst="rect">
            <a:avLst/>
          </a:prstGeom>
          <a:noFill/>
        </p:spPr>
        <p:txBody>
          <a:bodyPr wrap="none" rtlCol="0">
            <a:spAutoFit/>
          </a:bodyPr>
          <a:lstStyle/>
          <a:p>
            <a:r>
              <a:rPr lang="it-IT" sz="2000" dirty="0">
                <a:solidFill>
                  <a:srgbClr val="795548"/>
                </a:solidFill>
              </a:rPr>
              <a:t>5</a:t>
            </a:r>
          </a:p>
        </p:txBody>
      </p:sp>
      <p:cxnSp>
        <p:nvCxnSpPr>
          <p:cNvPr id="218" name="Connettore diritto 217">
            <a:extLst>
              <a:ext uri="{FF2B5EF4-FFF2-40B4-BE49-F238E27FC236}">
                <a16:creationId xmlns:a16="http://schemas.microsoft.com/office/drawing/2014/main" id="{34B2706D-829F-8BB3-A709-AFBAC0FC1EDB}"/>
              </a:ext>
            </a:extLst>
          </p:cNvPr>
          <p:cNvCxnSpPr>
            <a:cxnSpLocks/>
          </p:cNvCxnSpPr>
          <p:nvPr/>
        </p:nvCxnSpPr>
        <p:spPr>
          <a:xfrm>
            <a:off x="5456861" y="8581616"/>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0" name="Connettore diritto 219">
            <a:extLst>
              <a:ext uri="{FF2B5EF4-FFF2-40B4-BE49-F238E27FC236}">
                <a16:creationId xmlns:a16="http://schemas.microsoft.com/office/drawing/2014/main" id="{AD5094E8-F21C-EB1C-D864-AD5BAF499CF6}"/>
              </a:ext>
            </a:extLst>
          </p:cNvPr>
          <p:cNvCxnSpPr>
            <a:cxnSpLocks/>
          </p:cNvCxnSpPr>
          <p:nvPr/>
        </p:nvCxnSpPr>
        <p:spPr>
          <a:xfrm>
            <a:off x="5456861" y="9447220"/>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1" name="Connettore diritto 220">
            <a:extLst>
              <a:ext uri="{FF2B5EF4-FFF2-40B4-BE49-F238E27FC236}">
                <a16:creationId xmlns:a16="http://schemas.microsoft.com/office/drawing/2014/main" id="{76D4902B-5CA6-7605-FF1C-861AADE504BA}"/>
              </a:ext>
            </a:extLst>
          </p:cNvPr>
          <p:cNvCxnSpPr>
            <a:cxnSpLocks/>
          </p:cNvCxnSpPr>
          <p:nvPr/>
        </p:nvCxnSpPr>
        <p:spPr>
          <a:xfrm>
            <a:off x="5456861" y="8653750"/>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2" name="Connettore diritto 221">
            <a:extLst>
              <a:ext uri="{FF2B5EF4-FFF2-40B4-BE49-F238E27FC236}">
                <a16:creationId xmlns:a16="http://schemas.microsoft.com/office/drawing/2014/main" id="{9A715386-3AD6-636E-B752-6C46F92425F2}"/>
              </a:ext>
            </a:extLst>
          </p:cNvPr>
          <p:cNvCxnSpPr>
            <a:cxnSpLocks/>
          </p:cNvCxnSpPr>
          <p:nvPr/>
        </p:nvCxnSpPr>
        <p:spPr>
          <a:xfrm>
            <a:off x="5456861" y="8725884"/>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3" name="Connettore diritto 222">
            <a:extLst>
              <a:ext uri="{FF2B5EF4-FFF2-40B4-BE49-F238E27FC236}">
                <a16:creationId xmlns:a16="http://schemas.microsoft.com/office/drawing/2014/main" id="{D2FDC15C-E540-668A-C5EE-0703A76C77B7}"/>
              </a:ext>
            </a:extLst>
          </p:cNvPr>
          <p:cNvCxnSpPr>
            <a:cxnSpLocks/>
          </p:cNvCxnSpPr>
          <p:nvPr/>
        </p:nvCxnSpPr>
        <p:spPr>
          <a:xfrm>
            <a:off x="5456861" y="8798018"/>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4" name="Connettore diritto 223">
            <a:extLst>
              <a:ext uri="{FF2B5EF4-FFF2-40B4-BE49-F238E27FC236}">
                <a16:creationId xmlns:a16="http://schemas.microsoft.com/office/drawing/2014/main" id="{092FC9B9-B268-CD7A-D8C7-1D256AA791D5}"/>
              </a:ext>
            </a:extLst>
          </p:cNvPr>
          <p:cNvCxnSpPr>
            <a:cxnSpLocks/>
          </p:cNvCxnSpPr>
          <p:nvPr/>
        </p:nvCxnSpPr>
        <p:spPr>
          <a:xfrm>
            <a:off x="5456861" y="8870152"/>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5" name="Connettore diritto 224">
            <a:extLst>
              <a:ext uri="{FF2B5EF4-FFF2-40B4-BE49-F238E27FC236}">
                <a16:creationId xmlns:a16="http://schemas.microsoft.com/office/drawing/2014/main" id="{8D979BBE-4A96-DFB9-91AE-73CAD0D131D0}"/>
              </a:ext>
            </a:extLst>
          </p:cNvPr>
          <p:cNvCxnSpPr>
            <a:cxnSpLocks/>
          </p:cNvCxnSpPr>
          <p:nvPr/>
        </p:nvCxnSpPr>
        <p:spPr>
          <a:xfrm>
            <a:off x="5456861" y="8942286"/>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6" name="Connettore diritto 225">
            <a:extLst>
              <a:ext uri="{FF2B5EF4-FFF2-40B4-BE49-F238E27FC236}">
                <a16:creationId xmlns:a16="http://schemas.microsoft.com/office/drawing/2014/main" id="{9AFA7336-BD89-BE9E-B383-F144DE72D62B}"/>
              </a:ext>
            </a:extLst>
          </p:cNvPr>
          <p:cNvCxnSpPr>
            <a:cxnSpLocks/>
          </p:cNvCxnSpPr>
          <p:nvPr/>
        </p:nvCxnSpPr>
        <p:spPr>
          <a:xfrm>
            <a:off x="5456861" y="9014420"/>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7" name="Connettore diritto 226">
            <a:extLst>
              <a:ext uri="{FF2B5EF4-FFF2-40B4-BE49-F238E27FC236}">
                <a16:creationId xmlns:a16="http://schemas.microsoft.com/office/drawing/2014/main" id="{31DFCECC-A730-5E04-20BC-5C1A9DE44BBD}"/>
              </a:ext>
            </a:extLst>
          </p:cNvPr>
          <p:cNvCxnSpPr>
            <a:cxnSpLocks/>
          </p:cNvCxnSpPr>
          <p:nvPr/>
        </p:nvCxnSpPr>
        <p:spPr>
          <a:xfrm>
            <a:off x="5456861" y="9086554"/>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8" name="Connettore diritto 227">
            <a:extLst>
              <a:ext uri="{FF2B5EF4-FFF2-40B4-BE49-F238E27FC236}">
                <a16:creationId xmlns:a16="http://schemas.microsoft.com/office/drawing/2014/main" id="{A21349EE-0D7B-85C3-DCF9-9C74EB444196}"/>
              </a:ext>
            </a:extLst>
          </p:cNvPr>
          <p:cNvCxnSpPr>
            <a:cxnSpLocks/>
          </p:cNvCxnSpPr>
          <p:nvPr/>
        </p:nvCxnSpPr>
        <p:spPr>
          <a:xfrm>
            <a:off x="5456861" y="9158688"/>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29" name="Connettore diritto 228">
            <a:extLst>
              <a:ext uri="{FF2B5EF4-FFF2-40B4-BE49-F238E27FC236}">
                <a16:creationId xmlns:a16="http://schemas.microsoft.com/office/drawing/2014/main" id="{0F856674-C4FE-A584-0C7E-BA538D2E3636}"/>
              </a:ext>
            </a:extLst>
          </p:cNvPr>
          <p:cNvCxnSpPr>
            <a:cxnSpLocks/>
          </p:cNvCxnSpPr>
          <p:nvPr/>
        </p:nvCxnSpPr>
        <p:spPr>
          <a:xfrm>
            <a:off x="5456861" y="9230822"/>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36" name="Connettore diritto 235">
            <a:extLst>
              <a:ext uri="{FF2B5EF4-FFF2-40B4-BE49-F238E27FC236}">
                <a16:creationId xmlns:a16="http://schemas.microsoft.com/office/drawing/2014/main" id="{1BE8C167-DB6D-8CB0-6D67-6BDBA8C0ED46}"/>
              </a:ext>
            </a:extLst>
          </p:cNvPr>
          <p:cNvCxnSpPr>
            <a:cxnSpLocks/>
          </p:cNvCxnSpPr>
          <p:nvPr/>
        </p:nvCxnSpPr>
        <p:spPr>
          <a:xfrm>
            <a:off x="5456861" y="9302956"/>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237" name="Connettore diritto 236">
            <a:extLst>
              <a:ext uri="{FF2B5EF4-FFF2-40B4-BE49-F238E27FC236}">
                <a16:creationId xmlns:a16="http://schemas.microsoft.com/office/drawing/2014/main" id="{42D06DCB-4DA0-57B8-06F2-3DC5668574DC}"/>
              </a:ext>
            </a:extLst>
          </p:cNvPr>
          <p:cNvCxnSpPr>
            <a:cxnSpLocks/>
          </p:cNvCxnSpPr>
          <p:nvPr/>
        </p:nvCxnSpPr>
        <p:spPr>
          <a:xfrm>
            <a:off x="5456861" y="9375090"/>
            <a:ext cx="146678" cy="0"/>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grpSp>
        <p:nvGrpSpPr>
          <p:cNvPr id="299" name="Gruppo 298">
            <a:extLst>
              <a:ext uri="{FF2B5EF4-FFF2-40B4-BE49-F238E27FC236}">
                <a16:creationId xmlns:a16="http://schemas.microsoft.com/office/drawing/2014/main" id="{1A26F008-E28C-D92A-B1EC-85957C7823D6}"/>
              </a:ext>
            </a:extLst>
          </p:cNvPr>
          <p:cNvGrpSpPr/>
          <p:nvPr/>
        </p:nvGrpSpPr>
        <p:grpSpPr>
          <a:xfrm>
            <a:off x="5719476" y="8525007"/>
            <a:ext cx="237566" cy="950265"/>
            <a:chOff x="5611826" y="4053207"/>
            <a:chExt cx="237566" cy="950265"/>
          </a:xfrm>
        </p:grpSpPr>
        <p:sp>
          <p:nvSpPr>
            <p:cNvPr id="200" name="Rettangolo 199">
              <a:extLst>
                <a:ext uri="{FF2B5EF4-FFF2-40B4-BE49-F238E27FC236}">
                  <a16:creationId xmlns:a16="http://schemas.microsoft.com/office/drawing/2014/main" id="{4AD21BEF-2AD9-D566-CDE6-87B86481A719}"/>
                </a:ext>
              </a:extLst>
            </p:cNvPr>
            <p:cNvSpPr/>
            <p:nvPr/>
          </p:nvSpPr>
          <p:spPr>
            <a:xfrm>
              <a:off x="5611826" y="4053207"/>
              <a:ext cx="237566" cy="950265"/>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240" name="Rettangolo con angoli arrotondati 239">
              <a:extLst>
                <a:ext uri="{FF2B5EF4-FFF2-40B4-BE49-F238E27FC236}">
                  <a16:creationId xmlns:a16="http://schemas.microsoft.com/office/drawing/2014/main" id="{5AFBB0B4-0B98-881F-5915-148C2285341A}"/>
                </a:ext>
              </a:extLst>
            </p:cNvPr>
            <p:cNvSpPr/>
            <p:nvPr/>
          </p:nvSpPr>
          <p:spPr>
            <a:xfrm>
              <a:off x="5642288" y="40899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1" name="Rettangolo con angoli arrotondati 240">
              <a:extLst>
                <a:ext uri="{FF2B5EF4-FFF2-40B4-BE49-F238E27FC236}">
                  <a16:creationId xmlns:a16="http://schemas.microsoft.com/office/drawing/2014/main" id="{4686D223-26EB-F05A-DE2E-30BCDCB7126E}"/>
                </a:ext>
              </a:extLst>
            </p:cNvPr>
            <p:cNvSpPr/>
            <p:nvPr/>
          </p:nvSpPr>
          <p:spPr>
            <a:xfrm>
              <a:off x="5642288" y="41597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2" name="Rettangolo con angoli arrotondati 241">
              <a:extLst>
                <a:ext uri="{FF2B5EF4-FFF2-40B4-BE49-F238E27FC236}">
                  <a16:creationId xmlns:a16="http://schemas.microsoft.com/office/drawing/2014/main" id="{F6FF481A-EA86-8208-8AD3-CDD7C7E284F2}"/>
                </a:ext>
              </a:extLst>
            </p:cNvPr>
            <p:cNvSpPr/>
            <p:nvPr/>
          </p:nvSpPr>
          <p:spPr>
            <a:xfrm>
              <a:off x="5642288" y="42295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3" name="Rettangolo con angoli arrotondati 242">
              <a:extLst>
                <a:ext uri="{FF2B5EF4-FFF2-40B4-BE49-F238E27FC236}">
                  <a16:creationId xmlns:a16="http://schemas.microsoft.com/office/drawing/2014/main" id="{4B543E51-3AB3-F339-0D63-E9B4C3DC9C51}"/>
                </a:ext>
              </a:extLst>
            </p:cNvPr>
            <p:cNvSpPr/>
            <p:nvPr/>
          </p:nvSpPr>
          <p:spPr>
            <a:xfrm>
              <a:off x="5642288" y="42992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4" name="Rettangolo con angoli arrotondati 243">
              <a:extLst>
                <a:ext uri="{FF2B5EF4-FFF2-40B4-BE49-F238E27FC236}">
                  <a16:creationId xmlns:a16="http://schemas.microsoft.com/office/drawing/2014/main" id="{EDD61111-E7B4-949A-4C0E-D3814FFFAF22}"/>
                </a:ext>
              </a:extLst>
            </p:cNvPr>
            <p:cNvSpPr/>
            <p:nvPr/>
          </p:nvSpPr>
          <p:spPr>
            <a:xfrm>
              <a:off x="5642288" y="43690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5" name="Rettangolo con angoli arrotondati 244">
              <a:extLst>
                <a:ext uri="{FF2B5EF4-FFF2-40B4-BE49-F238E27FC236}">
                  <a16:creationId xmlns:a16="http://schemas.microsoft.com/office/drawing/2014/main" id="{8A7372B6-6C25-D53D-6A39-569A85988D15}"/>
                </a:ext>
              </a:extLst>
            </p:cNvPr>
            <p:cNvSpPr/>
            <p:nvPr/>
          </p:nvSpPr>
          <p:spPr>
            <a:xfrm>
              <a:off x="5642288" y="44388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6" name="Rettangolo con angoli arrotondati 245">
              <a:extLst>
                <a:ext uri="{FF2B5EF4-FFF2-40B4-BE49-F238E27FC236}">
                  <a16:creationId xmlns:a16="http://schemas.microsoft.com/office/drawing/2014/main" id="{8A5FA6C8-06E0-42E2-7EC5-79FF38E52345}"/>
                </a:ext>
              </a:extLst>
            </p:cNvPr>
            <p:cNvSpPr/>
            <p:nvPr/>
          </p:nvSpPr>
          <p:spPr>
            <a:xfrm>
              <a:off x="5642288" y="45086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7" name="Rettangolo con angoli arrotondati 246">
              <a:extLst>
                <a:ext uri="{FF2B5EF4-FFF2-40B4-BE49-F238E27FC236}">
                  <a16:creationId xmlns:a16="http://schemas.microsoft.com/office/drawing/2014/main" id="{E3F7DD9B-9A7A-8DA3-29FD-DAD989D68C1F}"/>
                </a:ext>
              </a:extLst>
            </p:cNvPr>
            <p:cNvSpPr/>
            <p:nvPr/>
          </p:nvSpPr>
          <p:spPr>
            <a:xfrm>
              <a:off x="5642288" y="45784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8" name="Rettangolo con angoli arrotondati 247">
              <a:extLst>
                <a:ext uri="{FF2B5EF4-FFF2-40B4-BE49-F238E27FC236}">
                  <a16:creationId xmlns:a16="http://schemas.microsoft.com/office/drawing/2014/main" id="{7994E7F0-08CA-AE9A-E2B7-2B6445C3C5A8}"/>
                </a:ext>
              </a:extLst>
            </p:cNvPr>
            <p:cNvSpPr/>
            <p:nvPr/>
          </p:nvSpPr>
          <p:spPr>
            <a:xfrm>
              <a:off x="5642288" y="46481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49" name="Rettangolo con angoli arrotondati 248">
              <a:extLst>
                <a:ext uri="{FF2B5EF4-FFF2-40B4-BE49-F238E27FC236}">
                  <a16:creationId xmlns:a16="http://schemas.microsoft.com/office/drawing/2014/main" id="{B363CF48-1716-1BEF-A395-5B4C884FEF00}"/>
                </a:ext>
              </a:extLst>
            </p:cNvPr>
            <p:cNvSpPr/>
            <p:nvPr/>
          </p:nvSpPr>
          <p:spPr>
            <a:xfrm>
              <a:off x="5642288" y="47179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0" name="Rettangolo con angoli arrotondati 249">
              <a:extLst>
                <a:ext uri="{FF2B5EF4-FFF2-40B4-BE49-F238E27FC236}">
                  <a16:creationId xmlns:a16="http://schemas.microsoft.com/office/drawing/2014/main" id="{40BC4D26-7E4B-85D0-2821-F7D79030C1C1}"/>
                </a:ext>
              </a:extLst>
            </p:cNvPr>
            <p:cNvSpPr/>
            <p:nvPr/>
          </p:nvSpPr>
          <p:spPr>
            <a:xfrm>
              <a:off x="5642288" y="47877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1" name="Rettangolo con angoli arrotondati 250">
              <a:extLst>
                <a:ext uri="{FF2B5EF4-FFF2-40B4-BE49-F238E27FC236}">
                  <a16:creationId xmlns:a16="http://schemas.microsoft.com/office/drawing/2014/main" id="{D5EAB885-6F86-68F3-4DEA-F7B5970CFE02}"/>
                </a:ext>
              </a:extLst>
            </p:cNvPr>
            <p:cNvSpPr/>
            <p:nvPr/>
          </p:nvSpPr>
          <p:spPr>
            <a:xfrm>
              <a:off x="5642288" y="48575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2" name="Rettangolo con angoli arrotondati 251">
              <a:extLst>
                <a:ext uri="{FF2B5EF4-FFF2-40B4-BE49-F238E27FC236}">
                  <a16:creationId xmlns:a16="http://schemas.microsoft.com/office/drawing/2014/main" id="{362E9A72-5D72-FFDC-235A-6C3A2A1D49CC}"/>
                </a:ext>
              </a:extLst>
            </p:cNvPr>
            <p:cNvSpPr/>
            <p:nvPr/>
          </p:nvSpPr>
          <p:spPr>
            <a:xfrm>
              <a:off x="5642288" y="4927322"/>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grpSp>
        <p:nvGrpSpPr>
          <p:cNvPr id="300" name="Gruppo 299">
            <a:extLst>
              <a:ext uri="{FF2B5EF4-FFF2-40B4-BE49-F238E27FC236}">
                <a16:creationId xmlns:a16="http://schemas.microsoft.com/office/drawing/2014/main" id="{A9E86C9B-AEB0-CB0A-BE91-1529B1C8D1FD}"/>
              </a:ext>
            </a:extLst>
          </p:cNvPr>
          <p:cNvGrpSpPr/>
          <p:nvPr/>
        </p:nvGrpSpPr>
        <p:grpSpPr>
          <a:xfrm>
            <a:off x="5958363" y="8525007"/>
            <a:ext cx="237566" cy="950265"/>
            <a:chOff x="5611826" y="4053207"/>
            <a:chExt cx="237566" cy="950265"/>
          </a:xfrm>
        </p:grpSpPr>
        <p:sp>
          <p:nvSpPr>
            <p:cNvPr id="301" name="Rettangolo 300">
              <a:extLst>
                <a:ext uri="{FF2B5EF4-FFF2-40B4-BE49-F238E27FC236}">
                  <a16:creationId xmlns:a16="http://schemas.microsoft.com/office/drawing/2014/main" id="{1F962BA0-A156-F10C-3A70-D87228EFB0F1}"/>
                </a:ext>
              </a:extLst>
            </p:cNvPr>
            <p:cNvSpPr/>
            <p:nvPr/>
          </p:nvSpPr>
          <p:spPr>
            <a:xfrm>
              <a:off x="5611826" y="4053207"/>
              <a:ext cx="237566" cy="950265"/>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302" name="Rettangolo con angoli arrotondati 301">
              <a:extLst>
                <a:ext uri="{FF2B5EF4-FFF2-40B4-BE49-F238E27FC236}">
                  <a16:creationId xmlns:a16="http://schemas.microsoft.com/office/drawing/2014/main" id="{E1E4BDAD-5821-E861-39C0-89E811459F0F}"/>
                </a:ext>
              </a:extLst>
            </p:cNvPr>
            <p:cNvSpPr/>
            <p:nvPr/>
          </p:nvSpPr>
          <p:spPr>
            <a:xfrm>
              <a:off x="5642288" y="40899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3" name="Rettangolo con angoli arrotondati 302">
              <a:extLst>
                <a:ext uri="{FF2B5EF4-FFF2-40B4-BE49-F238E27FC236}">
                  <a16:creationId xmlns:a16="http://schemas.microsoft.com/office/drawing/2014/main" id="{8E6A7C1E-8118-54B0-AD1C-69E3B0CEDF2E}"/>
                </a:ext>
              </a:extLst>
            </p:cNvPr>
            <p:cNvSpPr/>
            <p:nvPr/>
          </p:nvSpPr>
          <p:spPr>
            <a:xfrm>
              <a:off x="5642288" y="41597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4" name="Rettangolo con angoli arrotondati 303">
              <a:extLst>
                <a:ext uri="{FF2B5EF4-FFF2-40B4-BE49-F238E27FC236}">
                  <a16:creationId xmlns:a16="http://schemas.microsoft.com/office/drawing/2014/main" id="{33BF3D9A-FCAB-DDDF-E587-AE8DE89741C8}"/>
                </a:ext>
              </a:extLst>
            </p:cNvPr>
            <p:cNvSpPr/>
            <p:nvPr/>
          </p:nvSpPr>
          <p:spPr>
            <a:xfrm>
              <a:off x="5642288" y="42295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5" name="Rettangolo con angoli arrotondati 304">
              <a:extLst>
                <a:ext uri="{FF2B5EF4-FFF2-40B4-BE49-F238E27FC236}">
                  <a16:creationId xmlns:a16="http://schemas.microsoft.com/office/drawing/2014/main" id="{74460FF9-7568-AF7F-AC5B-546C5E6576FA}"/>
                </a:ext>
              </a:extLst>
            </p:cNvPr>
            <p:cNvSpPr/>
            <p:nvPr/>
          </p:nvSpPr>
          <p:spPr>
            <a:xfrm>
              <a:off x="5642288" y="42992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6" name="Rettangolo con angoli arrotondati 305">
              <a:extLst>
                <a:ext uri="{FF2B5EF4-FFF2-40B4-BE49-F238E27FC236}">
                  <a16:creationId xmlns:a16="http://schemas.microsoft.com/office/drawing/2014/main" id="{9CE9D2D0-C6AD-DFA9-5BDE-8E1BBCCBA41C}"/>
                </a:ext>
              </a:extLst>
            </p:cNvPr>
            <p:cNvSpPr/>
            <p:nvPr/>
          </p:nvSpPr>
          <p:spPr>
            <a:xfrm>
              <a:off x="5642288" y="43690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7" name="Rettangolo con angoli arrotondati 306">
              <a:extLst>
                <a:ext uri="{FF2B5EF4-FFF2-40B4-BE49-F238E27FC236}">
                  <a16:creationId xmlns:a16="http://schemas.microsoft.com/office/drawing/2014/main" id="{F619147C-2033-E338-893C-45B342B3B80F}"/>
                </a:ext>
              </a:extLst>
            </p:cNvPr>
            <p:cNvSpPr/>
            <p:nvPr/>
          </p:nvSpPr>
          <p:spPr>
            <a:xfrm>
              <a:off x="5642288" y="44388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8" name="Rettangolo con angoli arrotondati 307">
              <a:extLst>
                <a:ext uri="{FF2B5EF4-FFF2-40B4-BE49-F238E27FC236}">
                  <a16:creationId xmlns:a16="http://schemas.microsoft.com/office/drawing/2014/main" id="{E9D68078-5FE8-1CC0-5BDA-FD252BF189FF}"/>
                </a:ext>
              </a:extLst>
            </p:cNvPr>
            <p:cNvSpPr/>
            <p:nvPr/>
          </p:nvSpPr>
          <p:spPr>
            <a:xfrm>
              <a:off x="5642288" y="45086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9" name="Rettangolo con angoli arrotondati 308">
              <a:extLst>
                <a:ext uri="{FF2B5EF4-FFF2-40B4-BE49-F238E27FC236}">
                  <a16:creationId xmlns:a16="http://schemas.microsoft.com/office/drawing/2014/main" id="{9698806A-7BAC-743A-1579-1F99DFA0D1FD}"/>
                </a:ext>
              </a:extLst>
            </p:cNvPr>
            <p:cNvSpPr/>
            <p:nvPr/>
          </p:nvSpPr>
          <p:spPr>
            <a:xfrm>
              <a:off x="5642288" y="45784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0" name="Rettangolo con angoli arrotondati 309">
              <a:extLst>
                <a:ext uri="{FF2B5EF4-FFF2-40B4-BE49-F238E27FC236}">
                  <a16:creationId xmlns:a16="http://schemas.microsoft.com/office/drawing/2014/main" id="{91B11530-C373-D0FB-35FD-A64980DC8C9A}"/>
                </a:ext>
              </a:extLst>
            </p:cNvPr>
            <p:cNvSpPr/>
            <p:nvPr/>
          </p:nvSpPr>
          <p:spPr>
            <a:xfrm>
              <a:off x="5642288" y="46481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1" name="Rettangolo con angoli arrotondati 310">
              <a:extLst>
                <a:ext uri="{FF2B5EF4-FFF2-40B4-BE49-F238E27FC236}">
                  <a16:creationId xmlns:a16="http://schemas.microsoft.com/office/drawing/2014/main" id="{6E304F25-641B-510B-32EC-1906F9B94BDF}"/>
                </a:ext>
              </a:extLst>
            </p:cNvPr>
            <p:cNvSpPr/>
            <p:nvPr/>
          </p:nvSpPr>
          <p:spPr>
            <a:xfrm>
              <a:off x="5642288" y="47179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2" name="Rettangolo con angoli arrotondati 311">
              <a:extLst>
                <a:ext uri="{FF2B5EF4-FFF2-40B4-BE49-F238E27FC236}">
                  <a16:creationId xmlns:a16="http://schemas.microsoft.com/office/drawing/2014/main" id="{38DD196C-8367-850C-0301-943C54775098}"/>
                </a:ext>
              </a:extLst>
            </p:cNvPr>
            <p:cNvSpPr/>
            <p:nvPr/>
          </p:nvSpPr>
          <p:spPr>
            <a:xfrm>
              <a:off x="5642288" y="47877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3" name="Rettangolo con angoli arrotondati 312">
              <a:extLst>
                <a:ext uri="{FF2B5EF4-FFF2-40B4-BE49-F238E27FC236}">
                  <a16:creationId xmlns:a16="http://schemas.microsoft.com/office/drawing/2014/main" id="{8787F0F2-49E6-1D40-0622-5750553BC743}"/>
                </a:ext>
              </a:extLst>
            </p:cNvPr>
            <p:cNvSpPr/>
            <p:nvPr/>
          </p:nvSpPr>
          <p:spPr>
            <a:xfrm>
              <a:off x="5642288" y="48575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4" name="Rettangolo con angoli arrotondati 313">
              <a:extLst>
                <a:ext uri="{FF2B5EF4-FFF2-40B4-BE49-F238E27FC236}">
                  <a16:creationId xmlns:a16="http://schemas.microsoft.com/office/drawing/2014/main" id="{AC4F9399-C544-0410-B961-F800454EAF78}"/>
                </a:ext>
              </a:extLst>
            </p:cNvPr>
            <p:cNvSpPr/>
            <p:nvPr/>
          </p:nvSpPr>
          <p:spPr>
            <a:xfrm>
              <a:off x="5642288" y="4927322"/>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grpSp>
        <p:nvGrpSpPr>
          <p:cNvPr id="315" name="Gruppo 314">
            <a:extLst>
              <a:ext uri="{FF2B5EF4-FFF2-40B4-BE49-F238E27FC236}">
                <a16:creationId xmlns:a16="http://schemas.microsoft.com/office/drawing/2014/main" id="{8370DA13-3B00-30B7-6544-E1C75D6A5CE5}"/>
              </a:ext>
            </a:extLst>
          </p:cNvPr>
          <p:cNvGrpSpPr/>
          <p:nvPr/>
        </p:nvGrpSpPr>
        <p:grpSpPr>
          <a:xfrm>
            <a:off x="6197250" y="8525007"/>
            <a:ext cx="237566" cy="950265"/>
            <a:chOff x="5611826" y="4053207"/>
            <a:chExt cx="237566" cy="950265"/>
          </a:xfrm>
        </p:grpSpPr>
        <p:sp>
          <p:nvSpPr>
            <p:cNvPr id="316" name="Rettangolo 315">
              <a:extLst>
                <a:ext uri="{FF2B5EF4-FFF2-40B4-BE49-F238E27FC236}">
                  <a16:creationId xmlns:a16="http://schemas.microsoft.com/office/drawing/2014/main" id="{6A1A5AC6-55F8-8C57-283A-52468A8C3BAC}"/>
                </a:ext>
              </a:extLst>
            </p:cNvPr>
            <p:cNvSpPr/>
            <p:nvPr/>
          </p:nvSpPr>
          <p:spPr>
            <a:xfrm>
              <a:off x="5611826" y="4053207"/>
              <a:ext cx="237566" cy="950265"/>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317" name="Rettangolo con angoli arrotondati 316">
              <a:extLst>
                <a:ext uri="{FF2B5EF4-FFF2-40B4-BE49-F238E27FC236}">
                  <a16:creationId xmlns:a16="http://schemas.microsoft.com/office/drawing/2014/main" id="{D78965CF-3216-C8D0-1EAE-10EB7AA374D6}"/>
                </a:ext>
              </a:extLst>
            </p:cNvPr>
            <p:cNvSpPr/>
            <p:nvPr/>
          </p:nvSpPr>
          <p:spPr>
            <a:xfrm>
              <a:off x="5642288" y="40899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8" name="Rettangolo con angoli arrotondati 317">
              <a:extLst>
                <a:ext uri="{FF2B5EF4-FFF2-40B4-BE49-F238E27FC236}">
                  <a16:creationId xmlns:a16="http://schemas.microsoft.com/office/drawing/2014/main" id="{6F562534-006B-458C-43EE-D5283E241215}"/>
                </a:ext>
              </a:extLst>
            </p:cNvPr>
            <p:cNvSpPr/>
            <p:nvPr/>
          </p:nvSpPr>
          <p:spPr>
            <a:xfrm>
              <a:off x="5642288" y="41597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9" name="Rettangolo con angoli arrotondati 318">
              <a:extLst>
                <a:ext uri="{FF2B5EF4-FFF2-40B4-BE49-F238E27FC236}">
                  <a16:creationId xmlns:a16="http://schemas.microsoft.com/office/drawing/2014/main" id="{49C83642-3032-D514-39A3-25FDFAD5B06D}"/>
                </a:ext>
              </a:extLst>
            </p:cNvPr>
            <p:cNvSpPr/>
            <p:nvPr/>
          </p:nvSpPr>
          <p:spPr>
            <a:xfrm>
              <a:off x="5642288" y="42295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0" name="Rettangolo con angoli arrotondati 319">
              <a:extLst>
                <a:ext uri="{FF2B5EF4-FFF2-40B4-BE49-F238E27FC236}">
                  <a16:creationId xmlns:a16="http://schemas.microsoft.com/office/drawing/2014/main" id="{6D3C2B41-9B86-C529-5CEB-858957D6348D}"/>
                </a:ext>
              </a:extLst>
            </p:cNvPr>
            <p:cNvSpPr/>
            <p:nvPr/>
          </p:nvSpPr>
          <p:spPr>
            <a:xfrm>
              <a:off x="5642288" y="42992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1" name="Rettangolo con angoli arrotondati 320">
              <a:extLst>
                <a:ext uri="{FF2B5EF4-FFF2-40B4-BE49-F238E27FC236}">
                  <a16:creationId xmlns:a16="http://schemas.microsoft.com/office/drawing/2014/main" id="{56C17F47-F7D9-891C-402F-1150DF916161}"/>
                </a:ext>
              </a:extLst>
            </p:cNvPr>
            <p:cNvSpPr/>
            <p:nvPr/>
          </p:nvSpPr>
          <p:spPr>
            <a:xfrm>
              <a:off x="5642288" y="43690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2" name="Rettangolo con angoli arrotondati 321">
              <a:extLst>
                <a:ext uri="{FF2B5EF4-FFF2-40B4-BE49-F238E27FC236}">
                  <a16:creationId xmlns:a16="http://schemas.microsoft.com/office/drawing/2014/main" id="{404459BE-2461-AA7A-C8F8-4D11C4635993}"/>
                </a:ext>
              </a:extLst>
            </p:cNvPr>
            <p:cNvSpPr/>
            <p:nvPr/>
          </p:nvSpPr>
          <p:spPr>
            <a:xfrm>
              <a:off x="5642288" y="44388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3" name="Rettangolo con angoli arrotondati 322">
              <a:extLst>
                <a:ext uri="{FF2B5EF4-FFF2-40B4-BE49-F238E27FC236}">
                  <a16:creationId xmlns:a16="http://schemas.microsoft.com/office/drawing/2014/main" id="{2C698092-9FF2-D5DC-CD92-56D156B3B9F3}"/>
                </a:ext>
              </a:extLst>
            </p:cNvPr>
            <p:cNvSpPr/>
            <p:nvPr/>
          </p:nvSpPr>
          <p:spPr>
            <a:xfrm>
              <a:off x="5642288" y="45086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4" name="Rettangolo con angoli arrotondati 323">
              <a:extLst>
                <a:ext uri="{FF2B5EF4-FFF2-40B4-BE49-F238E27FC236}">
                  <a16:creationId xmlns:a16="http://schemas.microsoft.com/office/drawing/2014/main" id="{8780A05A-E073-255A-C408-A296DAEE01DA}"/>
                </a:ext>
              </a:extLst>
            </p:cNvPr>
            <p:cNvSpPr/>
            <p:nvPr/>
          </p:nvSpPr>
          <p:spPr>
            <a:xfrm>
              <a:off x="5642288" y="45784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5" name="Rettangolo con angoli arrotondati 324">
              <a:extLst>
                <a:ext uri="{FF2B5EF4-FFF2-40B4-BE49-F238E27FC236}">
                  <a16:creationId xmlns:a16="http://schemas.microsoft.com/office/drawing/2014/main" id="{FEBAFB10-94A1-3828-E344-D74AEE181E24}"/>
                </a:ext>
              </a:extLst>
            </p:cNvPr>
            <p:cNvSpPr/>
            <p:nvPr/>
          </p:nvSpPr>
          <p:spPr>
            <a:xfrm>
              <a:off x="5642288" y="46481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6" name="Rettangolo con angoli arrotondati 325">
              <a:extLst>
                <a:ext uri="{FF2B5EF4-FFF2-40B4-BE49-F238E27FC236}">
                  <a16:creationId xmlns:a16="http://schemas.microsoft.com/office/drawing/2014/main" id="{BED3F591-9F6D-B9EF-41AD-4B8FC7217143}"/>
                </a:ext>
              </a:extLst>
            </p:cNvPr>
            <p:cNvSpPr/>
            <p:nvPr/>
          </p:nvSpPr>
          <p:spPr>
            <a:xfrm>
              <a:off x="5642288" y="47179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7" name="Rettangolo con angoli arrotondati 326">
              <a:extLst>
                <a:ext uri="{FF2B5EF4-FFF2-40B4-BE49-F238E27FC236}">
                  <a16:creationId xmlns:a16="http://schemas.microsoft.com/office/drawing/2014/main" id="{228FE4B6-D8FE-5002-CD19-70629D876DAD}"/>
                </a:ext>
              </a:extLst>
            </p:cNvPr>
            <p:cNvSpPr/>
            <p:nvPr/>
          </p:nvSpPr>
          <p:spPr>
            <a:xfrm>
              <a:off x="5642288" y="47877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8" name="Rettangolo con angoli arrotondati 327">
              <a:extLst>
                <a:ext uri="{FF2B5EF4-FFF2-40B4-BE49-F238E27FC236}">
                  <a16:creationId xmlns:a16="http://schemas.microsoft.com/office/drawing/2014/main" id="{A1B9AF25-A996-36F5-9C5F-CB2A8C7D1FF1}"/>
                </a:ext>
              </a:extLst>
            </p:cNvPr>
            <p:cNvSpPr/>
            <p:nvPr/>
          </p:nvSpPr>
          <p:spPr>
            <a:xfrm>
              <a:off x="5642288" y="48575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9" name="Rettangolo con angoli arrotondati 328">
              <a:extLst>
                <a:ext uri="{FF2B5EF4-FFF2-40B4-BE49-F238E27FC236}">
                  <a16:creationId xmlns:a16="http://schemas.microsoft.com/office/drawing/2014/main" id="{835797AF-7D65-904E-5286-4634ED9F4CF9}"/>
                </a:ext>
              </a:extLst>
            </p:cNvPr>
            <p:cNvSpPr/>
            <p:nvPr/>
          </p:nvSpPr>
          <p:spPr>
            <a:xfrm>
              <a:off x="5642288" y="4927322"/>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208" name="Trapezio 207">
            <a:extLst>
              <a:ext uri="{FF2B5EF4-FFF2-40B4-BE49-F238E27FC236}">
                <a16:creationId xmlns:a16="http://schemas.microsoft.com/office/drawing/2014/main" id="{4C83C9E0-F7CF-095C-B098-1FD582815AF2}"/>
              </a:ext>
            </a:extLst>
          </p:cNvPr>
          <p:cNvSpPr/>
          <p:nvPr/>
        </p:nvSpPr>
        <p:spPr>
          <a:xfrm rot="16200000">
            <a:off x="4776829" y="8844772"/>
            <a:ext cx="1042337" cy="325407"/>
          </a:xfrm>
          <a:prstGeom prst="trapezoid">
            <a:avLst>
              <a:gd name="adj" fmla="val 0"/>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345" name="Trapezio 344">
            <a:extLst>
              <a:ext uri="{FF2B5EF4-FFF2-40B4-BE49-F238E27FC236}">
                <a16:creationId xmlns:a16="http://schemas.microsoft.com/office/drawing/2014/main" id="{47849B82-1C45-0FF1-AF8B-319DD57D7C04}"/>
              </a:ext>
            </a:extLst>
          </p:cNvPr>
          <p:cNvSpPr/>
          <p:nvPr/>
        </p:nvSpPr>
        <p:spPr>
          <a:xfrm rot="10800000">
            <a:off x="5706543" y="9793564"/>
            <a:ext cx="1042337" cy="325407"/>
          </a:xfrm>
          <a:prstGeom prst="trapezoid">
            <a:avLst>
              <a:gd name="adj" fmla="val 0"/>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grpSp>
        <p:nvGrpSpPr>
          <p:cNvPr id="376" name="Gruppo 375">
            <a:extLst>
              <a:ext uri="{FF2B5EF4-FFF2-40B4-BE49-F238E27FC236}">
                <a16:creationId xmlns:a16="http://schemas.microsoft.com/office/drawing/2014/main" id="{C172C98D-6716-DCB6-18D7-AF9F960DC6F8}"/>
              </a:ext>
            </a:extLst>
          </p:cNvPr>
          <p:cNvGrpSpPr/>
          <p:nvPr/>
        </p:nvGrpSpPr>
        <p:grpSpPr>
          <a:xfrm rot="5400000">
            <a:off x="5359728" y="9689015"/>
            <a:ext cx="145208" cy="534506"/>
            <a:chOff x="6042941" y="5681714"/>
            <a:chExt cx="145208" cy="534506"/>
          </a:xfrm>
        </p:grpSpPr>
        <p:cxnSp>
          <p:nvCxnSpPr>
            <p:cNvPr id="367" name="Connettore diritto 366">
              <a:extLst>
                <a:ext uri="{FF2B5EF4-FFF2-40B4-BE49-F238E27FC236}">
                  <a16:creationId xmlns:a16="http://schemas.microsoft.com/office/drawing/2014/main" id="{9423BDDE-5ED5-75E0-727F-4E1AA8E576EE}"/>
                </a:ext>
              </a:extLst>
            </p:cNvPr>
            <p:cNvCxnSpPr>
              <a:cxnSpLocks/>
            </p:cNvCxnSpPr>
            <p:nvPr/>
          </p:nvCxnSpPr>
          <p:spPr>
            <a:xfrm>
              <a:off x="6188149" y="5681714"/>
              <a:ext cx="0" cy="534505"/>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cxnSp>
          <p:nvCxnSpPr>
            <p:cNvPr id="369" name="Connettore diritto 368">
              <a:extLst>
                <a:ext uri="{FF2B5EF4-FFF2-40B4-BE49-F238E27FC236}">
                  <a16:creationId xmlns:a16="http://schemas.microsoft.com/office/drawing/2014/main" id="{25719B47-5A75-F38B-A41C-993EF6000862}"/>
                </a:ext>
              </a:extLst>
            </p:cNvPr>
            <p:cNvCxnSpPr>
              <a:cxnSpLocks/>
            </p:cNvCxnSpPr>
            <p:nvPr/>
          </p:nvCxnSpPr>
          <p:spPr>
            <a:xfrm>
              <a:off x="6042941" y="5681715"/>
              <a:ext cx="0" cy="534505"/>
            </a:xfrm>
            <a:prstGeom prst="line">
              <a:avLst/>
            </a:prstGeom>
            <a:ln>
              <a:solidFill>
                <a:srgbClr val="AB9488"/>
              </a:solidFill>
            </a:ln>
          </p:spPr>
          <p:style>
            <a:lnRef idx="2">
              <a:schemeClr val="accent1"/>
            </a:lnRef>
            <a:fillRef idx="0">
              <a:schemeClr val="accent1"/>
            </a:fillRef>
            <a:effectRef idx="1">
              <a:schemeClr val="accent1"/>
            </a:effectRef>
            <a:fontRef idx="minor">
              <a:schemeClr val="tx1"/>
            </a:fontRef>
          </p:style>
        </p:cxnSp>
      </p:grpSp>
      <p:sp>
        <p:nvSpPr>
          <p:cNvPr id="370" name="CasellaDiTesto 369">
            <a:extLst>
              <a:ext uri="{FF2B5EF4-FFF2-40B4-BE49-F238E27FC236}">
                <a16:creationId xmlns:a16="http://schemas.microsoft.com/office/drawing/2014/main" id="{34863981-5EEB-2844-E930-C8D4005680DA}"/>
              </a:ext>
            </a:extLst>
          </p:cNvPr>
          <p:cNvSpPr txBox="1"/>
          <p:nvPr/>
        </p:nvSpPr>
        <p:spPr>
          <a:xfrm>
            <a:off x="6054645" y="9776948"/>
            <a:ext cx="308098" cy="369332"/>
          </a:xfrm>
          <a:prstGeom prst="rect">
            <a:avLst/>
          </a:prstGeom>
          <a:noFill/>
        </p:spPr>
        <p:txBody>
          <a:bodyPr wrap="none" rtlCol="0">
            <a:spAutoFit/>
          </a:bodyPr>
          <a:lstStyle/>
          <a:p>
            <a:r>
              <a:rPr lang="it-IT" dirty="0">
                <a:solidFill>
                  <a:srgbClr val="795548"/>
                </a:solidFill>
              </a:rPr>
              <a:t>4</a:t>
            </a:r>
          </a:p>
        </p:txBody>
      </p:sp>
      <p:sp>
        <p:nvSpPr>
          <p:cNvPr id="377" name="CasellaDiTesto 376">
            <a:extLst>
              <a:ext uri="{FF2B5EF4-FFF2-40B4-BE49-F238E27FC236}">
                <a16:creationId xmlns:a16="http://schemas.microsoft.com/office/drawing/2014/main" id="{3314938E-CA71-E464-B3A6-5671F2DDF035}"/>
              </a:ext>
            </a:extLst>
          </p:cNvPr>
          <p:cNvSpPr txBox="1"/>
          <p:nvPr/>
        </p:nvSpPr>
        <p:spPr>
          <a:xfrm>
            <a:off x="4834407" y="9733668"/>
            <a:ext cx="320922" cy="400110"/>
          </a:xfrm>
          <a:prstGeom prst="rect">
            <a:avLst/>
          </a:prstGeom>
          <a:noFill/>
        </p:spPr>
        <p:txBody>
          <a:bodyPr wrap="none" rtlCol="0">
            <a:spAutoFit/>
          </a:bodyPr>
          <a:lstStyle/>
          <a:p>
            <a:r>
              <a:rPr lang="it-IT" sz="2000" dirty="0">
                <a:solidFill>
                  <a:srgbClr val="795548"/>
                </a:solidFill>
              </a:rPr>
              <a:t>2</a:t>
            </a:r>
          </a:p>
        </p:txBody>
      </p:sp>
      <p:grpSp>
        <p:nvGrpSpPr>
          <p:cNvPr id="431" name="Gruppo 430">
            <a:extLst>
              <a:ext uri="{FF2B5EF4-FFF2-40B4-BE49-F238E27FC236}">
                <a16:creationId xmlns:a16="http://schemas.microsoft.com/office/drawing/2014/main" id="{CC3BC1CD-FCDB-21A5-692C-5EFC28A136B6}"/>
              </a:ext>
            </a:extLst>
          </p:cNvPr>
          <p:cNvGrpSpPr/>
          <p:nvPr/>
        </p:nvGrpSpPr>
        <p:grpSpPr>
          <a:xfrm>
            <a:off x="6588538" y="8677407"/>
            <a:ext cx="237566" cy="950265"/>
            <a:chOff x="5611826" y="4053207"/>
            <a:chExt cx="237566" cy="950265"/>
          </a:xfrm>
        </p:grpSpPr>
        <p:sp>
          <p:nvSpPr>
            <p:cNvPr id="432" name="Rettangolo 431">
              <a:extLst>
                <a:ext uri="{FF2B5EF4-FFF2-40B4-BE49-F238E27FC236}">
                  <a16:creationId xmlns:a16="http://schemas.microsoft.com/office/drawing/2014/main" id="{F7F0D927-91EC-41D1-DA0E-05D30F2A5B85}"/>
                </a:ext>
              </a:extLst>
            </p:cNvPr>
            <p:cNvSpPr/>
            <p:nvPr/>
          </p:nvSpPr>
          <p:spPr>
            <a:xfrm>
              <a:off x="5611826" y="4053207"/>
              <a:ext cx="237566" cy="950265"/>
            </a:xfrm>
            <a:prstGeom prst="rect">
              <a:avLst/>
            </a:prstGeom>
            <a:noFill/>
            <a:ln>
              <a:solidFill>
                <a:srgbClr val="795548"/>
              </a:solidFill>
              <a:extLst>
                <a:ext uri="{C807C97D-BFC1-408E-A445-0C87EB9F89A2}">
                  <ask:lineSketchStyleProps xmlns:ask="http://schemas.microsoft.com/office/drawing/2018/sketchyshapes" sd="1403337985">
                    <a:custGeom>
                      <a:avLst/>
                      <a:gdLst>
                        <a:gd name="connsiteX0" fmla="*/ 0 w 92497"/>
                        <a:gd name="connsiteY0" fmla="*/ 0 h 360000"/>
                        <a:gd name="connsiteX1" fmla="*/ 92497 w 92497"/>
                        <a:gd name="connsiteY1" fmla="*/ 0 h 360000"/>
                        <a:gd name="connsiteX2" fmla="*/ 92497 w 92497"/>
                        <a:gd name="connsiteY2" fmla="*/ 360000 h 360000"/>
                        <a:gd name="connsiteX3" fmla="*/ 0 w 92497"/>
                        <a:gd name="connsiteY3" fmla="*/ 360000 h 360000"/>
                        <a:gd name="connsiteX4" fmla="*/ 0 w 92497"/>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7" h="360000" extrusionOk="0">
                          <a:moveTo>
                            <a:pt x="0" y="0"/>
                          </a:moveTo>
                          <a:cubicBezTo>
                            <a:pt x="26124" y="-3599"/>
                            <a:pt x="54756" y="-46"/>
                            <a:pt x="92497" y="0"/>
                          </a:cubicBezTo>
                          <a:cubicBezTo>
                            <a:pt x="105281" y="143865"/>
                            <a:pt x="93279" y="208189"/>
                            <a:pt x="92497" y="360000"/>
                          </a:cubicBezTo>
                          <a:cubicBezTo>
                            <a:pt x="58747" y="358197"/>
                            <a:pt x="30059" y="359689"/>
                            <a:pt x="0" y="360000"/>
                          </a:cubicBezTo>
                          <a:cubicBezTo>
                            <a:pt x="4215" y="248333"/>
                            <a:pt x="13571" y="14069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4800"/>
            </a:p>
          </p:txBody>
        </p:sp>
        <p:sp>
          <p:nvSpPr>
            <p:cNvPr id="433" name="Rettangolo con angoli arrotondati 432">
              <a:extLst>
                <a:ext uri="{FF2B5EF4-FFF2-40B4-BE49-F238E27FC236}">
                  <a16:creationId xmlns:a16="http://schemas.microsoft.com/office/drawing/2014/main" id="{33DC4D98-F8C3-DBBA-548C-4F82013FD18C}"/>
                </a:ext>
              </a:extLst>
            </p:cNvPr>
            <p:cNvSpPr/>
            <p:nvPr/>
          </p:nvSpPr>
          <p:spPr>
            <a:xfrm>
              <a:off x="5642288" y="40899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4" name="Rettangolo con angoli arrotondati 433">
              <a:extLst>
                <a:ext uri="{FF2B5EF4-FFF2-40B4-BE49-F238E27FC236}">
                  <a16:creationId xmlns:a16="http://schemas.microsoft.com/office/drawing/2014/main" id="{AB760C63-BE51-5059-8264-9DF6BB81857E}"/>
                </a:ext>
              </a:extLst>
            </p:cNvPr>
            <p:cNvSpPr/>
            <p:nvPr/>
          </p:nvSpPr>
          <p:spPr>
            <a:xfrm>
              <a:off x="5642288" y="41597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5" name="Rettangolo con angoli arrotondati 434">
              <a:extLst>
                <a:ext uri="{FF2B5EF4-FFF2-40B4-BE49-F238E27FC236}">
                  <a16:creationId xmlns:a16="http://schemas.microsoft.com/office/drawing/2014/main" id="{1F100EA6-2627-B90F-8E9C-655475A7ECAF}"/>
                </a:ext>
              </a:extLst>
            </p:cNvPr>
            <p:cNvSpPr/>
            <p:nvPr/>
          </p:nvSpPr>
          <p:spPr>
            <a:xfrm>
              <a:off x="5642288" y="42295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6" name="Rettangolo con angoli arrotondati 435">
              <a:extLst>
                <a:ext uri="{FF2B5EF4-FFF2-40B4-BE49-F238E27FC236}">
                  <a16:creationId xmlns:a16="http://schemas.microsoft.com/office/drawing/2014/main" id="{8C334D1C-FE49-DE9C-1FB7-A7D8E65BC547}"/>
                </a:ext>
              </a:extLst>
            </p:cNvPr>
            <p:cNvSpPr/>
            <p:nvPr/>
          </p:nvSpPr>
          <p:spPr>
            <a:xfrm>
              <a:off x="5642288" y="42992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7" name="Rettangolo con angoli arrotondati 436">
              <a:extLst>
                <a:ext uri="{FF2B5EF4-FFF2-40B4-BE49-F238E27FC236}">
                  <a16:creationId xmlns:a16="http://schemas.microsoft.com/office/drawing/2014/main" id="{844275AB-C765-80BA-3B79-8B9CF4F8C31A}"/>
                </a:ext>
              </a:extLst>
            </p:cNvPr>
            <p:cNvSpPr/>
            <p:nvPr/>
          </p:nvSpPr>
          <p:spPr>
            <a:xfrm>
              <a:off x="5642288" y="43690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8" name="Rettangolo con angoli arrotondati 437">
              <a:extLst>
                <a:ext uri="{FF2B5EF4-FFF2-40B4-BE49-F238E27FC236}">
                  <a16:creationId xmlns:a16="http://schemas.microsoft.com/office/drawing/2014/main" id="{E60119CA-C3A8-5923-80E3-F76BE569B268}"/>
                </a:ext>
              </a:extLst>
            </p:cNvPr>
            <p:cNvSpPr/>
            <p:nvPr/>
          </p:nvSpPr>
          <p:spPr>
            <a:xfrm>
              <a:off x="5642288" y="44388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9" name="Rettangolo con angoli arrotondati 438">
              <a:extLst>
                <a:ext uri="{FF2B5EF4-FFF2-40B4-BE49-F238E27FC236}">
                  <a16:creationId xmlns:a16="http://schemas.microsoft.com/office/drawing/2014/main" id="{BE77634A-B31E-1C29-D5CD-00A13AA956EC}"/>
                </a:ext>
              </a:extLst>
            </p:cNvPr>
            <p:cNvSpPr/>
            <p:nvPr/>
          </p:nvSpPr>
          <p:spPr>
            <a:xfrm>
              <a:off x="5642288" y="45086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0" name="Rettangolo con angoli arrotondati 439">
              <a:extLst>
                <a:ext uri="{FF2B5EF4-FFF2-40B4-BE49-F238E27FC236}">
                  <a16:creationId xmlns:a16="http://schemas.microsoft.com/office/drawing/2014/main" id="{B69E163B-24E9-9E03-3704-27F7624D2108}"/>
                </a:ext>
              </a:extLst>
            </p:cNvPr>
            <p:cNvSpPr/>
            <p:nvPr/>
          </p:nvSpPr>
          <p:spPr>
            <a:xfrm>
              <a:off x="5642288" y="457841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1" name="Rettangolo con angoli arrotondati 440">
              <a:extLst>
                <a:ext uri="{FF2B5EF4-FFF2-40B4-BE49-F238E27FC236}">
                  <a16:creationId xmlns:a16="http://schemas.microsoft.com/office/drawing/2014/main" id="{B7E2EE03-087C-1112-6C0D-49067E33C3DB}"/>
                </a:ext>
              </a:extLst>
            </p:cNvPr>
            <p:cNvSpPr/>
            <p:nvPr/>
          </p:nvSpPr>
          <p:spPr>
            <a:xfrm>
              <a:off x="5642288" y="464819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2" name="Rettangolo con angoli arrotondati 441">
              <a:extLst>
                <a:ext uri="{FF2B5EF4-FFF2-40B4-BE49-F238E27FC236}">
                  <a16:creationId xmlns:a16="http://schemas.microsoft.com/office/drawing/2014/main" id="{07757D47-15B4-A8F7-D0C5-28345D173867}"/>
                </a:ext>
              </a:extLst>
            </p:cNvPr>
            <p:cNvSpPr/>
            <p:nvPr/>
          </p:nvSpPr>
          <p:spPr>
            <a:xfrm>
              <a:off x="5642288" y="471797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3" name="Rettangolo con angoli arrotondati 442">
              <a:extLst>
                <a:ext uri="{FF2B5EF4-FFF2-40B4-BE49-F238E27FC236}">
                  <a16:creationId xmlns:a16="http://schemas.microsoft.com/office/drawing/2014/main" id="{491783D2-E585-AF1A-C963-5A81FCD8F855}"/>
                </a:ext>
              </a:extLst>
            </p:cNvPr>
            <p:cNvSpPr/>
            <p:nvPr/>
          </p:nvSpPr>
          <p:spPr>
            <a:xfrm>
              <a:off x="5642288" y="478775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4" name="Rettangolo con angoli arrotondati 443">
              <a:extLst>
                <a:ext uri="{FF2B5EF4-FFF2-40B4-BE49-F238E27FC236}">
                  <a16:creationId xmlns:a16="http://schemas.microsoft.com/office/drawing/2014/main" id="{30C5FFA7-4F0E-A9DC-0577-0A46422298DD}"/>
                </a:ext>
              </a:extLst>
            </p:cNvPr>
            <p:cNvSpPr/>
            <p:nvPr/>
          </p:nvSpPr>
          <p:spPr>
            <a:xfrm>
              <a:off x="5642288" y="4857538"/>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5" name="Rettangolo con angoli arrotondati 444">
              <a:extLst>
                <a:ext uri="{FF2B5EF4-FFF2-40B4-BE49-F238E27FC236}">
                  <a16:creationId xmlns:a16="http://schemas.microsoft.com/office/drawing/2014/main" id="{B5F25CF4-C657-336D-33FE-5BEA47662E55}"/>
                </a:ext>
              </a:extLst>
            </p:cNvPr>
            <p:cNvSpPr/>
            <p:nvPr/>
          </p:nvSpPr>
          <p:spPr>
            <a:xfrm>
              <a:off x="5642288" y="4927322"/>
              <a:ext cx="176642" cy="45719"/>
            </a:xfrm>
            <a:prstGeom prst="roundRect">
              <a:avLst/>
            </a:prstGeom>
            <a:solidFill>
              <a:srgbClr val="C8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Tree>
    <p:extLst>
      <p:ext uri="{BB962C8B-B14F-4D97-AF65-F5344CB8AC3E}">
        <p14:creationId xmlns:p14="http://schemas.microsoft.com/office/powerpoint/2010/main" val="3274939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5" name="object 241">
            <a:extLst>
              <a:ext uri="{FF2B5EF4-FFF2-40B4-BE49-F238E27FC236}">
                <a16:creationId xmlns:a16="http://schemas.microsoft.com/office/drawing/2014/main" id="{4C99DF51-BF81-0413-00CA-F1B68858AF16}"/>
              </a:ext>
            </a:extLst>
          </p:cNvPr>
          <p:cNvSpPr txBox="1"/>
          <p:nvPr/>
        </p:nvSpPr>
        <p:spPr>
          <a:xfrm>
            <a:off x="114209" y="79841"/>
            <a:ext cx="6972391" cy="738305"/>
          </a:xfrm>
          <a:prstGeom prst="rect">
            <a:avLst/>
          </a:prstGeom>
          <a:solidFill>
            <a:srgbClr val="FF654C"/>
          </a:solidFill>
        </p:spPr>
        <p:txBody>
          <a:bodyPr vert="horz" wrap="square" lIns="0" tIns="17780" rIns="0" bIns="0" rtlCol="0" anchor="ctr">
            <a:noAutofit/>
          </a:bodyPr>
          <a:lstStyle/>
          <a:p>
            <a:pPr marL="48895" marR="228600">
              <a:lnSpc>
                <a:spcPct val="101600"/>
              </a:lnSpc>
              <a:spcBef>
                <a:spcPts val="140"/>
              </a:spcBef>
            </a:pPr>
            <a:r>
              <a:rPr lang="it-IT" sz="2800" b="1" dirty="0">
                <a:solidFill>
                  <a:schemeClr val="bg1"/>
                </a:solidFill>
                <a:latin typeface="A Font 1" panose="02000503000000000000" pitchFamily="2" charset="0"/>
                <a:cs typeface="Carlito"/>
              </a:rPr>
              <a:t>MEMORIA CACHE </a:t>
            </a:r>
            <a:r>
              <a:rPr lang="it-IT" sz="2800" b="1" dirty="0">
                <a:solidFill>
                  <a:schemeClr val="bg1"/>
                </a:solidFill>
                <a:latin typeface="Abadi Extra Light" panose="020B0204020104020204" pitchFamily="34" charset="0"/>
                <a:ea typeface="ADLaM Display" panose="02010000000000000000" pitchFamily="2" charset="0"/>
                <a:cs typeface="ADLaM Display" panose="02010000000000000000" pitchFamily="2" charset="0"/>
              </a:rPr>
              <a:t>-</a:t>
            </a:r>
            <a:r>
              <a:rPr lang="it-IT" sz="2800" b="1" dirty="0">
                <a:solidFill>
                  <a:schemeClr val="bg1"/>
                </a:solidFill>
                <a:latin typeface="A Font 1" panose="02000503000000000000" pitchFamily="2" charset="0"/>
                <a:cs typeface="Carlito"/>
              </a:rPr>
              <a:t> </a:t>
            </a:r>
            <a:r>
              <a:rPr lang="it-IT" sz="2800" dirty="0">
                <a:solidFill>
                  <a:schemeClr val="bg1"/>
                </a:solidFill>
                <a:latin typeface="A Font 1" panose="02000503000000000000" pitchFamily="2" charset="0"/>
              </a:rPr>
              <a:t>REGOLE ED ACCORGIMENTI</a:t>
            </a:r>
          </a:p>
        </p:txBody>
      </p:sp>
      <p:sp>
        <p:nvSpPr>
          <p:cNvPr id="9" name="CasellaDiTesto 8">
            <a:extLst>
              <a:ext uri="{FF2B5EF4-FFF2-40B4-BE49-F238E27FC236}">
                <a16:creationId xmlns:a16="http://schemas.microsoft.com/office/drawing/2014/main" id="{E3C957B3-340D-5003-384F-141F12165308}"/>
              </a:ext>
            </a:extLst>
          </p:cNvPr>
          <p:cNvSpPr txBox="1"/>
          <p:nvPr/>
        </p:nvSpPr>
        <p:spPr>
          <a:xfrm>
            <a:off x="114209" y="1013955"/>
            <a:ext cx="5101389" cy="1169551"/>
          </a:xfrm>
          <a:prstGeom prst="rect">
            <a:avLst/>
          </a:prstGeom>
          <a:noFill/>
        </p:spPr>
        <p:txBody>
          <a:bodyPr wrap="square">
            <a:spAutoFit/>
          </a:bodyPr>
          <a:lstStyle/>
          <a:p>
            <a:r>
              <a:rPr lang="it-IT" sz="1400" dirty="0"/>
              <a:t>DIMENSIONE DELL'INDIRIZZO; per fare ciò, bisogna semplicemente prendere il numero di parole nella RAM e scomporlo in potenza di 2, Si otterrà perciò un numero 2^n , il cui “n” sarà il numero corrispondente alla dimensione dell'indirizzo</a:t>
            </a:r>
            <a:endParaRPr lang="it-IT" sz="1400" dirty="0">
              <a:latin typeface="+mj-lt"/>
            </a:endParaRPr>
          </a:p>
        </p:txBody>
      </p:sp>
      <p:sp>
        <p:nvSpPr>
          <p:cNvPr id="10" name="object 166">
            <a:extLst>
              <a:ext uri="{FF2B5EF4-FFF2-40B4-BE49-F238E27FC236}">
                <a16:creationId xmlns:a16="http://schemas.microsoft.com/office/drawing/2014/main" id="{DF5000CC-A9B9-78AC-A62D-B4313AD18120}"/>
              </a:ext>
            </a:extLst>
          </p:cNvPr>
          <p:cNvSpPr/>
          <p:nvPr/>
        </p:nvSpPr>
        <p:spPr>
          <a:xfrm>
            <a:off x="5377669" y="902517"/>
            <a:ext cx="1823720" cy="133787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rgbClr val="F5B976">
              <a:alpha val="54116"/>
            </a:srgbClr>
          </a:solidFill>
        </p:spPr>
        <p:txBody>
          <a:bodyPr wrap="square" lIns="0" tIns="0" rIns="0" bIns="0" rtlCol="0" anchor="b"/>
          <a:lstStyle/>
          <a:p>
            <a:endParaRPr sz="2000">
              <a:latin typeface="A Font 1" panose="02000503000000000000" pitchFamily="2" charset="0"/>
            </a:endParaRPr>
          </a:p>
        </p:txBody>
      </p:sp>
      <p:sp>
        <p:nvSpPr>
          <p:cNvPr id="11" name="CasellaDiTesto 10">
            <a:extLst>
              <a:ext uri="{FF2B5EF4-FFF2-40B4-BE49-F238E27FC236}">
                <a16:creationId xmlns:a16="http://schemas.microsoft.com/office/drawing/2014/main" id="{E6A8378B-0065-105D-4856-164F2D93EE8A}"/>
              </a:ext>
            </a:extLst>
          </p:cNvPr>
          <p:cNvSpPr txBox="1"/>
          <p:nvPr/>
        </p:nvSpPr>
        <p:spPr>
          <a:xfrm>
            <a:off x="5461891" y="993295"/>
            <a:ext cx="1823720" cy="998991"/>
          </a:xfrm>
          <a:prstGeom prst="rect">
            <a:avLst/>
          </a:prstGeom>
        </p:spPr>
        <p:txBody>
          <a:bodyPr vert="horz" wrap="square" lIns="0" tIns="13970" rIns="0" bIns="0" rtlCol="0" anchor="b">
            <a:spAutoFit/>
          </a:bodyPr>
          <a:lstStyle>
            <a:defPPr>
              <a:defRPr lang="en-US"/>
            </a:defPPr>
            <a:lvl1pPr marL="12700">
              <a:lnSpc>
                <a:spcPct val="100000"/>
              </a:lnSpc>
              <a:spcBef>
                <a:spcPts val="110"/>
              </a:spcBef>
              <a:defRPr sz="1000">
                <a:solidFill>
                  <a:srgbClr val="B85237"/>
                </a:solidFill>
                <a:latin typeface="A Font 1" panose="02000503000000000000" pitchFamily="2" charset="0"/>
                <a:cs typeface="Trebuchet MS"/>
              </a:defRPr>
            </a:lvl1pPr>
          </a:lstStyle>
          <a:p>
            <a:r>
              <a:rPr lang="it-IT" sz="1600" dirty="0"/>
              <a:t>Che è alla fin fine è vedere quanti bit servono minimo per rappresentare questo numero di elementi</a:t>
            </a:r>
          </a:p>
        </p:txBody>
      </p:sp>
      <p:sp>
        <p:nvSpPr>
          <p:cNvPr id="12" name="object 168">
            <a:extLst>
              <a:ext uri="{FF2B5EF4-FFF2-40B4-BE49-F238E27FC236}">
                <a16:creationId xmlns:a16="http://schemas.microsoft.com/office/drawing/2014/main" id="{6A095960-656B-8CB8-8008-CEDAE28A045B}"/>
              </a:ext>
            </a:extLst>
          </p:cNvPr>
          <p:cNvSpPr txBox="1"/>
          <p:nvPr/>
        </p:nvSpPr>
        <p:spPr>
          <a:xfrm>
            <a:off x="-1416955" y="2137839"/>
            <a:ext cx="1155065" cy="167995"/>
          </a:xfrm>
          <a:prstGeom prst="rect">
            <a:avLst/>
          </a:prstGeom>
        </p:spPr>
        <p:txBody>
          <a:bodyPr vert="horz" wrap="square" lIns="0" tIns="13970" rIns="0" bIns="0" rtlCol="0" anchor="b">
            <a:spAutoFit/>
          </a:bodyPr>
          <a:lstStyle/>
          <a:p>
            <a:pPr marL="12700">
              <a:lnSpc>
                <a:spcPct val="100000"/>
              </a:lnSpc>
              <a:spcBef>
                <a:spcPts val="110"/>
              </a:spcBef>
            </a:pPr>
            <a:r>
              <a:rPr sz="1000" dirty="0">
                <a:solidFill>
                  <a:srgbClr val="B85237"/>
                </a:solidFill>
                <a:latin typeface="A Font 1" panose="02000503000000000000" pitchFamily="2" charset="0"/>
                <a:cs typeface="Trebuchet MS"/>
              </a:rPr>
              <a:t>INDIRETTO</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A</a:t>
            </a:r>
            <a:r>
              <a:rPr sz="1000" dirty="0">
                <a:solidFill>
                  <a:srgbClr val="B85237"/>
                </a:solidFill>
                <a:latin typeface="A Font 1" panose="02000503000000000000" pitchFamily="2" charset="0"/>
                <a:cs typeface="Times New Roman"/>
              </a:rPr>
              <a:t> </a:t>
            </a:r>
            <a:r>
              <a:rPr sz="1000" dirty="0">
                <a:solidFill>
                  <a:srgbClr val="B85237"/>
                </a:solidFill>
                <a:latin typeface="A Font 1" panose="02000503000000000000" pitchFamily="2" charset="0"/>
                <a:cs typeface="Trebuchet MS"/>
              </a:rPr>
              <a:t>REGISTRO</a:t>
            </a:r>
            <a:endParaRPr sz="1000" dirty="0">
              <a:latin typeface="A Font 1" panose="02000503000000000000" pitchFamily="2" charset="0"/>
              <a:cs typeface="Trebuchet MS"/>
            </a:endParaRPr>
          </a:p>
        </p:txBody>
      </p:sp>
      <p:sp>
        <p:nvSpPr>
          <p:cNvPr id="14" name="CasellaDiTesto 13">
            <a:extLst>
              <a:ext uri="{FF2B5EF4-FFF2-40B4-BE49-F238E27FC236}">
                <a16:creationId xmlns:a16="http://schemas.microsoft.com/office/drawing/2014/main" id="{6152EAAC-C938-DB69-056D-745DE916193A}"/>
              </a:ext>
            </a:extLst>
          </p:cNvPr>
          <p:cNvSpPr txBox="1"/>
          <p:nvPr/>
        </p:nvSpPr>
        <p:spPr>
          <a:xfrm>
            <a:off x="-5363297" y="2836515"/>
            <a:ext cx="4523874" cy="584775"/>
          </a:xfrm>
          <a:prstGeom prst="rect">
            <a:avLst/>
          </a:prstGeom>
          <a:solidFill>
            <a:srgbClr val="F7D5AE">
              <a:alpha val="40000"/>
            </a:srgbClr>
          </a:solidFill>
        </p:spPr>
        <p:txBody>
          <a:bodyPr wrap="square">
            <a:spAutoFit/>
          </a:bodyPr>
          <a:lstStyle/>
          <a:p>
            <a:r>
              <a:rPr lang="it-IT" sz="1600" dirty="0"/>
              <a:t>1KB = 1024 bit = 210 1MB = 1024 kb = 220 1GB = 1024 mb = 230 1TB = 1024 </a:t>
            </a:r>
            <a:r>
              <a:rPr lang="it-IT" sz="1600" dirty="0" err="1"/>
              <a:t>gb</a:t>
            </a:r>
            <a:r>
              <a:rPr lang="it-IT" sz="1600" dirty="0"/>
              <a:t> = 240</a:t>
            </a:r>
          </a:p>
        </p:txBody>
      </p:sp>
      <p:sp>
        <p:nvSpPr>
          <p:cNvPr id="16" name="CasellaDiTesto 15">
            <a:extLst>
              <a:ext uri="{FF2B5EF4-FFF2-40B4-BE49-F238E27FC236}">
                <a16:creationId xmlns:a16="http://schemas.microsoft.com/office/drawing/2014/main" id="{A42D5DDB-9430-A814-0DD1-FBF438A4CAB8}"/>
              </a:ext>
            </a:extLst>
          </p:cNvPr>
          <p:cNvSpPr txBox="1"/>
          <p:nvPr/>
        </p:nvSpPr>
        <p:spPr>
          <a:xfrm>
            <a:off x="114209" y="3689962"/>
            <a:ext cx="3543391" cy="1384995"/>
          </a:xfrm>
          <a:prstGeom prst="rect">
            <a:avLst/>
          </a:prstGeom>
          <a:noFill/>
        </p:spPr>
        <p:txBody>
          <a:bodyPr wrap="square">
            <a:spAutoFit/>
          </a:bodyPr>
          <a:lstStyle/>
          <a:p>
            <a:r>
              <a:rPr lang="it-IT" sz="1400" dirty="0"/>
              <a:t>DIMENSIONE DEL CAMPO PAROLA </a:t>
            </a:r>
            <a:br>
              <a:rPr lang="it-IT" sz="1400" dirty="0"/>
            </a:br>
            <a:r>
              <a:rPr lang="it-IT" sz="1400" dirty="0"/>
              <a:t>per fare ciò, bisogna considerare il numero di parole per blocco e trasformarlo in potenza di 2. Si ottiene perciò il numero 2^n , il cui “n” è il numero corrispondente alla dimensione del campo PAROLA. </a:t>
            </a:r>
          </a:p>
        </p:txBody>
      </p:sp>
      <p:sp>
        <p:nvSpPr>
          <p:cNvPr id="18" name="CasellaDiTesto 17">
            <a:extLst>
              <a:ext uri="{FF2B5EF4-FFF2-40B4-BE49-F238E27FC236}">
                <a16:creationId xmlns:a16="http://schemas.microsoft.com/office/drawing/2014/main" id="{CC2B7426-DA5E-A0CB-0156-888AEB9B5005}"/>
              </a:ext>
            </a:extLst>
          </p:cNvPr>
          <p:cNvSpPr txBox="1"/>
          <p:nvPr/>
        </p:nvSpPr>
        <p:spPr>
          <a:xfrm>
            <a:off x="125285" y="5799895"/>
            <a:ext cx="4521818" cy="1169551"/>
          </a:xfrm>
          <a:prstGeom prst="rect">
            <a:avLst/>
          </a:prstGeom>
          <a:noFill/>
        </p:spPr>
        <p:txBody>
          <a:bodyPr wrap="square">
            <a:spAutoFit/>
          </a:bodyPr>
          <a:lstStyle>
            <a:defPPr>
              <a:defRPr lang="en-US"/>
            </a:defPPr>
            <a:lvl1pPr>
              <a:defRPr sz="1400"/>
            </a:lvl1pPr>
          </a:lstStyle>
          <a:p>
            <a:r>
              <a:rPr lang="it-IT" dirty="0"/>
              <a:t>Per il campo BLOCCO (numero blocchi)</a:t>
            </a:r>
            <a:br>
              <a:rPr lang="it-IT" dirty="0"/>
            </a:br>
            <a:r>
              <a:rPr lang="it-IT" dirty="0"/>
              <a:t> è necessario ottenere la dimensione della Cache (a volte indicata con “# Cache”, altre con “</a:t>
            </a:r>
            <a:r>
              <a:rPr lang="it-IT" dirty="0" err="1"/>
              <a:t>dim</a:t>
            </a:r>
            <a:r>
              <a:rPr lang="it-IT" dirty="0"/>
              <a:t>. Cache”); per far ciò, occorre </a:t>
            </a:r>
            <a:r>
              <a:rPr lang="it-IT" b="1" dirty="0"/>
              <a:t>dividere</a:t>
            </a:r>
            <a:r>
              <a:rPr lang="it-IT" dirty="0"/>
              <a:t> il </a:t>
            </a:r>
            <a:r>
              <a:rPr lang="it-IT" b="1" dirty="0"/>
              <a:t>numero di parole </a:t>
            </a:r>
            <a:r>
              <a:rPr lang="it-IT" dirty="0"/>
              <a:t>nella Cache </a:t>
            </a:r>
            <a:r>
              <a:rPr lang="it-IT" b="1" dirty="0"/>
              <a:t>per</a:t>
            </a:r>
            <a:r>
              <a:rPr lang="it-IT" dirty="0"/>
              <a:t> il </a:t>
            </a:r>
            <a:r>
              <a:rPr lang="it-IT" b="1" dirty="0"/>
              <a:t>numero di parole per blocco</a:t>
            </a:r>
            <a:r>
              <a:rPr lang="it-IT" dirty="0"/>
              <a:t>. </a:t>
            </a:r>
          </a:p>
        </p:txBody>
      </p:sp>
      <p:sp>
        <p:nvSpPr>
          <p:cNvPr id="23" name="Rettangolo con angoli arrotondati 22">
            <a:extLst>
              <a:ext uri="{FF2B5EF4-FFF2-40B4-BE49-F238E27FC236}">
                <a16:creationId xmlns:a16="http://schemas.microsoft.com/office/drawing/2014/main" id="{4B604752-F3B5-1249-A15B-D8047650B191}"/>
              </a:ext>
            </a:extLst>
          </p:cNvPr>
          <p:cNvSpPr/>
          <p:nvPr/>
        </p:nvSpPr>
        <p:spPr>
          <a:xfrm>
            <a:off x="3986972" y="4358639"/>
            <a:ext cx="607690" cy="226997"/>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24" name="Rettangolo con angoli arrotondati 23">
            <a:extLst>
              <a:ext uri="{FF2B5EF4-FFF2-40B4-BE49-F238E27FC236}">
                <a16:creationId xmlns:a16="http://schemas.microsoft.com/office/drawing/2014/main" id="{810F8EA3-9A92-58A6-5016-145511941AA8}"/>
              </a:ext>
            </a:extLst>
          </p:cNvPr>
          <p:cNvSpPr/>
          <p:nvPr/>
        </p:nvSpPr>
        <p:spPr>
          <a:xfrm>
            <a:off x="4775721" y="4369095"/>
            <a:ext cx="607690" cy="226997"/>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27" name="CasellaDiTesto 26">
            <a:extLst>
              <a:ext uri="{FF2B5EF4-FFF2-40B4-BE49-F238E27FC236}">
                <a16:creationId xmlns:a16="http://schemas.microsoft.com/office/drawing/2014/main" id="{81488D38-8D36-CD20-EFE4-5E90F3CB867D}"/>
              </a:ext>
            </a:extLst>
          </p:cNvPr>
          <p:cNvSpPr txBox="1"/>
          <p:nvPr/>
        </p:nvSpPr>
        <p:spPr>
          <a:xfrm>
            <a:off x="3556951" y="4763183"/>
            <a:ext cx="1189154" cy="646331"/>
          </a:xfrm>
          <a:prstGeom prst="rect">
            <a:avLst/>
          </a:prstGeom>
          <a:noFill/>
        </p:spPr>
        <p:txBody>
          <a:bodyPr wrap="square">
            <a:spAutoFit/>
          </a:bodyPr>
          <a:lstStyle/>
          <a:p>
            <a:r>
              <a:rPr lang="it-IT" sz="1800" dirty="0">
                <a:solidFill>
                  <a:schemeClr val="tx2">
                    <a:lumMod val="50000"/>
                    <a:lumOff val="50000"/>
                  </a:schemeClr>
                </a:solidFill>
              </a:rPr>
              <a:t>4</a:t>
            </a:r>
            <a:r>
              <a:rPr lang="it-IT" sz="1800" dirty="0"/>
              <a:t>      =     2</a:t>
            </a:r>
            <a:r>
              <a:rPr lang="it-IT" b="1" baseline="30000" dirty="0">
                <a:solidFill>
                  <a:srgbClr val="C00000"/>
                </a:solidFill>
              </a:rPr>
              <a:t>2</a:t>
            </a:r>
            <a:endParaRPr lang="it-IT" b="1" dirty="0">
              <a:solidFill>
                <a:srgbClr val="C00000"/>
              </a:solidFill>
            </a:endParaRPr>
          </a:p>
          <a:p>
            <a:endParaRPr lang="it-IT" dirty="0"/>
          </a:p>
        </p:txBody>
      </p:sp>
      <p:sp>
        <p:nvSpPr>
          <p:cNvPr id="33" name="Rettangolo con angoli arrotondati 32">
            <a:extLst>
              <a:ext uri="{FF2B5EF4-FFF2-40B4-BE49-F238E27FC236}">
                <a16:creationId xmlns:a16="http://schemas.microsoft.com/office/drawing/2014/main" id="{0C9725AD-AA58-5BF0-7C05-E8741C0B0D5B}"/>
              </a:ext>
            </a:extLst>
          </p:cNvPr>
          <p:cNvSpPr/>
          <p:nvPr/>
        </p:nvSpPr>
        <p:spPr>
          <a:xfrm>
            <a:off x="3986972" y="4074755"/>
            <a:ext cx="607690" cy="226997"/>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34" name="Rettangolo con angoli arrotondati 33">
            <a:extLst>
              <a:ext uri="{FF2B5EF4-FFF2-40B4-BE49-F238E27FC236}">
                <a16:creationId xmlns:a16="http://schemas.microsoft.com/office/drawing/2014/main" id="{93D51F48-DB12-298D-4E54-023367AA2F4B}"/>
              </a:ext>
            </a:extLst>
          </p:cNvPr>
          <p:cNvSpPr/>
          <p:nvPr/>
        </p:nvSpPr>
        <p:spPr>
          <a:xfrm>
            <a:off x="4787421" y="4073249"/>
            <a:ext cx="607690" cy="226997"/>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t>PAROLA</a:t>
            </a:r>
          </a:p>
        </p:txBody>
      </p:sp>
      <p:sp>
        <p:nvSpPr>
          <p:cNvPr id="35" name="Rettangolo con angoli arrotondati 34">
            <a:extLst>
              <a:ext uri="{FF2B5EF4-FFF2-40B4-BE49-F238E27FC236}">
                <a16:creationId xmlns:a16="http://schemas.microsoft.com/office/drawing/2014/main" id="{06BB7DC6-75C2-085F-4D18-FDBF34E993D9}"/>
              </a:ext>
            </a:extLst>
          </p:cNvPr>
          <p:cNvSpPr/>
          <p:nvPr/>
        </p:nvSpPr>
        <p:spPr>
          <a:xfrm>
            <a:off x="4977868" y="5874539"/>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7" name="Rettangolo con angoli arrotondati 36">
            <a:extLst>
              <a:ext uri="{FF2B5EF4-FFF2-40B4-BE49-F238E27FC236}">
                <a16:creationId xmlns:a16="http://schemas.microsoft.com/office/drawing/2014/main" id="{A1876F42-AA26-961B-3EA7-92BEBBE9E485}"/>
              </a:ext>
            </a:extLst>
          </p:cNvPr>
          <p:cNvSpPr/>
          <p:nvPr/>
        </p:nvSpPr>
        <p:spPr>
          <a:xfrm>
            <a:off x="4977868" y="565984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39" name="Rettangolo 38">
            <a:extLst>
              <a:ext uri="{FF2B5EF4-FFF2-40B4-BE49-F238E27FC236}">
                <a16:creationId xmlns:a16="http://schemas.microsoft.com/office/drawing/2014/main" id="{5C49CC2E-15BB-27AA-2789-ACD0740BF47D}"/>
              </a:ext>
            </a:extLst>
          </p:cNvPr>
          <p:cNvSpPr/>
          <p:nvPr/>
        </p:nvSpPr>
        <p:spPr>
          <a:xfrm>
            <a:off x="3794213" y="3922886"/>
            <a:ext cx="1663002" cy="824763"/>
          </a:xfrm>
          <a:custGeom>
            <a:avLst/>
            <a:gdLst>
              <a:gd name="connsiteX0" fmla="*/ 0 w 1663002"/>
              <a:gd name="connsiteY0" fmla="*/ 0 h 824763"/>
              <a:gd name="connsiteX1" fmla="*/ 537704 w 1663002"/>
              <a:gd name="connsiteY1" fmla="*/ 0 h 824763"/>
              <a:gd name="connsiteX2" fmla="*/ 1075408 w 1663002"/>
              <a:gd name="connsiteY2" fmla="*/ 0 h 824763"/>
              <a:gd name="connsiteX3" fmla="*/ 1663002 w 1663002"/>
              <a:gd name="connsiteY3" fmla="*/ 0 h 824763"/>
              <a:gd name="connsiteX4" fmla="*/ 1663002 w 1663002"/>
              <a:gd name="connsiteY4" fmla="*/ 428877 h 824763"/>
              <a:gd name="connsiteX5" fmla="*/ 1663002 w 1663002"/>
              <a:gd name="connsiteY5" fmla="*/ 824763 h 824763"/>
              <a:gd name="connsiteX6" fmla="*/ 1141928 w 1663002"/>
              <a:gd name="connsiteY6" fmla="*/ 824763 h 824763"/>
              <a:gd name="connsiteX7" fmla="*/ 637484 w 1663002"/>
              <a:gd name="connsiteY7" fmla="*/ 824763 h 824763"/>
              <a:gd name="connsiteX8" fmla="*/ 0 w 1663002"/>
              <a:gd name="connsiteY8" fmla="*/ 824763 h 824763"/>
              <a:gd name="connsiteX9" fmla="*/ 0 w 1663002"/>
              <a:gd name="connsiteY9" fmla="*/ 395886 h 824763"/>
              <a:gd name="connsiteX10" fmla="*/ 0 w 1663002"/>
              <a:gd name="connsiteY10" fmla="*/ 0 h 82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3002" h="824763" extrusionOk="0">
                <a:moveTo>
                  <a:pt x="0" y="0"/>
                </a:moveTo>
                <a:cubicBezTo>
                  <a:pt x="230426" y="-2297"/>
                  <a:pt x="306273" y="-11313"/>
                  <a:pt x="537704" y="0"/>
                </a:cubicBezTo>
                <a:cubicBezTo>
                  <a:pt x="769135" y="11313"/>
                  <a:pt x="909845" y="16746"/>
                  <a:pt x="1075408" y="0"/>
                </a:cubicBezTo>
                <a:cubicBezTo>
                  <a:pt x="1240971" y="-16746"/>
                  <a:pt x="1481330" y="15367"/>
                  <a:pt x="1663002" y="0"/>
                </a:cubicBezTo>
                <a:cubicBezTo>
                  <a:pt x="1665398" y="88865"/>
                  <a:pt x="1643878" y="290178"/>
                  <a:pt x="1663002" y="428877"/>
                </a:cubicBezTo>
                <a:cubicBezTo>
                  <a:pt x="1682126" y="567576"/>
                  <a:pt x="1655144" y="667901"/>
                  <a:pt x="1663002" y="824763"/>
                </a:cubicBezTo>
                <a:cubicBezTo>
                  <a:pt x="1467383" y="839462"/>
                  <a:pt x="1380466" y="824733"/>
                  <a:pt x="1141928" y="824763"/>
                </a:cubicBezTo>
                <a:cubicBezTo>
                  <a:pt x="903390" y="824793"/>
                  <a:pt x="858714" y="828383"/>
                  <a:pt x="637484" y="824763"/>
                </a:cubicBezTo>
                <a:cubicBezTo>
                  <a:pt x="416254" y="821143"/>
                  <a:pt x="285270" y="850383"/>
                  <a:pt x="0" y="824763"/>
                </a:cubicBezTo>
                <a:cubicBezTo>
                  <a:pt x="10417" y="670385"/>
                  <a:pt x="-7672" y="569792"/>
                  <a:pt x="0" y="395886"/>
                </a:cubicBezTo>
                <a:cubicBezTo>
                  <a:pt x="7672" y="221980"/>
                  <a:pt x="9678" y="108103"/>
                  <a:pt x="0" y="0"/>
                </a:cubicBezTo>
                <a:close/>
              </a:path>
            </a:pathLst>
          </a:custGeom>
          <a:noFill/>
          <a:ln>
            <a:solidFill>
              <a:schemeClr val="accent1">
                <a:lumMod val="60000"/>
                <a:lumOff val="40000"/>
              </a:schemeClr>
            </a:solidFill>
            <a:extLst>
              <a:ext uri="{C807C97D-BFC1-408E-A445-0C87EB9F89A2}">
                <ask:lineSketchStyleProps xmlns:ask="http://schemas.microsoft.com/office/drawing/2018/sketchyshapes" sd="19894686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45" name="Connettore diritto 44">
            <a:extLst>
              <a:ext uri="{FF2B5EF4-FFF2-40B4-BE49-F238E27FC236}">
                <a16:creationId xmlns:a16="http://schemas.microsoft.com/office/drawing/2014/main" id="{02424FC2-34EF-516C-54D2-DD65215050AE}"/>
              </a:ext>
            </a:extLst>
          </p:cNvPr>
          <p:cNvCxnSpPr>
            <a:cxnSpLocks/>
          </p:cNvCxnSpPr>
          <p:nvPr/>
        </p:nvCxnSpPr>
        <p:spPr>
          <a:xfrm>
            <a:off x="5014985" y="6567446"/>
            <a:ext cx="1047935"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sp>
        <p:nvSpPr>
          <p:cNvPr id="47" name="Rettangolo con angoli arrotondati 46">
            <a:extLst>
              <a:ext uri="{FF2B5EF4-FFF2-40B4-BE49-F238E27FC236}">
                <a16:creationId xmlns:a16="http://schemas.microsoft.com/office/drawing/2014/main" id="{5CABFD9F-C734-254F-0934-8C9F50186A1A}"/>
              </a:ext>
            </a:extLst>
          </p:cNvPr>
          <p:cNvSpPr/>
          <p:nvPr/>
        </p:nvSpPr>
        <p:spPr>
          <a:xfrm>
            <a:off x="5193291" y="6700626"/>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1" name="Rettangolo 50">
            <a:extLst>
              <a:ext uri="{FF2B5EF4-FFF2-40B4-BE49-F238E27FC236}">
                <a16:creationId xmlns:a16="http://schemas.microsoft.com/office/drawing/2014/main" id="{F70BBB27-AD94-F306-8FCE-48A4D26E59B9}"/>
              </a:ext>
            </a:extLst>
          </p:cNvPr>
          <p:cNvSpPr/>
          <p:nvPr/>
        </p:nvSpPr>
        <p:spPr>
          <a:xfrm>
            <a:off x="5120258" y="6610625"/>
            <a:ext cx="599754" cy="558407"/>
          </a:xfrm>
          <a:prstGeom prst="rect">
            <a:avLst/>
          </a:prstGeom>
          <a:noFill/>
          <a:ln>
            <a:solidFill>
              <a:schemeClr val="bg1">
                <a:lumMod val="75000"/>
              </a:schemeClr>
            </a:solidFill>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55" name="Rettangolo con angoli arrotondati 54">
            <a:extLst>
              <a:ext uri="{FF2B5EF4-FFF2-40B4-BE49-F238E27FC236}">
                <a16:creationId xmlns:a16="http://schemas.microsoft.com/office/drawing/2014/main" id="{D525CD3A-8A32-D310-AE70-8276693236F9}"/>
              </a:ext>
            </a:extLst>
          </p:cNvPr>
          <p:cNvSpPr/>
          <p:nvPr/>
        </p:nvSpPr>
        <p:spPr>
          <a:xfrm>
            <a:off x="4977778" y="6299812"/>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56" name="Rettangolo con angoli arrotondati 55">
            <a:extLst>
              <a:ext uri="{FF2B5EF4-FFF2-40B4-BE49-F238E27FC236}">
                <a16:creationId xmlns:a16="http://schemas.microsoft.com/office/drawing/2014/main" id="{355D0121-9BA1-AA9B-D57E-CB7A8D24C435}"/>
              </a:ext>
            </a:extLst>
          </p:cNvPr>
          <p:cNvSpPr/>
          <p:nvPr/>
        </p:nvSpPr>
        <p:spPr>
          <a:xfrm>
            <a:off x="4977778" y="6085114"/>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2" name="Rettangolo con angoli arrotondati 61">
            <a:extLst>
              <a:ext uri="{FF2B5EF4-FFF2-40B4-BE49-F238E27FC236}">
                <a16:creationId xmlns:a16="http://schemas.microsoft.com/office/drawing/2014/main" id="{6965326F-904A-A399-E04E-BB710B7BF123}"/>
              </a:ext>
            </a:extLst>
          </p:cNvPr>
          <p:cNvSpPr/>
          <p:nvPr/>
        </p:nvSpPr>
        <p:spPr>
          <a:xfrm>
            <a:off x="5178711" y="6929051"/>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66" name="CasellaDiTesto 65">
            <a:extLst>
              <a:ext uri="{FF2B5EF4-FFF2-40B4-BE49-F238E27FC236}">
                <a16:creationId xmlns:a16="http://schemas.microsoft.com/office/drawing/2014/main" id="{37254B22-419E-F070-2565-2FE993B302D8}"/>
              </a:ext>
            </a:extLst>
          </p:cNvPr>
          <p:cNvSpPr txBox="1"/>
          <p:nvPr/>
        </p:nvSpPr>
        <p:spPr>
          <a:xfrm>
            <a:off x="6098746" y="6331964"/>
            <a:ext cx="485078" cy="369332"/>
          </a:xfrm>
          <a:prstGeom prst="rect">
            <a:avLst/>
          </a:prstGeom>
          <a:noFill/>
        </p:spPr>
        <p:txBody>
          <a:bodyPr wrap="square">
            <a:spAutoFit/>
          </a:bodyPr>
          <a:lstStyle/>
          <a:p>
            <a:r>
              <a:rPr lang="it-IT" sz="1800" dirty="0"/>
              <a:t>=</a:t>
            </a:r>
            <a:endParaRPr lang="it-IT" dirty="0"/>
          </a:p>
        </p:txBody>
      </p:sp>
      <p:sp>
        <p:nvSpPr>
          <p:cNvPr id="67" name="Rettangolo 66">
            <a:extLst>
              <a:ext uri="{FF2B5EF4-FFF2-40B4-BE49-F238E27FC236}">
                <a16:creationId xmlns:a16="http://schemas.microsoft.com/office/drawing/2014/main" id="{72692B26-ADA9-2639-324A-13CBB2253FC4}"/>
              </a:ext>
            </a:extLst>
          </p:cNvPr>
          <p:cNvSpPr/>
          <p:nvPr/>
        </p:nvSpPr>
        <p:spPr>
          <a:xfrm>
            <a:off x="6459529" y="6192329"/>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69" name="Rettangolo 68">
            <a:extLst>
              <a:ext uri="{FF2B5EF4-FFF2-40B4-BE49-F238E27FC236}">
                <a16:creationId xmlns:a16="http://schemas.microsoft.com/office/drawing/2014/main" id="{ACCCCB68-4B47-60D5-96EA-11F5049268E0}"/>
              </a:ext>
            </a:extLst>
          </p:cNvPr>
          <p:cNvSpPr/>
          <p:nvPr/>
        </p:nvSpPr>
        <p:spPr>
          <a:xfrm>
            <a:off x="6459529" y="6520608"/>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0" name="Rettangolo 69">
            <a:extLst>
              <a:ext uri="{FF2B5EF4-FFF2-40B4-BE49-F238E27FC236}">
                <a16:creationId xmlns:a16="http://schemas.microsoft.com/office/drawing/2014/main" id="{78A9F11B-FB85-575B-FEFC-4D7208552568}"/>
              </a:ext>
            </a:extLst>
          </p:cNvPr>
          <p:cNvSpPr/>
          <p:nvPr/>
        </p:nvSpPr>
        <p:spPr>
          <a:xfrm>
            <a:off x="6884678" y="6193356"/>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1" name="Rettangolo 70">
            <a:extLst>
              <a:ext uri="{FF2B5EF4-FFF2-40B4-BE49-F238E27FC236}">
                <a16:creationId xmlns:a16="http://schemas.microsoft.com/office/drawing/2014/main" id="{30838E62-025E-F9EB-3D4E-2E0B79123B53}"/>
              </a:ext>
            </a:extLst>
          </p:cNvPr>
          <p:cNvSpPr/>
          <p:nvPr/>
        </p:nvSpPr>
        <p:spPr>
          <a:xfrm>
            <a:off x="6884678" y="6521635"/>
            <a:ext cx="373578" cy="285267"/>
          </a:xfrm>
          <a:prstGeom prst="rect">
            <a:avLst/>
          </a:prstGeom>
          <a:noFill/>
          <a:ln>
            <a:extLst>
              <a:ext uri="{C807C97D-BFC1-408E-A445-0C87EB9F89A2}">
                <ask:lineSketchStyleProps xmlns:ask="http://schemas.microsoft.com/office/drawing/2018/sketchyshapes" sd="198946862">
                  <a:custGeom>
                    <a:avLst/>
                    <a:gdLst>
                      <a:gd name="connsiteX0" fmla="*/ 0 w 599754"/>
                      <a:gd name="connsiteY0" fmla="*/ 0 h 558407"/>
                      <a:gd name="connsiteX1" fmla="*/ 599754 w 599754"/>
                      <a:gd name="connsiteY1" fmla="*/ 0 h 558407"/>
                      <a:gd name="connsiteX2" fmla="*/ 599754 w 599754"/>
                      <a:gd name="connsiteY2" fmla="*/ 558407 h 558407"/>
                      <a:gd name="connsiteX3" fmla="*/ 0 w 599754"/>
                      <a:gd name="connsiteY3" fmla="*/ 558407 h 558407"/>
                      <a:gd name="connsiteX4" fmla="*/ 0 w 599754"/>
                      <a:gd name="connsiteY4" fmla="*/ 0 h 5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754" h="558407" extrusionOk="0">
                        <a:moveTo>
                          <a:pt x="0" y="0"/>
                        </a:moveTo>
                        <a:cubicBezTo>
                          <a:pt x="124292" y="18410"/>
                          <a:pt x="360003" y="13909"/>
                          <a:pt x="599754" y="0"/>
                        </a:cubicBezTo>
                        <a:cubicBezTo>
                          <a:pt x="601331" y="263195"/>
                          <a:pt x="591436" y="379449"/>
                          <a:pt x="599754" y="558407"/>
                        </a:cubicBezTo>
                        <a:cubicBezTo>
                          <a:pt x="350997" y="545390"/>
                          <a:pt x="241364" y="579148"/>
                          <a:pt x="0" y="558407"/>
                        </a:cubicBezTo>
                        <a:cubicBezTo>
                          <a:pt x="-10058" y="304752"/>
                          <a:pt x="-25848" y="210626"/>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050">
              <a:solidFill>
                <a:srgbClr val="156082"/>
              </a:solidFill>
            </a:endParaRPr>
          </a:p>
        </p:txBody>
      </p:sp>
      <p:sp>
        <p:nvSpPr>
          <p:cNvPr id="72" name="Rettangolo con angoli arrotondati 71">
            <a:extLst>
              <a:ext uri="{FF2B5EF4-FFF2-40B4-BE49-F238E27FC236}">
                <a16:creationId xmlns:a16="http://schemas.microsoft.com/office/drawing/2014/main" id="{EEA0CB7E-8AD5-4A9C-E383-FAB884CC0616}"/>
              </a:ext>
            </a:extLst>
          </p:cNvPr>
          <p:cNvSpPr/>
          <p:nvPr/>
        </p:nvSpPr>
        <p:spPr>
          <a:xfrm>
            <a:off x="5485851" y="5873555"/>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3" name="Rettangolo con angoli arrotondati 72">
            <a:extLst>
              <a:ext uri="{FF2B5EF4-FFF2-40B4-BE49-F238E27FC236}">
                <a16:creationId xmlns:a16="http://schemas.microsoft.com/office/drawing/2014/main" id="{F1ACE3FC-4B9A-803C-25EA-028832E2B4F4}"/>
              </a:ext>
            </a:extLst>
          </p:cNvPr>
          <p:cNvSpPr/>
          <p:nvPr/>
        </p:nvSpPr>
        <p:spPr>
          <a:xfrm>
            <a:off x="5485851" y="5658857"/>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4" name="Rettangolo con angoli arrotondati 73">
            <a:extLst>
              <a:ext uri="{FF2B5EF4-FFF2-40B4-BE49-F238E27FC236}">
                <a16:creationId xmlns:a16="http://schemas.microsoft.com/office/drawing/2014/main" id="{A61603B9-277A-472C-DC0C-6543B9FF2CED}"/>
              </a:ext>
            </a:extLst>
          </p:cNvPr>
          <p:cNvSpPr/>
          <p:nvPr/>
        </p:nvSpPr>
        <p:spPr>
          <a:xfrm>
            <a:off x="5485761" y="6298828"/>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5" name="Rettangolo con angoli arrotondati 74">
            <a:extLst>
              <a:ext uri="{FF2B5EF4-FFF2-40B4-BE49-F238E27FC236}">
                <a16:creationId xmlns:a16="http://schemas.microsoft.com/office/drawing/2014/main" id="{13949050-D1A7-7B4D-869C-B0048429A87F}"/>
              </a:ext>
            </a:extLst>
          </p:cNvPr>
          <p:cNvSpPr/>
          <p:nvPr/>
        </p:nvSpPr>
        <p:spPr>
          <a:xfrm>
            <a:off x="5485761" y="6084130"/>
            <a:ext cx="459618" cy="171686"/>
          </a:xfrm>
          <a:prstGeom prst="roundRect">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800" dirty="0">
                <a:solidFill>
                  <a:srgbClr val="156082"/>
                </a:solidFill>
              </a:rPr>
              <a:t>PAROLA</a:t>
            </a:r>
          </a:p>
        </p:txBody>
      </p:sp>
      <p:sp>
        <p:nvSpPr>
          <p:cNvPr id="77" name="CasellaDiTesto 76">
            <a:extLst>
              <a:ext uri="{FF2B5EF4-FFF2-40B4-BE49-F238E27FC236}">
                <a16:creationId xmlns:a16="http://schemas.microsoft.com/office/drawing/2014/main" id="{B1B54583-78FA-2938-026C-0C400D04373B}"/>
              </a:ext>
            </a:extLst>
          </p:cNvPr>
          <p:cNvSpPr txBox="1"/>
          <p:nvPr/>
        </p:nvSpPr>
        <p:spPr>
          <a:xfrm>
            <a:off x="4847506" y="6645562"/>
            <a:ext cx="381929" cy="369332"/>
          </a:xfrm>
          <a:prstGeom prst="rect">
            <a:avLst/>
          </a:prstGeom>
          <a:noFill/>
        </p:spPr>
        <p:txBody>
          <a:bodyPr wrap="square">
            <a:spAutoFit/>
          </a:bodyPr>
          <a:lstStyle/>
          <a:p>
            <a:r>
              <a:rPr lang="it-IT" sz="1800" dirty="0"/>
              <a:t>2</a:t>
            </a:r>
            <a:endParaRPr lang="it-IT" dirty="0"/>
          </a:p>
        </p:txBody>
      </p:sp>
      <p:sp>
        <p:nvSpPr>
          <p:cNvPr id="78" name="CasellaDiTesto 77">
            <a:extLst>
              <a:ext uri="{FF2B5EF4-FFF2-40B4-BE49-F238E27FC236}">
                <a16:creationId xmlns:a16="http://schemas.microsoft.com/office/drawing/2014/main" id="{2148421A-8E09-4CFA-7729-FB8C0853C5F8}"/>
              </a:ext>
            </a:extLst>
          </p:cNvPr>
          <p:cNvSpPr txBox="1"/>
          <p:nvPr/>
        </p:nvSpPr>
        <p:spPr>
          <a:xfrm>
            <a:off x="4647103" y="4107204"/>
            <a:ext cx="121828" cy="138499"/>
          </a:xfrm>
          <a:prstGeom prst="rect">
            <a:avLst/>
          </a:prstGeom>
          <a:noFill/>
        </p:spPr>
        <p:txBody>
          <a:bodyPr wrap="none" lIns="0" tIns="0" rIns="0" bIns="0" rtlCol="0">
            <a:spAutoFit/>
          </a:bodyPr>
          <a:lstStyle/>
          <a:p>
            <a:r>
              <a:rPr lang="it-IT" sz="900" dirty="0">
                <a:solidFill>
                  <a:schemeClr val="tx2">
                    <a:lumMod val="50000"/>
                    <a:lumOff val="50000"/>
                  </a:schemeClr>
                </a:solidFill>
              </a:rPr>
              <a:t>01</a:t>
            </a:r>
            <a:endParaRPr lang="it-IT" sz="1100" dirty="0">
              <a:solidFill>
                <a:schemeClr val="tx2">
                  <a:lumMod val="50000"/>
                  <a:lumOff val="50000"/>
                </a:schemeClr>
              </a:solidFill>
            </a:endParaRPr>
          </a:p>
        </p:txBody>
      </p:sp>
      <p:sp>
        <p:nvSpPr>
          <p:cNvPr id="79" name="CasellaDiTesto 78">
            <a:extLst>
              <a:ext uri="{FF2B5EF4-FFF2-40B4-BE49-F238E27FC236}">
                <a16:creationId xmlns:a16="http://schemas.microsoft.com/office/drawing/2014/main" id="{F13A45B0-A848-4653-8398-1F9587A918F1}"/>
              </a:ext>
            </a:extLst>
          </p:cNvPr>
          <p:cNvSpPr txBox="1"/>
          <p:nvPr/>
        </p:nvSpPr>
        <p:spPr>
          <a:xfrm>
            <a:off x="3829679" y="4117497"/>
            <a:ext cx="121828" cy="138499"/>
          </a:xfrm>
          <a:prstGeom prst="rect">
            <a:avLst/>
          </a:prstGeom>
          <a:noFill/>
        </p:spPr>
        <p:txBody>
          <a:bodyPr wrap="none" lIns="0" tIns="0" rIns="0" bIns="0" rtlCol="0">
            <a:spAutoFit/>
          </a:bodyPr>
          <a:lstStyle/>
          <a:p>
            <a:r>
              <a:rPr lang="it-IT" sz="900" dirty="0">
                <a:solidFill>
                  <a:schemeClr val="tx2">
                    <a:lumMod val="50000"/>
                    <a:lumOff val="50000"/>
                  </a:schemeClr>
                </a:solidFill>
              </a:rPr>
              <a:t>00</a:t>
            </a:r>
            <a:endParaRPr lang="it-IT" sz="1100" dirty="0">
              <a:solidFill>
                <a:schemeClr val="tx2">
                  <a:lumMod val="50000"/>
                  <a:lumOff val="50000"/>
                </a:schemeClr>
              </a:solidFill>
            </a:endParaRPr>
          </a:p>
        </p:txBody>
      </p:sp>
      <p:sp>
        <p:nvSpPr>
          <p:cNvPr id="80" name="CasellaDiTesto 79">
            <a:extLst>
              <a:ext uri="{FF2B5EF4-FFF2-40B4-BE49-F238E27FC236}">
                <a16:creationId xmlns:a16="http://schemas.microsoft.com/office/drawing/2014/main" id="{5DD8830C-F76B-C5D8-F6DC-BE11C1567759}"/>
              </a:ext>
            </a:extLst>
          </p:cNvPr>
          <p:cNvSpPr txBox="1"/>
          <p:nvPr/>
        </p:nvSpPr>
        <p:spPr>
          <a:xfrm>
            <a:off x="3829331" y="4398350"/>
            <a:ext cx="121828" cy="138499"/>
          </a:xfrm>
          <a:prstGeom prst="rect">
            <a:avLst/>
          </a:prstGeom>
          <a:noFill/>
        </p:spPr>
        <p:txBody>
          <a:bodyPr wrap="none" lIns="0" tIns="0" rIns="0" bIns="0" rtlCol="0">
            <a:spAutoFit/>
          </a:bodyPr>
          <a:lstStyle/>
          <a:p>
            <a:r>
              <a:rPr lang="it-IT" sz="900" dirty="0">
                <a:solidFill>
                  <a:schemeClr val="tx2">
                    <a:lumMod val="50000"/>
                    <a:lumOff val="50000"/>
                  </a:schemeClr>
                </a:solidFill>
              </a:rPr>
              <a:t>10</a:t>
            </a:r>
            <a:endParaRPr lang="it-IT" sz="1100" dirty="0">
              <a:solidFill>
                <a:schemeClr val="tx2">
                  <a:lumMod val="50000"/>
                  <a:lumOff val="50000"/>
                </a:schemeClr>
              </a:solidFill>
            </a:endParaRPr>
          </a:p>
        </p:txBody>
      </p:sp>
      <p:sp>
        <p:nvSpPr>
          <p:cNvPr id="81" name="CasellaDiTesto 80">
            <a:extLst>
              <a:ext uri="{FF2B5EF4-FFF2-40B4-BE49-F238E27FC236}">
                <a16:creationId xmlns:a16="http://schemas.microsoft.com/office/drawing/2014/main" id="{FAEDDA6E-91BE-6A1A-7B23-63CF5D6DA588}"/>
              </a:ext>
            </a:extLst>
          </p:cNvPr>
          <p:cNvSpPr txBox="1"/>
          <p:nvPr/>
        </p:nvSpPr>
        <p:spPr>
          <a:xfrm>
            <a:off x="4624277" y="4413343"/>
            <a:ext cx="121828" cy="138499"/>
          </a:xfrm>
          <a:prstGeom prst="rect">
            <a:avLst/>
          </a:prstGeom>
          <a:noFill/>
        </p:spPr>
        <p:txBody>
          <a:bodyPr wrap="none" lIns="0" tIns="0" rIns="0" bIns="0" rtlCol="0">
            <a:spAutoFit/>
          </a:bodyPr>
          <a:lstStyle/>
          <a:p>
            <a:r>
              <a:rPr lang="it-IT" sz="900" dirty="0">
                <a:solidFill>
                  <a:schemeClr val="tx2">
                    <a:lumMod val="50000"/>
                    <a:lumOff val="50000"/>
                  </a:schemeClr>
                </a:solidFill>
              </a:rPr>
              <a:t>11</a:t>
            </a:r>
            <a:endParaRPr lang="it-IT" sz="1100" dirty="0">
              <a:solidFill>
                <a:schemeClr val="tx2">
                  <a:lumMod val="50000"/>
                  <a:lumOff val="50000"/>
                </a:schemeClr>
              </a:solidFill>
            </a:endParaRPr>
          </a:p>
        </p:txBody>
      </p:sp>
      <p:sp>
        <p:nvSpPr>
          <p:cNvPr id="82" name="object 166">
            <a:extLst>
              <a:ext uri="{FF2B5EF4-FFF2-40B4-BE49-F238E27FC236}">
                <a16:creationId xmlns:a16="http://schemas.microsoft.com/office/drawing/2014/main" id="{5366FA88-AD7F-8CD5-743D-C475F2D63174}"/>
              </a:ext>
            </a:extLst>
          </p:cNvPr>
          <p:cNvSpPr/>
          <p:nvPr/>
        </p:nvSpPr>
        <p:spPr>
          <a:xfrm>
            <a:off x="5618571" y="3953494"/>
            <a:ext cx="1823720" cy="931566"/>
          </a:xfrm>
          <a:custGeom>
            <a:avLst/>
            <a:gdLst/>
            <a:ahLst/>
            <a:cxnLst/>
            <a:rect l="l" t="t" r="r" b="b"/>
            <a:pathLst>
              <a:path w="1353820" h="210185">
                <a:moveTo>
                  <a:pt x="238332" y="0"/>
                </a:moveTo>
                <a:lnTo>
                  <a:pt x="187034" y="107"/>
                </a:lnTo>
                <a:lnTo>
                  <a:pt x="135107" y="1233"/>
                </a:lnTo>
                <a:lnTo>
                  <a:pt x="83420" y="3323"/>
                </a:lnTo>
                <a:lnTo>
                  <a:pt x="32842" y="6323"/>
                </a:lnTo>
                <a:lnTo>
                  <a:pt x="0" y="39223"/>
                </a:lnTo>
                <a:lnTo>
                  <a:pt x="2229" y="68827"/>
                </a:lnTo>
                <a:lnTo>
                  <a:pt x="3583" y="104406"/>
                </a:lnTo>
                <a:lnTo>
                  <a:pt x="3145" y="140294"/>
                </a:lnTo>
                <a:lnTo>
                  <a:pt x="0" y="170824"/>
                </a:lnTo>
                <a:lnTo>
                  <a:pt x="2011" y="183059"/>
                </a:lnTo>
                <a:lnTo>
                  <a:pt x="8780" y="193804"/>
                </a:lnTo>
                <a:lnTo>
                  <a:pt x="19369" y="201283"/>
                </a:lnTo>
                <a:lnTo>
                  <a:pt x="32842" y="203724"/>
                </a:lnTo>
                <a:lnTo>
                  <a:pt x="87770" y="201543"/>
                </a:lnTo>
                <a:lnTo>
                  <a:pt x="140394" y="201912"/>
                </a:lnTo>
                <a:lnTo>
                  <a:pt x="191756" y="203737"/>
                </a:lnTo>
                <a:lnTo>
                  <a:pt x="242901" y="205924"/>
                </a:lnTo>
                <a:lnTo>
                  <a:pt x="294870" y="207380"/>
                </a:lnTo>
                <a:lnTo>
                  <a:pt x="348707" y="207011"/>
                </a:lnTo>
                <a:lnTo>
                  <a:pt x="405456" y="203724"/>
                </a:lnTo>
                <a:lnTo>
                  <a:pt x="466936" y="199592"/>
                </a:lnTo>
                <a:lnTo>
                  <a:pt x="517377" y="198453"/>
                </a:lnTo>
                <a:lnTo>
                  <a:pt x="560746" y="199302"/>
                </a:lnTo>
                <a:lnTo>
                  <a:pt x="601010" y="201133"/>
                </a:lnTo>
                <a:lnTo>
                  <a:pt x="642137" y="202942"/>
                </a:lnTo>
                <a:lnTo>
                  <a:pt x="688094" y="203724"/>
                </a:lnTo>
                <a:lnTo>
                  <a:pt x="731450" y="204390"/>
                </a:lnTo>
                <a:lnTo>
                  <a:pt x="776270" y="206026"/>
                </a:lnTo>
                <a:lnTo>
                  <a:pt x="822550" y="207918"/>
                </a:lnTo>
                <a:lnTo>
                  <a:pt x="870284" y="209349"/>
                </a:lnTo>
                <a:lnTo>
                  <a:pt x="919468" y="209604"/>
                </a:lnTo>
                <a:lnTo>
                  <a:pt x="970096" y="207967"/>
                </a:lnTo>
                <a:lnTo>
                  <a:pt x="1022165" y="203724"/>
                </a:lnTo>
                <a:lnTo>
                  <a:pt x="1081817" y="199869"/>
                </a:lnTo>
                <a:lnTo>
                  <a:pt x="1137508" y="200389"/>
                </a:lnTo>
                <a:lnTo>
                  <a:pt x="1189090" y="203160"/>
                </a:lnTo>
                <a:lnTo>
                  <a:pt x="1236416" y="206056"/>
                </a:lnTo>
                <a:lnTo>
                  <a:pt x="1279342" y="206952"/>
                </a:lnTo>
                <a:lnTo>
                  <a:pt x="1317720" y="203724"/>
                </a:lnTo>
                <a:lnTo>
                  <a:pt x="1350549" y="170824"/>
                </a:lnTo>
                <a:lnTo>
                  <a:pt x="1353764" y="98727"/>
                </a:lnTo>
                <a:lnTo>
                  <a:pt x="1353336" y="65483"/>
                </a:lnTo>
                <a:lnTo>
                  <a:pt x="1347876" y="26593"/>
                </a:lnTo>
                <a:lnTo>
                  <a:pt x="1260232" y="2239"/>
                </a:lnTo>
                <a:lnTo>
                  <a:pt x="1206404" y="1753"/>
                </a:lnTo>
                <a:lnTo>
                  <a:pt x="1154674" y="3393"/>
                </a:lnTo>
                <a:lnTo>
                  <a:pt x="1103481" y="5683"/>
                </a:lnTo>
                <a:lnTo>
                  <a:pt x="1051263" y="7151"/>
                </a:lnTo>
                <a:lnTo>
                  <a:pt x="996462" y="6323"/>
                </a:lnTo>
                <a:lnTo>
                  <a:pt x="944241" y="4729"/>
                </a:lnTo>
                <a:lnTo>
                  <a:pt x="898517" y="4511"/>
                </a:lnTo>
                <a:lnTo>
                  <a:pt x="855951" y="5116"/>
                </a:lnTo>
                <a:lnTo>
                  <a:pt x="813202" y="5989"/>
                </a:lnTo>
                <a:lnTo>
                  <a:pt x="766931" y="6576"/>
                </a:lnTo>
                <a:lnTo>
                  <a:pt x="713797" y="6323"/>
                </a:lnTo>
                <a:lnTo>
                  <a:pt x="664149" y="6258"/>
                </a:lnTo>
                <a:lnTo>
                  <a:pt x="614386" y="7155"/>
                </a:lnTo>
                <a:lnTo>
                  <a:pt x="564962" y="8451"/>
                </a:lnTo>
                <a:lnTo>
                  <a:pt x="516332" y="9581"/>
                </a:lnTo>
                <a:lnTo>
                  <a:pt x="468952" y="9979"/>
                </a:lnTo>
                <a:lnTo>
                  <a:pt x="423275" y="9082"/>
                </a:lnTo>
                <a:lnTo>
                  <a:pt x="379757" y="6323"/>
                </a:lnTo>
                <a:lnTo>
                  <a:pt x="335563" y="3053"/>
                </a:lnTo>
                <a:lnTo>
                  <a:pt x="288131" y="963"/>
                </a:lnTo>
                <a:lnTo>
                  <a:pt x="238332" y="0"/>
                </a:lnTo>
                <a:close/>
              </a:path>
            </a:pathLst>
          </a:custGeom>
          <a:solidFill>
            <a:schemeClr val="accent1">
              <a:lumMod val="20000"/>
              <a:lumOff val="80000"/>
              <a:alpha val="54116"/>
            </a:schemeClr>
          </a:solidFill>
        </p:spPr>
        <p:txBody>
          <a:bodyPr wrap="square" lIns="0" tIns="0" rIns="0" bIns="0" rtlCol="0" anchor="b"/>
          <a:lstStyle/>
          <a:p>
            <a:endParaRPr sz="2000">
              <a:latin typeface="A Font 1" panose="02000503000000000000" pitchFamily="2" charset="0"/>
            </a:endParaRPr>
          </a:p>
        </p:txBody>
      </p:sp>
      <p:sp>
        <p:nvSpPr>
          <p:cNvPr id="83" name="CasellaDiTesto 82">
            <a:extLst>
              <a:ext uri="{FF2B5EF4-FFF2-40B4-BE49-F238E27FC236}">
                <a16:creationId xmlns:a16="http://schemas.microsoft.com/office/drawing/2014/main" id="{AF34D8FC-C249-272B-083E-A55F54F64497}"/>
              </a:ext>
            </a:extLst>
          </p:cNvPr>
          <p:cNvSpPr txBox="1"/>
          <p:nvPr/>
        </p:nvSpPr>
        <p:spPr>
          <a:xfrm>
            <a:off x="5776597" y="4006074"/>
            <a:ext cx="1653958" cy="752770"/>
          </a:xfrm>
          <a:prstGeom prst="rect">
            <a:avLst/>
          </a:prstGeom>
        </p:spPr>
        <p:txBody>
          <a:bodyPr vert="horz" wrap="square" lIns="0" tIns="13970" rIns="0" bIns="0" rtlCol="0" anchor="b">
            <a:spAutoFit/>
          </a:bodyPr>
          <a:lstStyle>
            <a:defPPr>
              <a:defRPr lang="en-US"/>
            </a:defPPr>
            <a:lvl1pPr marL="12700">
              <a:lnSpc>
                <a:spcPct val="100000"/>
              </a:lnSpc>
              <a:spcBef>
                <a:spcPts val="110"/>
              </a:spcBef>
              <a:defRPr sz="1000">
                <a:solidFill>
                  <a:srgbClr val="B85237"/>
                </a:solidFill>
                <a:latin typeface="A Font 1" panose="02000503000000000000" pitchFamily="2" charset="0"/>
                <a:cs typeface="Trebuchet MS"/>
              </a:defRPr>
            </a:lvl1pPr>
          </a:lstStyle>
          <a:p>
            <a:r>
              <a:rPr lang="it-IT" sz="1600" dirty="0">
                <a:solidFill>
                  <a:schemeClr val="tx2">
                    <a:lumMod val="90000"/>
                    <a:lumOff val="10000"/>
                  </a:schemeClr>
                </a:solidFill>
              </a:rPr>
              <a:t>IL CAMPO PAROLA MI INIDIRIZZA IN QUALE DELLE PAROLE ANDARE</a:t>
            </a:r>
          </a:p>
        </p:txBody>
      </p:sp>
      <p:sp>
        <p:nvSpPr>
          <p:cNvPr id="84" name="Rettangolo 83">
            <a:extLst>
              <a:ext uri="{FF2B5EF4-FFF2-40B4-BE49-F238E27FC236}">
                <a16:creationId xmlns:a16="http://schemas.microsoft.com/office/drawing/2014/main" id="{237DD3AC-B4C6-7EB5-ECA5-E28CCB1F7545}"/>
              </a:ext>
            </a:extLst>
          </p:cNvPr>
          <p:cNvSpPr/>
          <p:nvPr/>
        </p:nvSpPr>
        <p:spPr>
          <a:xfrm>
            <a:off x="5881816" y="4885060"/>
            <a:ext cx="1403795" cy="2535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5" name="Rettangolo 84">
            <a:extLst>
              <a:ext uri="{FF2B5EF4-FFF2-40B4-BE49-F238E27FC236}">
                <a16:creationId xmlns:a16="http://schemas.microsoft.com/office/drawing/2014/main" id="{E3988CC1-2C31-F19E-B794-C3BF0662A7B7}"/>
              </a:ext>
            </a:extLst>
          </p:cNvPr>
          <p:cNvSpPr/>
          <p:nvPr/>
        </p:nvSpPr>
        <p:spPr>
          <a:xfrm>
            <a:off x="5881816" y="4884734"/>
            <a:ext cx="337744" cy="2535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Rettangolo 85">
            <a:extLst>
              <a:ext uri="{FF2B5EF4-FFF2-40B4-BE49-F238E27FC236}">
                <a16:creationId xmlns:a16="http://schemas.microsoft.com/office/drawing/2014/main" id="{B8088C39-93F8-B95F-04E4-60A6E9B44E9D}"/>
              </a:ext>
            </a:extLst>
          </p:cNvPr>
          <p:cNvSpPr/>
          <p:nvPr/>
        </p:nvSpPr>
        <p:spPr>
          <a:xfrm>
            <a:off x="5911251" y="4904178"/>
            <a:ext cx="128618" cy="20540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Rettangolo 86">
            <a:extLst>
              <a:ext uri="{FF2B5EF4-FFF2-40B4-BE49-F238E27FC236}">
                <a16:creationId xmlns:a16="http://schemas.microsoft.com/office/drawing/2014/main" id="{059847EB-0217-EACA-5430-5D09A57DACC7}"/>
              </a:ext>
            </a:extLst>
          </p:cNvPr>
          <p:cNvSpPr/>
          <p:nvPr/>
        </p:nvSpPr>
        <p:spPr>
          <a:xfrm>
            <a:off x="6067425" y="4904178"/>
            <a:ext cx="128618" cy="20540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Rettangolo con angoli arrotondati 87">
            <a:extLst>
              <a:ext uri="{FF2B5EF4-FFF2-40B4-BE49-F238E27FC236}">
                <a16:creationId xmlns:a16="http://schemas.microsoft.com/office/drawing/2014/main" id="{82D988FB-E243-ED76-EBAC-89E8D9875C2A}"/>
              </a:ext>
            </a:extLst>
          </p:cNvPr>
          <p:cNvSpPr/>
          <p:nvPr/>
        </p:nvSpPr>
        <p:spPr>
          <a:xfrm>
            <a:off x="6385835" y="4904640"/>
            <a:ext cx="607690" cy="2269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it-IT" sz="1200" dirty="0">
                <a:solidFill>
                  <a:schemeClr val="tx2">
                    <a:lumMod val="90000"/>
                    <a:lumOff val="10000"/>
                  </a:schemeClr>
                </a:solidFill>
              </a:rPr>
              <a:t>…</a:t>
            </a:r>
          </a:p>
        </p:txBody>
      </p:sp>
      <p:sp>
        <p:nvSpPr>
          <p:cNvPr id="3" name="CasellaDiTesto 2">
            <a:extLst>
              <a:ext uri="{FF2B5EF4-FFF2-40B4-BE49-F238E27FC236}">
                <a16:creationId xmlns:a16="http://schemas.microsoft.com/office/drawing/2014/main" id="{C170CF44-3A75-2DB4-7386-2C0970067C7C}"/>
              </a:ext>
            </a:extLst>
          </p:cNvPr>
          <p:cNvSpPr txBox="1"/>
          <p:nvPr/>
        </p:nvSpPr>
        <p:spPr>
          <a:xfrm>
            <a:off x="-6963846" y="4805340"/>
            <a:ext cx="4523874" cy="2308324"/>
          </a:xfrm>
          <a:prstGeom prst="rect">
            <a:avLst/>
          </a:prstGeom>
          <a:noFill/>
        </p:spPr>
        <p:txBody>
          <a:bodyPr wrap="square">
            <a:spAutoFit/>
          </a:bodyPr>
          <a:lstStyle/>
          <a:p>
            <a:r>
              <a:rPr lang="it-IT" dirty="0"/>
              <a:t>Visto che la cache è molto più piccola della </a:t>
            </a:r>
            <a:r>
              <a:rPr lang="it-IT" dirty="0" err="1"/>
              <a:t>ram</a:t>
            </a:r>
            <a:r>
              <a:rPr lang="it-IT" dirty="0"/>
              <a:t> non la devi sprecare. La dividi in parti che si chiamano set, ogni set ha più blocchi. Ogni blocco in </a:t>
            </a:r>
            <a:r>
              <a:rPr lang="it-IT" dirty="0" err="1"/>
              <a:t>ram</a:t>
            </a:r>
            <a:r>
              <a:rPr lang="it-IT" dirty="0"/>
              <a:t> può finire in uno specifico set in modo da gestire più velocemente la RAM visto che non puoi mettere i blocchi a caso, altrimenti non sapresti come andare a pescarteli</a:t>
            </a:r>
          </a:p>
        </p:txBody>
      </p:sp>
      <p:grpSp>
        <p:nvGrpSpPr>
          <p:cNvPr id="15" name="Gruppo 14">
            <a:extLst>
              <a:ext uri="{FF2B5EF4-FFF2-40B4-BE49-F238E27FC236}">
                <a16:creationId xmlns:a16="http://schemas.microsoft.com/office/drawing/2014/main" id="{F56B713F-A739-DF60-0F4A-D63C075388CB}"/>
              </a:ext>
            </a:extLst>
          </p:cNvPr>
          <p:cNvGrpSpPr/>
          <p:nvPr/>
        </p:nvGrpSpPr>
        <p:grpSpPr>
          <a:xfrm>
            <a:off x="172727" y="2309582"/>
            <a:ext cx="4280004" cy="1224203"/>
            <a:chOff x="6083841" y="2727015"/>
            <a:chExt cx="6587985" cy="1884352"/>
          </a:xfrm>
        </p:grpSpPr>
        <p:pic>
          <p:nvPicPr>
            <p:cNvPr id="4" name="object 254">
              <a:extLst>
                <a:ext uri="{FF2B5EF4-FFF2-40B4-BE49-F238E27FC236}">
                  <a16:creationId xmlns:a16="http://schemas.microsoft.com/office/drawing/2014/main" id="{AE4F51A6-773C-07A8-6C32-C1A2D26BA636}"/>
                </a:ext>
              </a:extLst>
            </p:cNvPr>
            <p:cNvPicPr/>
            <p:nvPr/>
          </p:nvPicPr>
          <p:blipFill>
            <a:blip r:embed="rId2" cstate="print"/>
            <a:stretch>
              <a:fillRect/>
            </a:stretch>
          </p:blipFill>
          <p:spPr>
            <a:xfrm>
              <a:off x="6110865" y="2757291"/>
              <a:ext cx="6560961" cy="1854076"/>
            </a:xfrm>
            <a:prstGeom prst="rect">
              <a:avLst/>
            </a:prstGeom>
          </p:spPr>
        </p:pic>
        <p:pic>
          <p:nvPicPr>
            <p:cNvPr id="6" name="object 255">
              <a:extLst>
                <a:ext uri="{FF2B5EF4-FFF2-40B4-BE49-F238E27FC236}">
                  <a16:creationId xmlns:a16="http://schemas.microsoft.com/office/drawing/2014/main" id="{295570D6-F3C1-F918-282A-6C8C4A106218}"/>
                </a:ext>
              </a:extLst>
            </p:cNvPr>
            <p:cNvPicPr/>
            <p:nvPr/>
          </p:nvPicPr>
          <p:blipFill>
            <a:blip r:embed="rId3" cstate="print"/>
            <a:stretch>
              <a:fillRect/>
            </a:stretch>
          </p:blipFill>
          <p:spPr>
            <a:xfrm>
              <a:off x="6090275" y="2734302"/>
              <a:ext cx="6533165" cy="1823040"/>
            </a:xfrm>
            <a:prstGeom prst="rect">
              <a:avLst/>
            </a:prstGeom>
          </p:spPr>
        </p:pic>
        <p:sp>
          <p:nvSpPr>
            <p:cNvPr id="7" name="object 256">
              <a:extLst>
                <a:ext uri="{FF2B5EF4-FFF2-40B4-BE49-F238E27FC236}">
                  <a16:creationId xmlns:a16="http://schemas.microsoft.com/office/drawing/2014/main" id="{B996993B-49C5-FF7F-55F8-7B4999D3B028}"/>
                </a:ext>
              </a:extLst>
            </p:cNvPr>
            <p:cNvSpPr/>
            <p:nvPr/>
          </p:nvSpPr>
          <p:spPr>
            <a:xfrm>
              <a:off x="6083841" y="2727015"/>
              <a:ext cx="6547594" cy="1838737"/>
            </a:xfrm>
            <a:custGeom>
              <a:avLst/>
              <a:gdLst/>
              <a:ahLst/>
              <a:cxnLst/>
              <a:rect l="l" t="t" r="r" b="b"/>
              <a:pathLst>
                <a:path w="2615565" h="657859">
                  <a:moveTo>
                    <a:pt x="0" y="657385"/>
                  </a:moveTo>
                  <a:lnTo>
                    <a:pt x="2614950" y="657385"/>
                  </a:lnTo>
                  <a:lnTo>
                    <a:pt x="2614950" y="0"/>
                  </a:lnTo>
                  <a:lnTo>
                    <a:pt x="0" y="0"/>
                  </a:lnTo>
                  <a:lnTo>
                    <a:pt x="0" y="657385"/>
                  </a:lnTo>
                  <a:close/>
                </a:path>
              </a:pathLst>
            </a:custGeom>
            <a:ln w="5140">
              <a:solidFill>
                <a:srgbClr val="FF2046"/>
              </a:solidFill>
            </a:ln>
          </p:spPr>
          <p:txBody>
            <a:bodyPr wrap="square" lIns="0" tIns="0" rIns="0" bIns="0" rtlCol="0"/>
            <a:lstStyle/>
            <a:p>
              <a:endParaRPr/>
            </a:p>
          </p:txBody>
        </p:sp>
      </p:grpSp>
      <p:pic>
        <p:nvPicPr>
          <p:cNvPr id="8" name="object 257">
            <a:extLst>
              <a:ext uri="{FF2B5EF4-FFF2-40B4-BE49-F238E27FC236}">
                <a16:creationId xmlns:a16="http://schemas.microsoft.com/office/drawing/2014/main" id="{357A7B9B-5162-F9B3-42F5-A5E071804EBF}"/>
              </a:ext>
            </a:extLst>
          </p:cNvPr>
          <p:cNvPicPr/>
          <p:nvPr/>
        </p:nvPicPr>
        <p:blipFill>
          <a:blip r:embed="rId4" cstate="print"/>
          <a:stretch>
            <a:fillRect/>
          </a:stretch>
        </p:blipFill>
        <p:spPr>
          <a:xfrm>
            <a:off x="4814637" y="2396581"/>
            <a:ext cx="2505576" cy="1119885"/>
          </a:xfrm>
          <a:prstGeom prst="rect">
            <a:avLst/>
          </a:prstGeom>
        </p:spPr>
      </p:pic>
      <p:sp>
        <p:nvSpPr>
          <p:cNvPr id="13" name="object 258">
            <a:extLst>
              <a:ext uri="{FF2B5EF4-FFF2-40B4-BE49-F238E27FC236}">
                <a16:creationId xmlns:a16="http://schemas.microsoft.com/office/drawing/2014/main" id="{D61421D1-AED0-3080-EE79-A3438ACA2ED2}"/>
              </a:ext>
            </a:extLst>
          </p:cNvPr>
          <p:cNvSpPr/>
          <p:nvPr/>
        </p:nvSpPr>
        <p:spPr>
          <a:xfrm>
            <a:off x="13998193" y="8763362"/>
            <a:ext cx="427604" cy="99391"/>
          </a:xfrm>
          <a:custGeom>
            <a:avLst/>
            <a:gdLst/>
            <a:ahLst/>
            <a:cxnLst/>
            <a:rect l="l" t="t" r="r" b="b"/>
            <a:pathLst>
              <a:path w="170815" h="35559">
                <a:moveTo>
                  <a:pt x="167593" y="0"/>
                </a:moveTo>
                <a:lnTo>
                  <a:pt x="2681" y="0"/>
                </a:lnTo>
                <a:lnTo>
                  <a:pt x="0" y="2664"/>
                </a:lnTo>
                <a:lnTo>
                  <a:pt x="0" y="5889"/>
                </a:lnTo>
                <a:lnTo>
                  <a:pt x="0" y="32686"/>
                </a:lnTo>
                <a:lnTo>
                  <a:pt x="2681" y="35367"/>
                </a:lnTo>
                <a:lnTo>
                  <a:pt x="167593" y="35367"/>
                </a:lnTo>
                <a:lnTo>
                  <a:pt x="170258" y="32686"/>
                </a:lnTo>
                <a:lnTo>
                  <a:pt x="170258" y="2664"/>
                </a:lnTo>
                <a:lnTo>
                  <a:pt x="167593" y="0"/>
                </a:lnTo>
                <a:close/>
              </a:path>
            </a:pathLst>
          </a:custGeom>
          <a:solidFill>
            <a:srgbClr val="FF1F3C"/>
          </a:solidFill>
        </p:spPr>
        <p:txBody>
          <a:bodyPr wrap="square" lIns="0" tIns="0" rIns="0" bIns="0" rtlCol="0"/>
          <a:lstStyle/>
          <a:p>
            <a:endParaRPr/>
          </a:p>
        </p:txBody>
      </p:sp>
      <p:sp>
        <p:nvSpPr>
          <p:cNvPr id="2" name="object 192">
            <a:extLst>
              <a:ext uri="{FF2B5EF4-FFF2-40B4-BE49-F238E27FC236}">
                <a16:creationId xmlns:a16="http://schemas.microsoft.com/office/drawing/2014/main" id="{172B1D45-5B4F-EE36-7A73-0510EE308FC9}"/>
              </a:ext>
            </a:extLst>
          </p:cNvPr>
          <p:cNvSpPr/>
          <p:nvPr/>
        </p:nvSpPr>
        <p:spPr>
          <a:xfrm>
            <a:off x="-941908" y="110665"/>
            <a:ext cx="591185" cy="328295"/>
          </a:xfrm>
          <a:custGeom>
            <a:avLst/>
            <a:gdLst/>
            <a:ahLst/>
            <a:cxnLst/>
            <a:rect l="l" t="t" r="r" b="b"/>
            <a:pathLst>
              <a:path w="591185" h="328295">
                <a:moveTo>
                  <a:pt x="337155" y="0"/>
                </a:moveTo>
                <a:lnTo>
                  <a:pt x="294867" y="1230"/>
                </a:lnTo>
                <a:lnTo>
                  <a:pt x="253638" y="2907"/>
                </a:lnTo>
                <a:lnTo>
                  <a:pt x="203515" y="2708"/>
                </a:lnTo>
                <a:lnTo>
                  <a:pt x="149961" y="1670"/>
                </a:lnTo>
                <a:lnTo>
                  <a:pt x="98440" y="832"/>
                </a:lnTo>
                <a:lnTo>
                  <a:pt x="54416" y="1230"/>
                </a:lnTo>
                <a:lnTo>
                  <a:pt x="33244" y="3961"/>
                </a:lnTo>
                <a:lnTo>
                  <a:pt x="15827" y="16230"/>
                </a:lnTo>
                <a:lnTo>
                  <a:pt x="4100" y="34604"/>
                </a:lnTo>
                <a:lnTo>
                  <a:pt x="0" y="55646"/>
                </a:lnTo>
                <a:lnTo>
                  <a:pt x="4962" y="116249"/>
                </a:lnTo>
                <a:lnTo>
                  <a:pt x="6705" y="164651"/>
                </a:lnTo>
                <a:lnTo>
                  <a:pt x="5096" y="212976"/>
                </a:lnTo>
                <a:lnTo>
                  <a:pt x="0" y="273347"/>
                </a:lnTo>
                <a:lnTo>
                  <a:pt x="4882" y="293626"/>
                </a:lnTo>
                <a:lnTo>
                  <a:pt x="16777" y="311504"/>
                </a:lnTo>
                <a:lnTo>
                  <a:pt x="33887" y="323908"/>
                </a:lnTo>
                <a:lnTo>
                  <a:pt x="54416" y="327763"/>
                </a:lnTo>
                <a:lnTo>
                  <a:pt x="93665" y="325289"/>
                </a:lnTo>
                <a:lnTo>
                  <a:pt x="137574" y="324734"/>
                </a:lnTo>
                <a:lnTo>
                  <a:pt x="184945" y="325416"/>
                </a:lnTo>
                <a:lnTo>
                  <a:pt x="234578" y="326653"/>
                </a:lnTo>
                <a:lnTo>
                  <a:pt x="285276" y="327763"/>
                </a:lnTo>
                <a:lnTo>
                  <a:pt x="334206" y="327920"/>
                </a:lnTo>
                <a:lnTo>
                  <a:pt x="381117" y="327249"/>
                </a:lnTo>
                <a:lnTo>
                  <a:pt x="428568" y="326501"/>
                </a:lnTo>
                <a:lnTo>
                  <a:pt x="479115" y="326423"/>
                </a:lnTo>
                <a:lnTo>
                  <a:pt x="535317" y="327763"/>
                </a:lnTo>
                <a:lnTo>
                  <a:pt x="574913" y="312991"/>
                </a:lnTo>
                <a:lnTo>
                  <a:pt x="589734" y="273347"/>
                </a:lnTo>
                <a:lnTo>
                  <a:pt x="587402" y="222955"/>
                </a:lnTo>
                <a:lnTo>
                  <a:pt x="588809" y="171979"/>
                </a:lnTo>
                <a:lnTo>
                  <a:pt x="590678" y="117262"/>
                </a:lnTo>
                <a:lnTo>
                  <a:pt x="589734" y="55646"/>
                </a:lnTo>
                <a:lnTo>
                  <a:pt x="587480" y="37416"/>
                </a:lnTo>
                <a:lnTo>
                  <a:pt x="575893" y="20955"/>
                </a:lnTo>
                <a:lnTo>
                  <a:pt x="557623" y="8236"/>
                </a:lnTo>
                <a:lnTo>
                  <a:pt x="535317" y="1230"/>
                </a:lnTo>
                <a:lnTo>
                  <a:pt x="495532" y="3415"/>
                </a:lnTo>
                <a:lnTo>
                  <a:pt x="444541" y="2800"/>
                </a:lnTo>
                <a:lnTo>
                  <a:pt x="389397" y="1092"/>
                </a:lnTo>
                <a:lnTo>
                  <a:pt x="337155" y="0"/>
                </a:lnTo>
                <a:close/>
              </a:path>
            </a:pathLst>
          </a:custGeom>
          <a:solidFill>
            <a:srgbClr val="FF1F3C">
              <a:alpha val="76861"/>
            </a:srgbClr>
          </a:solidFill>
        </p:spPr>
        <p:txBody>
          <a:bodyPr wrap="square" lIns="0" tIns="0" rIns="0" bIns="0" rtlCol="0" anchor="b"/>
          <a:lstStyle/>
          <a:p>
            <a:endParaRPr sz="2000">
              <a:latin typeface="A Font 1" panose="02000503000000000000" pitchFamily="2" charset="0"/>
            </a:endParaRPr>
          </a:p>
        </p:txBody>
      </p:sp>
      <p:sp>
        <p:nvSpPr>
          <p:cNvPr id="17" name="Rettangolo con angoli arrotondati 16">
            <a:extLst>
              <a:ext uri="{FF2B5EF4-FFF2-40B4-BE49-F238E27FC236}">
                <a16:creationId xmlns:a16="http://schemas.microsoft.com/office/drawing/2014/main" id="{0B18DDC1-1B97-1054-D114-50FD70F096E5}"/>
              </a:ext>
            </a:extLst>
          </p:cNvPr>
          <p:cNvSpPr/>
          <p:nvPr/>
        </p:nvSpPr>
        <p:spPr>
          <a:xfrm>
            <a:off x="-925426" y="461169"/>
            <a:ext cx="591185" cy="383332"/>
          </a:xfrm>
          <a:prstGeom prst="roundRect">
            <a:avLst/>
          </a:prstGeom>
          <a:solidFill>
            <a:srgbClr val="8FE0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Rettangolo con angoli arrotondati 18">
            <a:extLst>
              <a:ext uri="{FF2B5EF4-FFF2-40B4-BE49-F238E27FC236}">
                <a16:creationId xmlns:a16="http://schemas.microsoft.com/office/drawing/2014/main" id="{0F03D64B-328B-3406-2B0A-63ECEA08A6DB}"/>
              </a:ext>
            </a:extLst>
          </p:cNvPr>
          <p:cNvSpPr/>
          <p:nvPr/>
        </p:nvSpPr>
        <p:spPr>
          <a:xfrm>
            <a:off x="-935476" y="922631"/>
            <a:ext cx="591185" cy="383332"/>
          </a:xfrm>
          <a:prstGeom prst="roundRect">
            <a:avLst/>
          </a:prstGeom>
          <a:solidFill>
            <a:srgbClr val="997E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 name="Rettangolo con angoli arrotondati 19">
            <a:extLst>
              <a:ext uri="{FF2B5EF4-FFF2-40B4-BE49-F238E27FC236}">
                <a16:creationId xmlns:a16="http://schemas.microsoft.com/office/drawing/2014/main" id="{1DEAF3CE-2923-9CC0-D93B-40EA7ED0288B}"/>
              </a:ext>
            </a:extLst>
          </p:cNvPr>
          <p:cNvSpPr/>
          <p:nvPr/>
        </p:nvSpPr>
        <p:spPr>
          <a:xfrm>
            <a:off x="-935476" y="1425565"/>
            <a:ext cx="591185" cy="383332"/>
          </a:xfrm>
          <a:prstGeom prst="roundRect">
            <a:avLst/>
          </a:prstGeom>
          <a:solidFill>
            <a:srgbClr val="7955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Rettangolo con angoli arrotondati 20">
            <a:extLst>
              <a:ext uri="{FF2B5EF4-FFF2-40B4-BE49-F238E27FC236}">
                <a16:creationId xmlns:a16="http://schemas.microsoft.com/office/drawing/2014/main" id="{0755A96D-E8CB-B797-F16D-EDA0B3A67173}"/>
              </a:ext>
            </a:extLst>
          </p:cNvPr>
          <p:cNvSpPr/>
          <p:nvPr/>
        </p:nvSpPr>
        <p:spPr>
          <a:xfrm>
            <a:off x="-906302" y="1893094"/>
            <a:ext cx="591185" cy="383332"/>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Rettangolo con angoli arrotondati 21">
            <a:extLst>
              <a:ext uri="{FF2B5EF4-FFF2-40B4-BE49-F238E27FC236}">
                <a16:creationId xmlns:a16="http://schemas.microsoft.com/office/drawing/2014/main" id="{54F59A9E-02B8-254D-6A2E-0EE4D6294AF1}"/>
              </a:ext>
            </a:extLst>
          </p:cNvPr>
          <p:cNvSpPr/>
          <p:nvPr/>
        </p:nvSpPr>
        <p:spPr>
          <a:xfrm>
            <a:off x="-1778861" y="2485079"/>
            <a:ext cx="1374350" cy="230432"/>
          </a:xfrm>
          <a:custGeom>
            <a:avLst/>
            <a:gdLst>
              <a:gd name="connsiteX0" fmla="*/ 0 w 1374350"/>
              <a:gd name="connsiteY0" fmla="*/ 38406 h 230432"/>
              <a:gd name="connsiteX1" fmla="*/ 38406 w 1374350"/>
              <a:gd name="connsiteY1" fmla="*/ 0 h 230432"/>
              <a:gd name="connsiteX2" fmla="*/ 674200 w 1374350"/>
              <a:gd name="connsiteY2" fmla="*/ 0 h 230432"/>
              <a:gd name="connsiteX3" fmla="*/ 1335944 w 1374350"/>
              <a:gd name="connsiteY3" fmla="*/ 0 h 230432"/>
              <a:gd name="connsiteX4" fmla="*/ 1374350 w 1374350"/>
              <a:gd name="connsiteY4" fmla="*/ 38406 h 230432"/>
              <a:gd name="connsiteX5" fmla="*/ 1374350 w 1374350"/>
              <a:gd name="connsiteY5" fmla="*/ 192026 h 230432"/>
              <a:gd name="connsiteX6" fmla="*/ 1335944 w 1374350"/>
              <a:gd name="connsiteY6" fmla="*/ 230432 h 230432"/>
              <a:gd name="connsiteX7" fmla="*/ 713126 w 1374350"/>
              <a:gd name="connsiteY7" fmla="*/ 230432 h 230432"/>
              <a:gd name="connsiteX8" fmla="*/ 38406 w 1374350"/>
              <a:gd name="connsiteY8" fmla="*/ 230432 h 230432"/>
              <a:gd name="connsiteX9" fmla="*/ 0 w 1374350"/>
              <a:gd name="connsiteY9" fmla="*/ 192026 h 230432"/>
              <a:gd name="connsiteX10" fmla="*/ 0 w 1374350"/>
              <a:gd name="connsiteY10" fmla="*/ 38406 h 23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4350" h="230432" extrusionOk="0">
                <a:moveTo>
                  <a:pt x="0" y="38406"/>
                </a:moveTo>
                <a:cubicBezTo>
                  <a:pt x="836" y="19811"/>
                  <a:pt x="14519" y="-964"/>
                  <a:pt x="38406" y="0"/>
                </a:cubicBezTo>
                <a:cubicBezTo>
                  <a:pt x="351232" y="-1294"/>
                  <a:pt x="410866" y="9622"/>
                  <a:pt x="674200" y="0"/>
                </a:cubicBezTo>
                <a:cubicBezTo>
                  <a:pt x="937534" y="-9622"/>
                  <a:pt x="1021705" y="-1014"/>
                  <a:pt x="1335944" y="0"/>
                </a:cubicBezTo>
                <a:cubicBezTo>
                  <a:pt x="1360301" y="2909"/>
                  <a:pt x="1369258" y="15943"/>
                  <a:pt x="1374350" y="38406"/>
                </a:cubicBezTo>
                <a:cubicBezTo>
                  <a:pt x="1379432" y="77235"/>
                  <a:pt x="1377259" y="125665"/>
                  <a:pt x="1374350" y="192026"/>
                </a:cubicBezTo>
                <a:cubicBezTo>
                  <a:pt x="1375239" y="208729"/>
                  <a:pt x="1356144" y="232087"/>
                  <a:pt x="1335944" y="230432"/>
                </a:cubicBezTo>
                <a:cubicBezTo>
                  <a:pt x="1108009" y="232706"/>
                  <a:pt x="952860" y="206650"/>
                  <a:pt x="713126" y="230432"/>
                </a:cubicBezTo>
                <a:cubicBezTo>
                  <a:pt x="473392" y="254214"/>
                  <a:pt x="213695" y="246198"/>
                  <a:pt x="38406" y="230432"/>
                </a:cubicBezTo>
                <a:cubicBezTo>
                  <a:pt x="21274" y="228147"/>
                  <a:pt x="-668" y="209931"/>
                  <a:pt x="0" y="192026"/>
                </a:cubicBezTo>
                <a:cubicBezTo>
                  <a:pt x="-6731" y="146697"/>
                  <a:pt x="-1957" y="72423"/>
                  <a:pt x="0" y="38406"/>
                </a:cubicBezTo>
                <a:close/>
              </a:path>
            </a:pathLst>
          </a:custGeom>
          <a:noFill/>
          <a:ln>
            <a:solidFill>
              <a:srgbClr val="795548"/>
            </a:solidFill>
            <a:extLst>
              <a:ext uri="{C807C97D-BFC1-408E-A445-0C87EB9F89A2}">
                <ask:lineSketchStyleProps xmlns:ask="http://schemas.microsoft.com/office/drawing/2018/sketchyshapes" sd="256744319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Parentesi quadra aperta 24">
            <a:extLst>
              <a:ext uri="{FF2B5EF4-FFF2-40B4-BE49-F238E27FC236}">
                <a16:creationId xmlns:a16="http://schemas.microsoft.com/office/drawing/2014/main" id="{1F97BDB3-1EF0-C9F6-1795-591ADC39594F}"/>
              </a:ext>
            </a:extLst>
          </p:cNvPr>
          <p:cNvSpPr/>
          <p:nvPr/>
        </p:nvSpPr>
        <p:spPr>
          <a:xfrm>
            <a:off x="-1097721" y="1914483"/>
            <a:ext cx="45719" cy="446443"/>
          </a:xfrm>
          <a:noFill/>
          <a:ln>
            <a:solidFill>
              <a:srgbClr val="7955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lt1"/>
              </a:solidFill>
            </a:endParaRPr>
          </a:p>
        </p:txBody>
      </p:sp>
    </p:spTree>
    <p:extLst>
      <p:ext uri="{BB962C8B-B14F-4D97-AF65-F5344CB8AC3E}">
        <p14:creationId xmlns:p14="http://schemas.microsoft.com/office/powerpoint/2010/main" val="3789403265"/>
      </p:ext>
    </p:extLst>
  </p:cSld>
  <p:clrMapOvr>
    <a:masterClrMapping/>
  </p:clrMapOvr>
</p:sld>
</file>

<file path=ppt/theme/theme1.xml><?xml version="1.0" encoding="utf-8"?>
<a:theme xmlns:a="http://schemas.openxmlformats.org/drawingml/2006/main" name="Tema di Office">
  <a:themeElements>
    <a:clrScheme name="Tema di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i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i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3266</TotalTime>
  <Words>2985</Words>
  <Application>Microsoft Office PowerPoint</Application>
  <PresentationFormat>Personalizzato</PresentationFormat>
  <Paragraphs>693</Paragraphs>
  <Slides>10</Slides>
  <Notes>0</Notes>
  <HiddenSlides>2</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10</vt:i4>
      </vt:variant>
    </vt:vector>
  </HeadingPairs>
  <TitlesOfParts>
    <vt:vector size="17" baseType="lpstr">
      <vt:lpstr>A Font 1</vt:lpstr>
      <vt:lpstr>Abadi Extra Light</vt:lpstr>
      <vt:lpstr>Aptos</vt:lpstr>
      <vt:lpstr>Aptos Display</vt:lpstr>
      <vt:lpstr>Arial</vt:lpstr>
      <vt:lpstr>Carlito</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Gilberto B</dc:creator>
  <cp:lastModifiedBy>Gilberto B</cp:lastModifiedBy>
  <cp:revision>21</cp:revision>
  <dcterms:created xsi:type="dcterms:W3CDTF">2024-01-19T17:18:45Z</dcterms:created>
  <dcterms:modified xsi:type="dcterms:W3CDTF">2024-02-03T16:30:48Z</dcterms:modified>
</cp:coreProperties>
</file>